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drawings/vmlDrawing1.vml" ContentType="application/vnd.openxmlformats-officedocument.vmlDrawing"/>
  <Override PartName="/ppt/drawings/vmlDrawing2.vml" ContentType="application/vnd.openxmlformats-officedocument.vmlDrawing"/>
  <Override PartName="/ppt/embeddings/oleObject1.bin" ContentType="application/vnd.openxmlformats-officedocument.oleObject"/>
  <Override PartName="/ppt/embeddings/oleObject2.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54" r:id="rId2"/>
  </p:sldMasterIdLst>
  <p:notesMasterIdLst>
    <p:notesMasterId r:id="rId49"/>
  </p:notesMasterIdLst>
  <p:sldIdLst>
    <p:sldId id="313" r:id="rId3"/>
    <p:sldId id="301" r:id="rId4"/>
    <p:sldId id="352" r:id="rId5"/>
    <p:sldId id="349" r:id="rId6"/>
    <p:sldId id="350" r:id="rId7"/>
    <p:sldId id="318" r:id="rId8"/>
    <p:sldId id="319" r:id="rId9"/>
    <p:sldId id="324" r:id="rId10"/>
    <p:sldId id="351" r:id="rId11"/>
    <p:sldId id="326" r:id="rId12"/>
    <p:sldId id="323" r:id="rId13"/>
    <p:sldId id="327" r:id="rId14"/>
    <p:sldId id="329" r:id="rId15"/>
    <p:sldId id="330" r:id="rId16"/>
    <p:sldId id="331" r:id="rId17"/>
    <p:sldId id="332" r:id="rId18"/>
    <p:sldId id="333" r:id="rId19"/>
    <p:sldId id="334" r:id="rId20"/>
    <p:sldId id="335" r:id="rId21"/>
    <p:sldId id="337" r:id="rId22"/>
    <p:sldId id="338" r:id="rId23"/>
    <p:sldId id="336" r:id="rId24"/>
    <p:sldId id="339" r:id="rId25"/>
    <p:sldId id="340" r:id="rId26"/>
    <p:sldId id="341" r:id="rId27"/>
    <p:sldId id="343" r:id="rId28"/>
    <p:sldId id="344" r:id="rId29"/>
    <p:sldId id="345" r:id="rId30"/>
    <p:sldId id="346" r:id="rId31"/>
    <p:sldId id="347" r:id="rId32"/>
    <p:sldId id="348" r:id="rId33"/>
    <p:sldId id="315" r:id="rId34"/>
    <p:sldId id="316" r:id="rId35"/>
    <p:sldId id="353" r:id="rId36"/>
    <p:sldId id="317" r:id="rId37"/>
    <p:sldId id="354" r:id="rId38"/>
    <p:sldId id="355" r:id="rId39"/>
    <p:sldId id="356" r:id="rId40"/>
    <p:sldId id="325" r:id="rId41"/>
    <p:sldId id="328" r:id="rId42"/>
    <p:sldId id="357" r:id="rId43"/>
    <p:sldId id="358" r:id="rId44"/>
    <p:sldId id="359" r:id="rId45"/>
    <p:sldId id="360" r:id="rId46"/>
    <p:sldId id="361" r:id="rId47"/>
    <p:sldId id="362" r:id="rId48"/>
  </p:sldIdLst>
  <p:sldSz cx="24384000" cy="13716000"/>
  <p:notesSz cx="6858000" cy="9144000"/>
  <p:custDataLst>
    <p:tags r:id="rId50"/>
  </p:custDataLst>
  <p:defaultTextStyle>
    <a:defPPr>
      <a:defRPr lang="en-US"/>
    </a:defPPr>
    <a:lvl1pPr marL="0" algn="l" defTabSz="2177278" rtl="0" eaLnBrk="1" latinLnBrk="0" hangingPunct="1">
      <a:defRPr sz="4300" kern="1200">
        <a:solidFill>
          <a:schemeClr val="tx1"/>
        </a:solidFill>
        <a:latin typeface="+mn-lt"/>
        <a:ea typeface="+mn-ea"/>
        <a:cs typeface="+mn-cs"/>
      </a:defRPr>
    </a:lvl1pPr>
    <a:lvl2pPr marL="1088639" algn="l" defTabSz="2177278" rtl="0" eaLnBrk="1" latinLnBrk="0" hangingPunct="1">
      <a:defRPr sz="4300" kern="1200">
        <a:solidFill>
          <a:schemeClr val="tx1"/>
        </a:solidFill>
        <a:latin typeface="+mn-lt"/>
        <a:ea typeface="+mn-ea"/>
        <a:cs typeface="+mn-cs"/>
      </a:defRPr>
    </a:lvl2pPr>
    <a:lvl3pPr marL="2177278" algn="l" defTabSz="2177278" rtl="0" eaLnBrk="1" latinLnBrk="0" hangingPunct="1">
      <a:defRPr sz="4300" kern="1200">
        <a:solidFill>
          <a:schemeClr val="tx1"/>
        </a:solidFill>
        <a:latin typeface="+mn-lt"/>
        <a:ea typeface="+mn-ea"/>
        <a:cs typeface="+mn-cs"/>
      </a:defRPr>
    </a:lvl3pPr>
    <a:lvl4pPr marL="3265917" algn="l" defTabSz="2177278" rtl="0" eaLnBrk="1" latinLnBrk="0" hangingPunct="1">
      <a:defRPr sz="4300" kern="1200">
        <a:solidFill>
          <a:schemeClr val="tx1"/>
        </a:solidFill>
        <a:latin typeface="+mn-lt"/>
        <a:ea typeface="+mn-ea"/>
        <a:cs typeface="+mn-cs"/>
      </a:defRPr>
    </a:lvl4pPr>
    <a:lvl5pPr marL="4354556" algn="l" defTabSz="2177278" rtl="0" eaLnBrk="1" latinLnBrk="0" hangingPunct="1">
      <a:defRPr sz="4300" kern="1200">
        <a:solidFill>
          <a:schemeClr val="tx1"/>
        </a:solidFill>
        <a:latin typeface="+mn-lt"/>
        <a:ea typeface="+mn-ea"/>
        <a:cs typeface="+mn-cs"/>
      </a:defRPr>
    </a:lvl5pPr>
    <a:lvl6pPr marL="5443195" algn="l" defTabSz="2177278" rtl="0" eaLnBrk="1" latinLnBrk="0" hangingPunct="1">
      <a:defRPr sz="4300" kern="1200">
        <a:solidFill>
          <a:schemeClr val="tx1"/>
        </a:solidFill>
        <a:latin typeface="+mn-lt"/>
        <a:ea typeface="+mn-ea"/>
        <a:cs typeface="+mn-cs"/>
      </a:defRPr>
    </a:lvl6pPr>
    <a:lvl7pPr marL="6531834" algn="l" defTabSz="2177278" rtl="0" eaLnBrk="1" latinLnBrk="0" hangingPunct="1">
      <a:defRPr sz="4300" kern="1200">
        <a:solidFill>
          <a:schemeClr val="tx1"/>
        </a:solidFill>
        <a:latin typeface="+mn-lt"/>
        <a:ea typeface="+mn-ea"/>
        <a:cs typeface="+mn-cs"/>
      </a:defRPr>
    </a:lvl7pPr>
    <a:lvl8pPr marL="7620472" algn="l" defTabSz="2177278" rtl="0" eaLnBrk="1" latinLnBrk="0" hangingPunct="1">
      <a:defRPr sz="4300" kern="1200">
        <a:solidFill>
          <a:schemeClr val="tx1"/>
        </a:solidFill>
        <a:latin typeface="+mn-lt"/>
        <a:ea typeface="+mn-ea"/>
        <a:cs typeface="+mn-cs"/>
      </a:defRPr>
    </a:lvl8pPr>
    <a:lvl9pPr marL="8709111" algn="l" defTabSz="2177278" rtl="0" eaLnBrk="1" latinLnBrk="0" hangingPunct="1">
      <a:defRPr sz="4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F7FF"/>
    <a:srgbClr val="D6F7FE"/>
    <a:srgbClr val="EEF7E9"/>
    <a:srgbClr val="0000FF"/>
    <a:srgbClr val="135F82"/>
    <a:srgbClr val="FFFFFF"/>
    <a:srgbClr val="008000"/>
    <a:srgbClr val="242452"/>
    <a:srgbClr val="270F6B"/>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298" autoAdjust="0"/>
    <p:restoredTop sz="94139" autoAdjust="0"/>
  </p:normalViewPr>
  <p:slideViewPr>
    <p:cSldViewPr>
      <p:cViewPr varScale="1">
        <p:scale>
          <a:sx n="32" d="100"/>
          <a:sy n="32" d="100"/>
        </p:scale>
        <p:origin x="186" y="204"/>
      </p:cViewPr>
      <p:guideLst>
        <p:guide orient="horz" pos="4320"/>
        <p:guide pos="7680"/>
      </p:guideLst>
    </p:cSldViewPr>
  </p:slideViewPr>
  <p:notesTextViewPr>
    <p:cViewPr>
      <p:scale>
        <a:sx n="100" d="100"/>
        <a:sy n="100" d="100"/>
      </p:scale>
      <p:origin x="0" y="0"/>
    </p:cViewPr>
  </p:notesTextViewPr>
  <p:notesViewPr>
    <p:cSldViewPr>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notesMaster" Target="notesMasters/notesMaster1.xml"/><Relationship Id="rId50" Type="http://schemas.openxmlformats.org/officeDocument/2006/relationships/tags" Target="tags/tag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3BB293-0719-4B19-A181-EE36FD0623AD}" type="datetimeFigureOut">
              <a:rPr lang="en-US" smtClean="0"/>
              <a:pPr/>
              <a:t>8/28/2022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EA8B73-FCCD-4D4C-BC4E-0CE5120A1B5B}" type="slidenum">
              <a:rPr lang="en-US" smtClean="0"/>
              <a:pPr/>
              <a:t>‹#›</a:t>
            </a:fld>
            <a:endParaRPr lang="en-US"/>
          </a:p>
        </p:txBody>
      </p:sp>
    </p:spTree>
    <p:extLst>
      <p:ext uri="{BB962C8B-B14F-4D97-AF65-F5344CB8AC3E}">
        <p14:creationId xmlns:p14="http://schemas.microsoft.com/office/powerpoint/2010/main" val="3059963718"/>
      </p:ext>
    </p:extLst>
  </p:cSld>
  <p:clrMap bg1="lt1" tx1="dk1" bg2="lt2" tx2="dk2" accent1="accent1" accent2="accent2" accent3="accent3" accent4="accent4" accent5="accent5" accent6="accent6" hlink="hlink" folHlink="folHlink"/>
  <p:notesStyle>
    <a:lvl1pPr marL="0" algn="l" defTabSz="2177278" rtl="0" eaLnBrk="1" latinLnBrk="0" hangingPunct="1">
      <a:defRPr sz="2900" kern="1200">
        <a:solidFill>
          <a:schemeClr val="tx1"/>
        </a:solidFill>
        <a:latin typeface="+mn-lt"/>
        <a:ea typeface="+mn-ea"/>
        <a:cs typeface="+mn-cs"/>
      </a:defRPr>
    </a:lvl1pPr>
    <a:lvl2pPr marL="1088639" algn="l" defTabSz="2177278" rtl="0" eaLnBrk="1" latinLnBrk="0" hangingPunct="1">
      <a:defRPr sz="2900" kern="1200">
        <a:solidFill>
          <a:schemeClr val="tx1"/>
        </a:solidFill>
        <a:latin typeface="+mn-lt"/>
        <a:ea typeface="+mn-ea"/>
        <a:cs typeface="+mn-cs"/>
      </a:defRPr>
    </a:lvl2pPr>
    <a:lvl3pPr marL="2177278" algn="l" defTabSz="2177278" rtl="0" eaLnBrk="1" latinLnBrk="0" hangingPunct="1">
      <a:defRPr sz="2900" kern="1200">
        <a:solidFill>
          <a:schemeClr val="tx1"/>
        </a:solidFill>
        <a:latin typeface="+mn-lt"/>
        <a:ea typeface="+mn-ea"/>
        <a:cs typeface="+mn-cs"/>
      </a:defRPr>
    </a:lvl3pPr>
    <a:lvl4pPr marL="3265917" algn="l" defTabSz="2177278" rtl="0" eaLnBrk="1" latinLnBrk="0" hangingPunct="1">
      <a:defRPr sz="2900" kern="1200">
        <a:solidFill>
          <a:schemeClr val="tx1"/>
        </a:solidFill>
        <a:latin typeface="+mn-lt"/>
        <a:ea typeface="+mn-ea"/>
        <a:cs typeface="+mn-cs"/>
      </a:defRPr>
    </a:lvl4pPr>
    <a:lvl5pPr marL="4354556" algn="l" defTabSz="2177278" rtl="0" eaLnBrk="1" latinLnBrk="0" hangingPunct="1">
      <a:defRPr sz="2900" kern="1200">
        <a:solidFill>
          <a:schemeClr val="tx1"/>
        </a:solidFill>
        <a:latin typeface="+mn-lt"/>
        <a:ea typeface="+mn-ea"/>
        <a:cs typeface="+mn-cs"/>
      </a:defRPr>
    </a:lvl5pPr>
    <a:lvl6pPr marL="5443195" algn="l" defTabSz="2177278" rtl="0" eaLnBrk="1" latinLnBrk="0" hangingPunct="1">
      <a:defRPr sz="2900" kern="1200">
        <a:solidFill>
          <a:schemeClr val="tx1"/>
        </a:solidFill>
        <a:latin typeface="+mn-lt"/>
        <a:ea typeface="+mn-ea"/>
        <a:cs typeface="+mn-cs"/>
      </a:defRPr>
    </a:lvl6pPr>
    <a:lvl7pPr marL="6531834" algn="l" defTabSz="2177278" rtl="0" eaLnBrk="1" latinLnBrk="0" hangingPunct="1">
      <a:defRPr sz="2900" kern="1200">
        <a:solidFill>
          <a:schemeClr val="tx1"/>
        </a:solidFill>
        <a:latin typeface="+mn-lt"/>
        <a:ea typeface="+mn-ea"/>
        <a:cs typeface="+mn-cs"/>
      </a:defRPr>
    </a:lvl7pPr>
    <a:lvl8pPr marL="7620472" algn="l" defTabSz="2177278" rtl="0" eaLnBrk="1" latinLnBrk="0" hangingPunct="1">
      <a:defRPr sz="2900" kern="1200">
        <a:solidFill>
          <a:schemeClr val="tx1"/>
        </a:solidFill>
        <a:latin typeface="+mn-lt"/>
        <a:ea typeface="+mn-ea"/>
        <a:cs typeface="+mn-cs"/>
      </a:defRPr>
    </a:lvl8pPr>
    <a:lvl9pPr marL="8709111" algn="l" defTabSz="2177278" rtl="0" eaLnBrk="1" latinLnBrk="0" hangingPunct="1">
      <a:defRPr sz="2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a:t>
            </a:fld>
            <a:endParaRPr lang="en-US"/>
          </a:p>
        </p:txBody>
      </p:sp>
    </p:spTree>
    <p:extLst>
      <p:ext uri="{BB962C8B-B14F-4D97-AF65-F5344CB8AC3E}">
        <p14:creationId xmlns:p14="http://schemas.microsoft.com/office/powerpoint/2010/main" val="3418564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a:t>
            </a:fld>
            <a:endParaRPr lang="en-US"/>
          </a:p>
        </p:txBody>
      </p:sp>
    </p:spTree>
    <p:extLst>
      <p:ext uri="{BB962C8B-B14F-4D97-AF65-F5344CB8AC3E}">
        <p14:creationId xmlns:p14="http://schemas.microsoft.com/office/powerpoint/2010/main" val="1313414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4</a:t>
            </a:fld>
            <a:endParaRPr lang="en-US"/>
          </a:p>
        </p:txBody>
      </p:sp>
    </p:spTree>
    <p:extLst>
      <p:ext uri="{BB962C8B-B14F-4D97-AF65-F5344CB8AC3E}">
        <p14:creationId xmlns:p14="http://schemas.microsoft.com/office/powerpoint/2010/main" val="2753436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5</a:t>
            </a:fld>
            <a:endParaRPr lang="en-US"/>
          </a:p>
        </p:txBody>
      </p:sp>
    </p:spTree>
    <p:extLst>
      <p:ext uri="{BB962C8B-B14F-4D97-AF65-F5344CB8AC3E}">
        <p14:creationId xmlns:p14="http://schemas.microsoft.com/office/powerpoint/2010/main" val="8706528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6</a:t>
            </a:fld>
            <a:endParaRPr lang="en-US"/>
          </a:p>
        </p:txBody>
      </p:sp>
    </p:spTree>
    <p:extLst>
      <p:ext uri="{BB962C8B-B14F-4D97-AF65-F5344CB8AC3E}">
        <p14:creationId xmlns:p14="http://schemas.microsoft.com/office/powerpoint/2010/main" val="3890058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7</a:t>
            </a:fld>
            <a:endParaRPr lang="en-US"/>
          </a:p>
        </p:txBody>
      </p:sp>
    </p:spTree>
    <p:extLst>
      <p:ext uri="{BB962C8B-B14F-4D97-AF65-F5344CB8AC3E}">
        <p14:creationId xmlns:p14="http://schemas.microsoft.com/office/powerpoint/2010/main" val="2974215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8</a:t>
            </a:fld>
            <a:endParaRPr lang="en-US"/>
          </a:p>
        </p:txBody>
      </p:sp>
    </p:spTree>
    <p:extLst>
      <p:ext uri="{BB962C8B-B14F-4D97-AF65-F5344CB8AC3E}">
        <p14:creationId xmlns:p14="http://schemas.microsoft.com/office/powerpoint/2010/main" val="15620036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9</a:t>
            </a:fld>
            <a:endParaRPr lang="en-US"/>
          </a:p>
        </p:txBody>
      </p:sp>
    </p:spTree>
    <p:extLst>
      <p:ext uri="{BB962C8B-B14F-4D97-AF65-F5344CB8AC3E}">
        <p14:creationId xmlns:p14="http://schemas.microsoft.com/office/powerpoint/2010/main" val="35593906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10</a:t>
            </a:fld>
            <a:endParaRPr lang="en-US"/>
          </a:p>
        </p:txBody>
      </p:sp>
    </p:spTree>
    <p:extLst>
      <p:ext uri="{BB962C8B-B14F-4D97-AF65-F5344CB8AC3E}">
        <p14:creationId xmlns:p14="http://schemas.microsoft.com/office/powerpoint/2010/main" val="30299025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11</a:t>
            </a:fld>
            <a:endParaRPr lang="en-US"/>
          </a:p>
        </p:txBody>
      </p:sp>
    </p:spTree>
    <p:extLst>
      <p:ext uri="{BB962C8B-B14F-4D97-AF65-F5344CB8AC3E}">
        <p14:creationId xmlns:p14="http://schemas.microsoft.com/office/powerpoint/2010/main" val="16255336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12</a:t>
            </a:fld>
            <a:endParaRPr lang="en-US"/>
          </a:p>
        </p:txBody>
      </p:sp>
    </p:spTree>
    <p:extLst>
      <p:ext uri="{BB962C8B-B14F-4D97-AF65-F5344CB8AC3E}">
        <p14:creationId xmlns:p14="http://schemas.microsoft.com/office/powerpoint/2010/main" val="17530220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13</a:t>
            </a:fld>
            <a:endParaRPr lang="en-US"/>
          </a:p>
        </p:txBody>
      </p:sp>
    </p:spTree>
    <p:extLst>
      <p:ext uri="{BB962C8B-B14F-4D97-AF65-F5344CB8AC3E}">
        <p14:creationId xmlns:p14="http://schemas.microsoft.com/office/powerpoint/2010/main" val="6552870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14</a:t>
            </a:fld>
            <a:endParaRPr lang="en-US"/>
          </a:p>
        </p:txBody>
      </p:sp>
    </p:spTree>
    <p:extLst>
      <p:ext uri="{BB962C8B-B14F-4D97-AF65-F5344CB8AC3E}">
        <p14:creationId xmlns:p14="http://schemas.microsoft.com/office/powerpoint/2010/main" val="16941753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15</a:t>
            </a:fld>
            <a:endParaRPr lang="en-US"/>
          </a:p>
        </p:txBody>
      </p:sp>
    </p:spTree>
    <p:extLst>
      <p:ext uri="{BB962C8B-B14F-4D97-AF65-F5344CB8AC3E}">
        <p14:creationId xmlns:p14="http://schemas.microsoft.com/office/powerpoint/2010/main" val="12906724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16</a:t>
            </a:fld>
            <a:endParaRPr lang="en-US"/>
          </a:p>
        </p:txBody>
      </p:sp>
    </p:spTree>
    <p:extLst>
      <p:ext uri="{BB962C8B-B14F-4D97-AF65-F5344CB8AC3E}">
        <p14:creationId xmlns:p14="http://schemas.microsoft.com/office/powerpoint/2010/main" val="1546185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17</a:t>
            </a:fld>
            <a:endParaRPr lang="en-US"/>
          </a:p>
        </p:txBody>
      </p:sp>
    </p:spTree>
    <p:extLst>
      <p:ext uri="{BB962C8B-B14F-4D97-AF65-F5344CB8AC3E}">
        <p14:creationId xmlns:p14="http://schemas.microsoft.com/office/powerpoint/2010/main" val="16036851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18</a:t>
            </a:fld>
            <a:endParaRPr lang="en-US"/>
          </a:p>
        </p:txBody>
      </p:sp>
    </p:spTree>
    <p:extLst>
      <p:ext uri="{BB962C8B-B14F-4D97-AF65-F5344CB8AC3E}">
        <p14:creationId xmlns:p14="http://schemas.microsoft.com/office/powerpoint/2010/main" val="19324250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19</a:t>
            </a:fld>
            <a:endParaRPr lang="en-US"/>
          </a:p>
        </p:txBody>
      </p:sp>
    </p:spTree>
    <p:extLst>
      <p:ext uri="{BB962C8B-B14F-4D97-AF65-F5344CB8AC3E}">
        <p14:creationId xmlns:p14="http://schemas.microsoft.com/office/powerpoint/2010/main" val="5600406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20</a:t>
            </a:fld>
            <a:endParaRPr lang="en-US"/>
          </a:p>
        </p:txBody>
      </p:sp>
    </p:spTree>
    <p:extLst>
      <p:ext uri="{BB962C8B-B14F-4D97-AF65-F5344CB8AC3E}">
        <p14:creationId xmlns:p14="http://schemas.microsoft.com/office/powerpoint/2010/main" val="2117525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21</a:t>
            </a:fld>
            <a:endParaRPr lang="en-US"/>
          </a:p>
        </p:txBody>
      </p:sp>
    </p:spTree>
    <p:extLst>
      <p:ext uri="{BB962C8B-B14F-4D97-AF65-F5344CB8AC3E}">
        <p14:creationId xmlns:p14="http://schemas.microsoft.com/office/powerpoint/2010/main" val="16988837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22</a:t>
            </a:fld>
            <a:endParaRPr lang="en-US"/>
          </a:p>
        </p:txBody>
      </p:sp>
    </p:spTree>
    <p:extLst>
      <p:ext uri="{BB962C8B-B14F-4D97-AF65-F5344CB8AC3E}">
        <p14:creationId xmlns:p14="http://schemas.microsoft.com/office/powerpoint/2010/main" val="33394172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23</a:t>
            </a:fld>
            <a:endParaRPr lang="en-US"/>
          </a:p>
        </p:txBody>
      </p:sp>
    </p:spTree>
    <p:extLst>
      <p:ext uri="{BB962C8B-B14F-4D97-AF65-F5344CB8AC3E}">
        <p14:creationId xmlns:p14="http://schemas.microsoft.com/office/powerpoint/2010/main" val="11251245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24</a:t>
            </a:fld>
            <a:endParaRPr lang="en-US"/>
          </a:p>
        </p:txBody>
      </p:sp>
    </p:spTree>
    <p:extLst>
      <p:ext uri="{BB962C8B-B14F-4D97-AF65-F5344CB8AC3E}">
        <p14:creationId xmlns:p14="http://schemas.microsoft.com/office/powerpoint/2010/main" val="20447979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25</a:t>
            </a:fld>
            <a:endParaRPr lang="en-US"/>
          </a:p>
        </p:txBody>
      </p:sp>
    </p:spTree>
    <p:extLst>
      <p:ext uri="{BB962C8B-B14F-4D97-AF65-F5344CB8AC3E}">
        <p14:creationId xmlns:p14="http://schemas.microsoft.com/office/powerpoint/2010/main" val="20253763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26</a:t>
            </a:fld>
            <a:endParaRPr lang="en-US"/>
          </a:p>
        </p:txBody>
      </p:sp>
    </p:spTree>
    <p:extLst>
      <p:ext uri="{BB962C8B-B14F-4D97-AF65-F5344CB8AC3E}">
        <p14:creationId xmlns:p14="http://schemas.microsoft.com/office/powerpoint/2010/main" val="10064045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27</a:t>
            </a:fld>
            <a:endParaRPr lang="en-US"/>
          </a:p>
        </p:txBody>
      </p:sp>
    </p:spTree>
    <p:extLst>
      <p:ext uri="{BB962C8B-B14F-4D97-AF65-F5344CB8AC3E}">
        <p14:creationId xmlns:p14="http://schemas.microsoft.com/office/powerpoint/2010/main" val="2301870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28</a:t>
            </a:fld>
            <a:endParaRPr lang="en-US"/>
          </a:p>
        </p:txBody>
      </p:sp>
    </p:spTree>
    <p:extLst>
      <p:ext uri="{BB962C8B-B14F-4D97-AF65-F5344CB8AC3E}">
        <p14:creationId xmlns:p14="http://schemas.microsoft.com/office/powerpoint/2010/main" val="16173306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29</a:t>
            </a:fld>
            <a:endParaRPr lang="en-US"/>
          </a:p>
        </p:txBody>
      </p:sp>
    </p:spTree>
    <p:extLst>
      <p:ext uri="{BB962C8B-B14F-4D97-AF65-F5344CB8AC3E}">
        <p14:creationId xmlns:p14="http://schemas.microsoft.com/office/powerpoint/2010/main" val="26051277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30</a:t>
            </a:fld>
            <a:endParaRPr lang="en-US"/>
          </a:p>
        </p:txBody>
      </p:sp>
    </p:spTree>
    <p:extLst>
      <p:ext uri="{BB962C8B-B14F-4D97-AF65-F5344CB8AC3E}">
        <p14:creationId xmlns:p14="http://schemas.microsoft.com/office/powerpoint/2010/main" val="20684348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31</a:t>
            </a:fld>
            <a:endParaRPr lang="en-US"/>
          </a:p>
        </p:txBody>
      </p:sp>
    </p:spTree>
    <p:extLst>
      <p:ext uri="{BB962C8B-B14F-4D97-AF65-F5344CB8AC3E}">
        <p14:creationId xmlns:p14="http://schemas.microsoft.com/office/powerpoint/2010/main" val="19385772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32</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33</a:t>
            </a:fld>
            <a:endParaRPr lang="en-US"/>
          </a:p>
        </p:txBody>
      </p:sp>
    </p:spTree>
    <p:extLst>
      <p:ext uri="{BB962C8B-B14F-4D97-AF65-F5344CB8AC3E}">
        <p14:creationId xmlns:p14="http://schemas.microsoft.com/office/powerpoint/2010/main" val="5398658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34</a:t>
            </a:fld>
            <a:endParaRPr lang="en-US"/>
          </a:p>
        </p:txBody>
      </p:sp>
    </p:spTree>
    <p:extLst>
      <p:ext uri="{BB962C8B-B14F-4D97-AF65-F5344CB8AC3E}">
        <p14:creationId xmlns:p14="http://schemas.microsoft.com/office/powerpoint/2010/main" val="13134148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35</a:t>
            </a:fld>
            <a:endParaRPr lang="en-US"/>
          </a:p>
        </p:txBody>
      </p:sp>
    </p:spTree>
    <p:extLst>
      <p:ext uri="{BB962C8B-B14F-4D97-AF65-F5344CB8AC3E}">
        <p14:creationId xmlns:p14="http://schemas.microsoft.com/office/powerpoint/2010/main" val="18802406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36</a:t>
            </a:fld>
            <a:endParaRPr lang="en-US"/>
          </a:p>
        </p:txBody>
      </p:sp>
    </p:spTree>
    <p:extLst>
      <p:ext uri="{BB962C8B-B14F-4D97-AF65-F5344CB8AC3E}">
        <p14:creationId xmlns:p14="http://schemas.microsoft.com/office/powerpoint/2010/main" val="8144895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37</a:t>
            </a:fld>
            <a:endParaRPr lang="en-US"/>
          </a:p>
        </p:txBody>
      </p:sp>
    </p:spTree>
    <p:extLst>
      <p:ext uri="{BB962C8B-B14F-4D97-AF65-F5344CB8AC3E}">
        <p14:creationId xmlns:p14="http://schemas.microsoft.com/office/powerpoint/2010/main" val="36340378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EA8B73-FCCD-4D4C-BC4E-0CE5120A1B5B}" type="slidenum">
              <a:rPr lang="en-US" smtClean="0"/>
              <a:pPr/>
              <a:t>38</a:t>
            </a:fld>
            <a:endParaRPr lang="en-US"/>
          </a:p>
        </p:txBody>
      </p:sp>
    </p:spTree>
    <p:extLst>
      <p:ext uri="{BB962C8B-B14F-4D97-AF65-F5344CB8AC3E}">
        <p14:creationId xmlns:p14="http://schemas.microsoft.com/office/powerpoint/2010/main" val="25344549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EA8B73-FCCD-4D4C-BC4E-0CE5120A1B5B}" type="slidenum">
              <a:rPr lang="en-US" smtClean="0"/>
              <a:pPr/>
              <a:t>39</a:t>
            </a:fld>
            <a:endParaRPr lang="en-US"/>
          </a:p>
        </p:txBody>
      </p:sp>
    </p:spTree>
    <p:extLst>
      <p:ext uri="{BB962C8B-B14F-4D97-AF65-F5344CB8AC3E}">
        <p14:creationId xmlns:p14="http://schemas.microsoft.com/office/powerpoint/2010/main" val="25344549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EA8B73-FCCD-4D4C-BC4E-0CE5120A1B5B}" type="slidenum">
              <a:rPr lang="en-US" smtClean="0"/>
              <a:pPr/>
              <a:t>40</a:t>
            </a:fld>
            <a:endParaRPr lang="en-US"/>
          </a:p>
        </p:txBody>
      </p:sp>
    </p:spTree>
    <p:extLst>
      <p:ext uri="{BB962C8B-B14F-4D97-AF65-F5344CB8AC3E}">
        <p14:creationId xmlns:p14="http://schemas.microsoft.com/office/powerpoint/2010/main" val="5025597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EA8B73-FCCD-4D4C-BC4E-0CE5120A1B5B}" type="slidenum">
              <a:rPr lang="en-US" smtClean="0"/>
              <a:pPr/>
              <a:t>41</a:t>
            </a:fld>
            <a:endParaRPr lang="en-US"/>
          </a:p>
        </p:txBody>
      </p:sp>
    </p:spTree>
    <p:extLst>
      <p:ext uri="{BB962C8B-B14F-4D97-AF65-F5344CB8AC3E}">
        <p14:creationId xmlns:p14="http://schemas.microsoft.com/office/powerpoint/2010/main" val="25344549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EA8B73-FCCD-4D4C-BC4E-0CE5120A1B5B}" type="slidenum">
              <a:rPr lang="en-US" smtClean="0"/>
              <a:pPr/>
              <a:t>42</a:t>
            </a:fld>
            <a:endParaRPr lang="en-US"/>
          </a:p>
        </p:txBody>
      </p:sp>
    </p:spTree>
    <p:extLst>
      <p:ext uri="{BB962C8B-B14F-4D97-AF65-F5344CB8AC3E}">
        <p14:creationId xmlns:p14="http://schemas.microsoft.com/office/powerpoint/2010/main" val="25344549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EA8B73-FCCD-4D4C-BC4E-0CE5120A1B5B}" type="slidenum">
              <a:rPr lang="en-US" smtClean="0"/>
              <a:pPr/>
              <a:t>43</a:t>
            </a:fld>
            <a:endParaRPr lang="en-US"/>
          </a:p>
        </p:txBody>
      </p:sp>
    </p:spTree>
    <p:extLst>
      <p:ext uri="{BB962C8B-B14F-4D97-AF65-F5344CB8AC3E}">
        <p14:creationId xmlns:p14="http://schemas.microsoft.com/office/powerpoint/2010/main" val="4961010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EA8B73-FCCD-4D4C-BC4E-0CE5120A1B5B}" type="slidenum">
              <a:rPr lang="en-US" smtClean="0"/>
              <a:pPr/>
              <a:t>44</a:t>
            </a:fld>
            <a:endParaRPr lang="en-US"/>
          </a:p>
        </p:txBody>
      </p:sp>
    </p:spTree>
    <p:extLst>
      <p:ext uri="{BB962C8B-B14F-4D97-AF65-F5344CB8AC3E}">
        <p14:creationId xmlns:p14="http://schemas.microsoft.com/office/powerpoint/2010/main" val="18710479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EA8B73-FCCD-4D4C-BC4E-0CE5120A1B5B}" type="slidenum">
              <a:rPr lang="en-US" smtClean="0"/>
              <a:pPr/>
              <a:t>45</a:t>
            </a:fld>
            <a:endParaRPr lang="en-US"/>
          </a:p>
        </p:txBody>
      </p:sp>
    </p:spTree>
    <p:extLst>
      <p:ext uri="{BB962C8B-B14F-4D97-AF65-F5344CB8AC3E}">
        <p14:creationId xmlns:p14="http://schemas.microsoft.com/office/powerpoint/2010/main" val="3465407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EA8B73-FCCD-4D4C-BC4E-0CE5120A1B5B}" type="slidenum">
              <a:rPr lang="en-US" smtClean="0"/>
              <a:pPr/>
              <a:t>46</a:t>
            </a:fld>
            <a:endParaRPr lang="en-US"/>
          </a:p>
        </p:txBody>
      </p:sp>
    </p:spTree>
    <p:extLst>
      <p:ext uri="{BB962C8B-B14F-4D97-AF65-F5344CB8AC3E}">
        <p14:creationId xmlns:p14="http://schemas.microsoft.com/office/powerpoint/2010/main" val="2109859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99727" y="1781954"/>
            <a:ext cx="21031200" cy="2651126"/>
          </a:xfrm>
          <a:prstGeom prst="rect">
            <a:avLst/>
          </a:prstGeom>
        </p:spPr>
        <p:txBody>
          <a:bodyPr/>
          <a:lstStyle>
            <a:lvl1pPr algn="l">
              <a:defRPr sz="5400">
                <a:latin typeface="Tomaho"/>
              </a:defRPr>
            </a:lvl1pPr>
          </a:lstStyle>
          <a:p>
            <a:r>
              <a:rPr lang="en-US"/>
              <a:t>Click to edit Master title style</a:t>
            </a:r>
          </a:p>
        </p:txBody>
      </p:sp>
      <p:sp>
        <p:nvSpPr>
          <p:cNvPr id="3" name="Content Placeholder 2"/>
          <p:cNvSpPr>
            <a:spLocks noGrp="1"/>
          </p:cNvSpPr>
          <p:nvPr>
            <p:ph sz="half" idx="1"/>
          </p:nvPr>
        </p:nvSpPr>
        <p:spPr>
          <a:xfrm>
            <a:off x="1699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67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9622073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up)">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up)">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up)">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up)">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up)">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wipe(up)">
                                      <p:cBhvr>
                                        <p:cTn id="37" dur="5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wipe(up)">
                                      <p:cBhvr>
                                        <p:cTn id="42" dur="500"/>
                                        <p:tgtEl>
                                          <p:spTgt spid="4">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Effect transition="in" filter="wipe(up)">
                                      <p:cBhvr>
                                        <p:cTn id="47" dur="500"/>
                                        <p:tgtEl>
                                          <p:spTgt spid="4">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
                                            <p:txEl>
                                              <p:pRg st="3" end="3"/>
                                            </p:txEl>
                                          </p:spTgt>
                                        </p:tgtEl>
                                        <p:attrNameLst>
                                          <p:attrName>style.visibility</p:attrName>
                                        </p:attrNameLst>
                                      </p:cBhvr>
                                      <p:to>
                                        <p:strVal val="visible"/>
                                      </p:to>
                                    </p:set>
                                    <p:animEffect transition="in" filter="wipe(up)">
                                      <p:cBhvr>
                                        <p:cTn id="52" dur="500"/>
                                        <p:tgtEl>
                                          <p:spTgt spid="4">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animEffect transition="in" filter="wipe(up)">
                                      <p:cBhvr>
                                        <p:cTn id="5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Lst>
      </p:bldP>
      <p:bldP spid="4" grpId="0" build="p">
        <p:tmplLst>
          <p:tmpl lvl="1">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0275080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4557510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8219381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712419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624589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0076558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820983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210885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676400" y="730250"/>
            <a:ext cx="15468600" cy="11623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08330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56836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69597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0" y="2244726"/>
            <a:ext cx="18288000" cy="4775200"/>
          </a:xfrm>
          <a:prstGeom prst="rect">
            <a:avLst/>
          </a:prstGeom>
        </p:spPr>
        <p:txBody>
          <a:bodyPr anchor="b"/>
          <a:lstStyle>
            <a:lvl1pPr algn="ctr">
              <a:defRPr sz="12000"/>
            </a:lvl1pPr>
          </a:lstStyle>
          <a:p>
            <a:r>
              <a:rPr lang="en-US"/>
              <a:t>Click to edit Master title style</a:t>
            </a:r>
          </a:p>
        </p:txBody>
      </p:sp>
      <p:sp>
        <p:nvSpPr>
          <p:cNvPr id="3" name="Subtitle 2"/>
          <p:cNvSpPr>
            <a:spLocks noGrp="1"/>
          </p:cNvSpPr>
          <p:nvPr>
            <p:ph type="subTitle" idx="1"/>
          </p:nvPr>
        </p:nvSpPr>
        <p:spPr>
          <a:xfrm>
            <a:off x="3048000" y="7204076"/>
            <a:ext cx="18288000" cy="3311524"/>
          </a:xfrm>
          <a:prstGeom prst="rect">
            <a:avLst/>
          </a:prstGeo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31787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1676400" y="3651250"/>
            <a:ext cx="21031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7896152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3815944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676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44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5636833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2777782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195105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3012462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5404811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3237073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1399306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40485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0" y="12712706"/>
            <a:ext cx="5689601" cy="730250"/>
          </a:xfrm>
          <a:prstGeom prst="rect">
            <a:avLst/>
          </a:prstGeom>
        </p:spPr>
        <p:txBody>
          <a:bodyPr lIns="91426" tIns="45713" rIns="91426" bIns="45713"/>
          <a:lstStyle/>
          <a:p>
            <a:fld id="{D15044BE-B3F3-4258-B55D-9238C2EBFDF1}" type="datetimeFigureOut">
              <a:rPr lang="en-US" smtClean="0"/>
              <a:pPr/>
              <a:t>8/28/2022</a:t>
            </a:fld>
            <a:endParaRPr lang="en-US"/>
          </a:p>
        </p:txBody>
      </p:sp>
      <p:sp>
        <p:nvSpPr>
          <p:cNvPr id="5" name="Footer Placeholder 4"/>
          <p:cNvSpPr>
            <a:spLocks noGrp="1"/>
          </p:cNvSpPr>
          <p:nvPr>
            <p:ph type="ftr" sz="quarter" idx="11"/>
          </p:nvPr>
        </p:nvSpPr>
        <p:spPr>
          <a:xfrm>
            <a:off x="8331205" y="12712706"/>
            <a:ext cx="7721601" cy="730250"/>
          </a:xfrm>
          <a:prstGeom prst="rect">
            <a:avLst/>
          </a:prstGeom>
        </p:spPr>
        <p:txBody>
          <a:bodyPr lIns="91426" tIns="45713" rIns="91426" bIns="45713"/>
          <a:lstStyle/>
          <a:p>
            <a:endParaRPr lang="en-US"/>
          </a:p>
        </p:txBody>
      </p:sp>
      <p:sp>
        <p:nvSpPr>
          <p:cNvPr id="6" name="Slide Number Placeholder 5"/>
          <p:cNvSpPr>
            <a:spLocks noGrp="1"/>
          </p:cNvSpPr>
          <p:nvPr>
            <p:ph type="sldNum" sz="quarter" idx="12"/>
          </p:nvPr>
        </p:nvSpPr>
        <p:spPr>
          <a:xfrm>
            <a:off x="17475204" y="12712706"/>
            <a:ext cx="5689601" cy="730250"/>
          </a:xfrm>
          <a:prstGeom prst="rect">
            <a:avLst/>
          </a:prstGeom>
        </p:spPr>
        <p:txBody>
          <a:bodyPr lIns="91426" tIns="45713" rIns="91426" bIns="45713"/>
          <a:lstStyle/>
          <a:p>
            <a:fld id="{E56A0A80-8336-46B1-B89F-89FB7E7362A5}" type="slidenum">
              <a:rPr lang="en-US" smtClean="0"/>
              <a:pPr/>
              <a:t>‹#›</a:t>
            </a:fld>
            <a:endParaRPr lang="en-US"/>
          </a:p>
        </p:txBody>
      </p:sp>
    </p:spTree>
    <p:extLst>
      <p:ext uri="{BB962C8B-B14F-4D97-AF65-F5344CB8AC3E}">
        <p14:creationId xmlns:p14="http://schemas.microsoft.com/office/powerpoint/2010/main" val="29488620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2" y="12712702"/>
            <a:ext cx="5689600" cy="730250"/>
          </a:xfrm>
          <a:prstGeom prst="rect">
            <a:avLst/>
          </a:prstGeom>
        </p:spPr>
        <p:txBody>
          <a:bodyPr/>
          <a:lstStyle/>
          <a:p>
            <a:fld id="{D15044BE-B3F3-4258-B55D-9238C2EBFDF1}" type="datetimeFigureOut">
              <a:rPr lang="en-US" smtClean="0"/>
              <a:pPr/>
              <a:t>8/28/2022</a:t>
            </a:fld>
            <a:endParaRPr lang="en-US"/>
          </a:p>
        </p:txBody>
      </p:sp>
      <p:sp>
        <p:nvSpPr>
          <p:cNvPr id="5" name="Footer Placeholder 4"/>
          <p:cNvSpPr>
            <a:spLocks noGrp="1"/>
          </p:cNvSpPr>
          <p:nvPr>
            <p:ph type="ftr" sz="quarter" idx="11"/>
          </p:nvPr>
        </p:nvSpPr>
        <p:spPr>
          <a:xfrm>
            <a:off x="8331200" y="12712702"/>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1" y="12712702"/>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34231644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8/28/2022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4437660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8/28/2022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18298135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slideLayout" Target="../slideLayouts/slideLayout27.xml"/><Relationship Id="rId16" Type="http://schemas.openxmlformats.org/officeDocument/2006/relationships/theme" Target="../theme/theme2.xml"/><Relationship Id="rId17"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3140210"/>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0" r:id="rId3"/>
    <p:sldLayoutId id="2147483741" r:id="rId4"/>
    <p:sldLayoutId id="2147483744" r:id="rId5"/>
    <p:sldLayoutId id="2147483745" r:id="rId6"/>
    <p:sldLayoutId id="2147483746" r:id="rId7"/>
    <p:sldLayoutId id="2147483747" r:id="rId8"/>
    <p:sldLayoutId id="2147483748" r:id="rId9"/>
    <p:sldLayoutId id="2147483749" r:id="rId10"/>
    <p:sldLayoutId id="2147483750" r:id="rId11"/>
    <p:sldLayoutId id="2147483782" r:id="rId12"/>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1094257"/>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6.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7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80.png"/><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9.png"/><Relationship Id="rId5"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0.png"/><Relationship Id="rId5"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23.png"/><Relationship Id="rId5" Type="http://schemas.openxmlformats.org/officeDocument/2006/relationships/image" Target="../media/image22.png"/><Relationship Id="rId6"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31.png"/><Relationship Id="rId5"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34.png"/><Relationship Id="rId5"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36.png"/><Relationship Id="rId5"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43.png"/><Relationship Id="rId5" Type="http://schemas.openxmlformats.org/officeDocument/2006/relationships/image" Target="../media/image4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4.png"/><Relationship Id="rId4" Type="http://schemas.openxmlformats.org/officeDocument/2006/relationships/image" Target="../media/image45.png"/><Relationship Id="rId5" Type="http://schemas.openxmlformats.org/officeDocument/2006/relationships/image" Target="../media/image4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4.png"/><Relationship Id="rId4" Type="http://schemas.openxmlformats.org/officeDocument/2006/relationships/image" Target="../media/image47.png"/><Relationship Id="rId5" Type="http://schemas.openxmlformats.org/officeDocument/2006/relationships/image" Target="../media/image48.png"/></Relationships>
</file>

<file path=ppt/slides/_rels/slide32.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Layout" Target="../slideLayouts/slideLayout11.xml"/><Relationship Id="rId3" Type="http://schemas.openxmlformats.org/officeDocument/2006/relationships/notesSlide" Target="../notesSlides/notesSlide31.xml"/><Relationship Id="rId4" Type="http://schemas.openxmlformats.org/officeDocument/2006/relationships/image" Target="../media/image81.png"/><Relationship Id="rId5" Type="http://schemas.openxmlformats.org/officeDocument/2006/relationships/image" Target="../media/image90.png"/><Relationship Id="rId6" Type="http://schemas.openxmlformats.org/officeDocument/2006/relationships/oleObject" Target="../embeddings/oleObject1.bin"/><Relationship Id="rId7"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100.png"/><Relationship Id="rId4" Type="http://schemas.openxmlformats.org/officeDocument/2006/relationships/image" Target="../media/image1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4.png"/><Relationship Id="rId4" Type="http://schemas.openxmlformats.org/officeDocument/2006/relationships/image" Target="../media/image49.png"/><Relationship Id="rId5" Type="http://schemas.openxmlformats.org/officeDocument/2006/relationships/image" Target="../media/image5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140.png"/><Relationship Id="rId4" Type="http://schemas.openxmlformats.org/officeDocument/2006/relationships/image" Target="../media/image5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150.png"/><Relationship Id="rId4" Type="http://schemas.openxmlformats.org/officeDocument/2006/relationships/image" Target="../media/image16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170.png"/><Relationship Id="rId4" Type="http://schemas.openxmlformats.org/officeDocument/2006/relationships/image" Target="../media/image18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5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52.png"/><Relationship Id="rId5" Type="http://schemas.openxmlformats.org/officeDocument/2006/relationships/image" Target="../media/image210.png"/><Relationship Id="rId6" Type="http://schemas.openxmlformats.org/officeDocument/2006/relationships/image" Target="../media/image220.png"/></Relationships>
</file>

<file path=ppt/slides/_rels/slide40.xml.rels><?xml version='1.0' encoding='UTF-8' standalone='yes'?>
<Relationships xmlns="http://schemas.openxmlformats.org/package/2006/relationships"><Relationship Id="rId1" Type="http://schemas.openxmlformats.org/officeDocument/2006/relationships/vmlDrawing" Target="../drawings/vmlDrawing2.vml"/><Relationship Id="rId2" Type="http://schemas.openxmlformats.org/officeDocument/2006/relationships/slideLayout" Target="../slideLayouts/slideLayout6.xml"/><Relationship Id="rId3" Type="http://schemas.openxmlformats.org/officeDocument/2006/relationships/notesSlide" Target="../notesSlides/notesSlide39.xml"/><Relationship Id="rId4" Type="http://schemas.openxmlformats.org/officeDocument/2006/relationships/image" Target="../media/image52.png"/><Relationship Id="rId6" Type="http://schemas.openxmlformats.org/officeDocument/2006/relationships/image" Target="../media/image240.png"/><Relationship Id="rId7" Type="http://schemas.openxmlformats.org/officeDocument/2006/relationships/image" Target="../media/image230.png"/><Relationship Id="rId8" Type="http://schemas.openxmlformats.org/officeDocument/2006/relationships/oleObject" Target="../embeddings/oleObject2.bin"/><Relationship Id="rId9" Type="http://schemas.openxmlformats.org/officeDocument/2006/relationships/image" Target="../media/image53.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52.png"/><Relationship Id="rId5" Type="http://schemas.openxmlformats.org/officeDocument/2006/relationships/image" Target="../media/image260.png"/><Relationship Id="rId6" Type="http://schemas.openxmlformats.org/officeDocument/2006/relationships/image" Target="../media/image27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image" Target="../media/image52.png"/><Relationship Id="rId5" Type="http://schemas.openxmlformats.org/officeDocument/2006/relationships/image" Target="../media/image28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 Id="rId3" Type="http://schemas.openxmlformats.org/officeDocument/2006/relationships/image" Target="../media/image5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image" Target="../media/image52.png"/><Relationship Id="rId5" Type="http://schemas.openxmlformats.org/officeDocument/2006/relationships/image" Target="../media/image290.png"/><Relationship Id="rId6" Type="http://schemas.openxmlformats.org/officeDocument/2006/relationships/image" Target="../media/image30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 Id="rId3" Type="http://schemas.openxmlformats.org/officeDocument/2006/relationships/image" Target="../media/image52.png"/><Relationship Id="rId5" Type="http://schemas.openxmlformats.org/officeDocument/2006/relationships/image" Target="../media/image310.png"/><Relationship Id="rId6" Type="http://schemas.openxmlformats.org/officeDocument/2006/relationships/image" Target="../media/image32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 Id="rId3" Type="http://schemas.openxmlformats.org/officeDocument/2006/relationships/image" Target="../media/image52.png"/><Relationship Id="rId5" Type="http://schemas.openxmlformats.org/officeDocument/2006/relationships/image" Target="../media/image330.png"/><Relationship Id="rId6" Type="http://schemas.openxmlformats.org/officeDocument/2006/relationships/image" Target="../media/image3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 name="Group 5">
            <a:extLst>
              <a:ext uri="{FF2B5EF4-FFF2-40B4-BE49-F238E27FC236}">
                <a16:creationId xmlns:a16="http://schemas.microsoft.com/office/drawing/2014/main" id="{E3FF6797-9084-4088-B03C-F68BB0D6D29D}"/>
              </a:ext>
            </a:extLst>
          </p:cNvPr>
          <p:cNvGrpSpPr/>
          <p:nvPr/>
        </p:nvGrpSpPr>
        <p:grpSpPr>
          <a:xfrm>
            <a:off x="9677400" y="1676400"/>
            <a:ext cx="13944600" cy="11181523"/>
            <a:chOff x="9851187" y="2126503"/>
            <a:chExt cx="13944600" cy="11181523"/>
          </a:xfrm>
        </p:grpSpPr>
        <p:grpSp>
          <p:nvGrpSpPr>
            <p:cNvPr id="8" name="Group 7"/>
            <p:cNvGrpSpPr/>
            <p:nvPr/>
          </p:nvGrpSpPr>
          <p:grpSpPr>
            <a:xfrm>
              <a:off x="9851187" y="2126503"/>
              <a:ext cx="13944600" cy="11181523"/>
              <a:chOff x="1339699" y="3448230"/>
              <a:chExt cx="13944600" cy="11181523"/>
            </a:xfrm>
          </p:grpSpPr>
          <p:sp>
            <p:nvSpPr>
              <p:cNvPr id="10" name="Right Triangle 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p:cNvGrpSpPr/>
              <p:nvPr/>
            </p:nvGrpSpPr>
            <p:grpSpPr>
              <a:xfrm>
                <a:off x="1339699" y="3448230"/>
                <a:ext cx="13944600" cy="11181523"/>
                <a:chOff x="1339699" y="3448230"/>
                <a:chExt cx="13944600" cy="11181523"/>
              </a:xfrm>
            </p:grpSpPr>
            <p:sp>
              <p:nvSpPr>
                <p:cNvPr id="12" name="Rounded Rectangle 11"/>
                <p:cNvSpPr/>
                <p:nvPr/>
              </p:nvSpPr>
              <p:spPr>
                <a:xfrm>
                  <a:off x="1339699" y="3696072"/>
                  <a:ext cx="13944600" cy="10933681"/>
                </a:xfrm>
                <a:prstGeom prst="roundRect">
                  <a:avLst>
                    <a:gd name="adj" fmla="val 2374"/>
                  </a:avLst>
                </a:prstGeom>
                <a:solidFill>
                  <a:schemeClr val="accent6">
                    <a:lumMod val="20000"/>
                    <a:lumOff val="80000"/>
                  </a:schemeClr>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a:latin typeface="Tahoma" pitchFamily="34" charset="0"/>
                    <a:ea typeface="Tahoma" pitchFamily="34" charset="0"/>
                    <a:cs typeface="Tahoma" pitchFamily="34" charset="0"/>
                  </a:endParaRPr>
                </a:p>
              </p:txBody>
            </p:sp>
            <p:sp>
              <p:nvSpPr>
                <p:cNvPr id="14" name="TextBox 13"/>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dirty="0">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15" name="Right Triangle 14"/>
            <p:cNvSpPr/>
            <p:nvPr/>
          </p:nvSpPr>
          <p:spPr>
            <a:xfrm flipH="1">
              <a:off x="11477625" y="2164818"/>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 Same Side Corner Rectangle 15"/>
            <p:cNvSpPr/>
            <p:nvPr/>
          </p:nvSpPr>
          <p:spPr>
            <a:xfrm flipV="1">
              <a:off x="11671001" y="2164811"/>
              <a:ext cx="10807999" cy="1333291"/>
            </a:xfrm>
            <a:prstGeom prst="round2Same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6"/>
            <p:cNvSpPr>
              <a:spLocks noChangeArrowheads="1"/>
            </p:cNvSpPr>
            <p:nvPr/>
          </p:nvSpPr>
          <p:spPr bwMode="auto">
            <a:xfrm>
              <a:off x="11757873" y="5288484"/>
              <a:ext cx="10634253" cy="5105401"/>
            </a:xfrm>
            <a:prstGeom prst="rect">
              <a:avLst/>
            </a:prstGeom>
            <a:noFill/>
            <a:ln w="9525">
              <a:noFill/>
              <a:miter lim="800000"/>
              <a:headEnd/>
              <a:tailEnd/>
            </a:ln>
            <a:effectLst/>
          </p:spPr>
          <p:txBody>
            <a:bodyPr/>
            <a:lstStyle/>
            <a:p>
              <a:pPr algn="just">
                <a:lnSpc>
                  <a:spcPct val="150000"/>
                </a:lnSpc>
                <a:spcBef>
                  <a:spcPct val="20000"/>
                </a:spcBef>
                <a:defRPr/>
              </a:pPr>
              <a:r>
                <a:rPr lang="en-US" sz="6000" b="1" dirty="0">
                  <a:solidFill>
                    <a:srgbClr val="0000FF"/>
                  </a:solidFill>
                  <a:latin typeface="Tahoma" pitchFamily="34" charset="0"/>
                  <a:ea typeface="Tahoma" pitchFamily="34" charset="0"/>
                  <a:cs typeface="Tahoma" pitchFamily="34" charset="0"/>
                </a:rPr>
                <a:t>§1. </a:t>
              </a:r>
              <a:r>
                <a:rPr lang="en-US" sz="6000" b="1" dirty="0" err="1">
                  <a:solidFill>
                    <a:srgbClr val="0000FF"/>
                  </a:solidFill>
                  <a:latin typeface="Tahoma" pitchFamily="34" charset="0"/>
                  <a:ea typeface="Tahoma" pitchFamily="34" charset="0"/>
                  <a:cs typeface="Tahoma" pitchFamily="34" charset="0"/>
                </a:rPr>
                <a:t>Mệnh</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đề</a:t>
              </a:r>
              <a:endParaRPr lang="en-US" sz="6000" b="1" dirty="0">
                <a:solidFill>
                  <a:srgbClr val="0000FF"/>
                </a:solidFill>
                <a:latin typeface="Tahoma" pitchFamily="34" charset="0"/>
                <a:ea typeface="Tahoma" pitchFamily="34" charset="0"/>
                <a:cs typeface="Tahoma" pitchFamily="34" charset="0"/>
              </a:endParaRPr>
            </a:p>
            <a:p>
              <a:pPr algn="just">
                <a:lnSpc>
                  <a:spcPct val="150000"/>
                </a:lnSpc>
                <a:spcBef>
                  <a:spcPct val="20000"/>
                </a:spcBef>
                <a:defRPr/>
              </a:pPr>
              <a:r>
                <a:rPr lang="en-US" sz="6000" b="1" dirty="0">
                  <a:solidFill>
                    <a:srgbClr val="0000FF"/>
                  </a:solidFill>
                  <a:latin typeface="Tahoma" pitchFamily="34" charset="0"/>
                  <a:ea typeface="Tahoma" pitchFamily="34" charset="0"/>
                  <a:cs typeface="Tahoma" pitchFamily="34" charset="0"/>
                </a:rPr>
                <a:t>§2. </a:t>
              </a:r>
              <a:r>
                <a:rPr lang="en-US" sz="6000" b="1" dirty="0" err="1">
                  <a:solidFill>
                    <a:srgbClr val="0000FF"/>
                  </a:solidFill>
                  <a:latin typeface="Tahoma" pitchFamily="34" charset="0"/>
                  <a:ea typeface="Tahoma" pitchFamily="34" charset="0"/>
                  <a:cs typeface="Tahoma" pitchFamily="34" charset="0"/>
                </a:rPr>
                <a:t>Tập</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hợp</a:t>
              </a:r>
              <a:endParaRPr lang="en-US" sz="6000" b="1" dirty="0">
                <a:solidFill>
                  <a:srgbClr val="0000FF"/>
                </a:solidFill>
                <a:latin typeface="Tahoma" pitchFamily="34" charset="0"/>
                <a:ea typeface="Tahoma" pitchFamily="34" charset="0"/>
                <a:cs typeface="Tahoma" pitchFamily="34" charset="0"/>
              </a:endParaRPr>
            </a:p>
            <a:p>
              <a:pPr algn="just">
                <a:lnSpc>
                  <a:spcPct val="150000"/>
                </a:lnSpc>
                <a:spcBef>
                  <a:spcPct val="20000"/>
                </a:spcBef>
                <a:defRPr/>
              </a:pPr>
              <a:r>
                <a:rPr lang="en-US" sz="6000" b="1" dirty="0">
                  <a:solidFill>
                    <a:srgbClr val="0000FF"/>
                  </a:solidFill>
                  <a:latin typeface="Tahoma" pitchFamily="34" charset="0"/>
                  <a:ea typeface="Tahoma" pitchFamily="34" charset="0"/>
                  <a:cs typeface="Tahoma" pitchFamily="34" charset="0"/>
                </a:rPr>
                <a:t>§3</a:t>
              </a:r>
              <a:r>
                <a:rPr lang="en-US" sz="6000" b="1">
                  <a:solidFill>
                    <a:srgbClr val="0000FF"/>
                  </a:solidFill>
                  <a:latin typeface="Tahoma" pitchFamily="34" charset="0"/>
                  <a:ea typeface="Tahoma" pitchFamily="34" charset="0"/>
                  <a:cs typeface="Tahoma" pitchFamily="34" charset="0"/>
                </a:rPr>
                <a:t>. Bài tập cuối chương 1</a:t>
              </a:r>
              <a:endParaRPr lang="en-US" sz="6000" b="1" dirty="0">
                <a:solidFill>
                  <a:srgbClr val="0000FF"/>
                </a:solidFill>
                <a:latin typeface="Tahoma" pitchFamily="34" charset="0"/>
                <a:ea typeface="Tahoma" pitchFamily="34" charset="0"/>
                <a:cs typeface="Tahoma" pitchFamily="34" charset="0"/>
              </a:endParaRPr>
            </a:p>
          </p:txBody>
        </p:sp>
        <p:sp>
          <p:nvSpPr>
            <p:cNvPr id="2" name="TextBox 1"/>
            <p:cNvSpPr txBox="1"/>
            <p:nvPr/>
          </p:nvSpPr>
          <p:spPr>
            <a:xfrm>
              <a:off x="11912450" y="2428363"/>
              <a:ext cx="10325100" cy="830997"/>
            </a:xfrm>
            <a:prstGeom prst="rect">
              <a:avLst/>
            </a:prstGeom>
            <a:noFill/>
          </p:spPr>
          <p:txBody>
            <a:bodyPr wrap="square" rtlCol="0">
              <a:spAutoFit/>
            </a:bodyPr>
            <a:lstStyle/>
            <a:p>
              <a:r>
                <a:rPr lang="vi-VN" sz="4800" b="1" dirty="0">
                  <a:solidFill>
                    <a:schemeClr val="bg1"/>
                  </a:solidFill>
                  <a:latin typeface="+mj-lt"/>
                </a:rPr>
                <a:t>CHƯƠNG I. MỆNH ĐỀ </a:t>
              </a:r>
              <a:r>
                <a:rPr lang="en-US" sz="4800" b="1" dirty="0">
                  <a:solidFill>
                    <a:schemeClr val="bg1"/>
                  </a:solidFill>
                  <a:latin typeface="+mj-lt"/>
                </a:rPr>
                <a:t>VÀ</a:t>
              </a:r>
              <a:r>
                <a:rPr lang="vi-VN" sz="4800" b="1" dirty="0">
                  <a:solidFill>
                    <a:schemeClr val="bg1"/>
                  </a:solidFill>
                  <a:latin typeface="+mj-lt"/>
                </a:rPr>
                <a:t> TẬP HỢP</a:t>
              </a:r>
            </a:p>
          </p:txBody>
        </p:sp>
      </p:grpSp>
      <p:pic>
        <p:nvPicPr>
          <p:cNvPr id="3" name="Picture 2">
            <a:extLst>
              <a:ext uri="{FF2B5EF4-FFF2-40B4-BE49-F238E27FC236}">
                <a16:creationId xmlns:a16="http://schemas.microsoft.com/office/drawing/2014/main" id="{54FF52DF-8AC8-4DAD-B751-39601E57B279}"/>
              </a:ext>
            </a:extLst>
          </p:cNvPr>
          <p:cNvPicPr>
            <a:picLocks noChangeAspect="1"/>
          </p:cNvPicPr>
          <p:nvPr/>
        </p:nvPicPr>
        <p:blipFill>
          <a:blip r:embed="rId2"/>
          <a:stretch>
            <a:fillRect/>
          </a:stretch>
        </p:blipFill>
        <p:spPr>
          <a:xfrm>
            <a:off x="776134" y="1924240"/>
            <a:ext cx="8813299" cy="10933681"/>
          </a:xfrm>
          <a:prstGeom prst="rect">
            <a:avLst/>
          </a:prstGeom>
        </p:spPr>
      </p:pic>
      <p:sp>
        <p:nvSpPr>
          <p:cNvPr id="18" name="Rounded Rectangle 1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22" name="TextBox 2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5140518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 name="Group 2">
            <a:extLst>
              <a:ext uri="{FF2B5EF4-FFF2-40B4-BE49-F238E27FC236}">
                <a16:creationId xmlns:a16="http://schemas.microsoft.com/office/drawing/2014/main" id="{708C62C3-3138-4092-86C2-85A1567C6E78}"/>
              </a:ext>
            </a:extLst>
          </p:cNvPr>
          <p:cNvGrpSpPr/>
          <p:nvPr/>
        </p:nvGrpSpPr>
        <p:grpSpPr>
          <a:xfrm>
            <a:off x="990600" y="1809817"/>
            <a:ext cx="22808128" cy="11677583"/>
            <a:chOff x="1447799" y="1793813"/>
            <a:chExt cx="22808128" cy="11677583"/>
          </a:xfrm>
        </p:grpSpPr>
        <p:grpSp>
          <p:nvGrpSpPr>
            <p:cNvPr id="2" name="Group 1">
              <a:extLst>
                <a:ext uri="{FF2B5EF4-FFF2-40B4-BE49-F238E27FC236}">
                  <a16:creationId xmlns:a16="http://schemas.microsoft.com/office/drawing/2014/main" id="{E17C9077-2F0E-4830-9CBB-2CF87E745444}"/>
                </a:ext>
              </a:extLst>
            </p:cNvPr>
            <p:cNvGrpSpPr/>
            <p:nvPr/>
          </p:nvGrpSpPr>
          <p:grpSpPr>
            <a:xfrm>
              <a:off x="1447799" y="1793813"/>
              <a:ext cx="22808128" cy="11677583"/>
              <a:chOff x="1447799" y="1793813"/>
              <a:chExt cx="22808128" cy="11677583"/>
            </a:xfrm>
          </p:grpSpPr>
          <p:grpSp>
            <p:nvGrpSpPr>
              <p:cNvPr id="69" name="Group 68"/>
              <p:cNvGrpSpPr/>
              <p:nvPr/>
            </p:nvGrpSpPr>
            <p:grpSpPr>
              <a:xfrm>
                <a:off x="1575873" y="1797127"/>
                <a:ext cx="22680054" cy="11674269"/>
                <a:chOff x="-3538955" y="3448230"/>
                <a:chExt cx="22680054" cy="11674269"/>
              </a:xfrm>
            </p:grpSpPr>
            <p:sp>
              <p:nvSpPr>
                <p:cNvPr id="70" name="Right Triangle 6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p:cNvGrpSpPr/>
                <p:nvPr/>
              </p:nvGrpSpPr>
              <p:grpSpPr>
                <a:xfrm>
                  <a:off x="-3538955" y="3448230"/>
                  <a:ext cx="22680054" cy="11674269"/>
                  <a:chOff x="-3538955" y="3448230"/>
                  <a:chExt cx="22680054" cy="11674269"/>
                </a:xfrm>
              </p:grpSpPr>
              <p:sp>
                <p:nvSpPr>
                  <p:cNvPr id="72" name="Rounded Rectangle 71"/>
                  <p:cNvSpPr/>
                  <p:nvPr/>
                </p:nvSpPr>
                <p:spPr>
                  <a:xfrm>
                    <a:off x="-3538955" y="3592713"/>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sp>
                <p:nvSpPr>
                  <p:cNvPr id="73" name="TextBox 72"/>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dirty="0">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74" name="Right Triangle 73"/>
              <p:cNvSpPr/>
              <p:nvPr/>
            </p:nvSpPr>
            <p:spPr>
              <a:xfrm flipH="1">
                <a:off x="7921388" y="1793819"/>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ound Same Side Corner Rectangle 95"/>
              <p:cNvSpPr/>
              <p:nvPr/>
            </p:nvSpPr>
            <p:spPr>
              <a:xfrm flipV="1">
                <a:off x="8114764" y="1793813"/>
                <a:ext cx="10807999" cy="1181261"/>
              </a:xfrm>
              <a:prstGeom prst="round2SameRect">
                <a:avLst>
                  <a:gd name="adj1" fmla="val 6458"/>
                  <a:gd name="adj2" fmla="val 0"/>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xtBox 97"/>
              <p:cNvSpPr txBox="1"/>
              <p:nvPr/>
            </p:nvSpPr>
            <p:spPr>
              <a:xfrm>
                <a:off x="8597663" y="1953929"/>
                <a:ext cx="10325100" cy="830997"/>
              </a:xfrm>
              <a:prstGeom prst="rect">
                <a:avLst/>
              </a:prstGeom>
              <a:noFill/>
            </p:spPr>
            <p:txBody>
              <a:bodyPr wrap="square" rtlCol="0">
                <a:spAutoFit/>
              </a:bodyPr>
              <a:lstStyle/>
              <a:p>
                <a:r>
                  <a:rPr lang="vi-VN" sz="4800" b="1" dirty="0">
                    <a:solidFill>
                      <a:srgbClr val="C00000"/>
                    </a:solidFill>
                    <a:latin typeface="+mj-lt"/>
                  </a:rPr>
                  <a:t>CHƯƠNG I. MỆNH ĐỀ - TẬP HỢP</a:t>
                </a:r>
              </a:p>
            </p:txBody>
          </p:sp>
          <p:pic>
            <p:nvPicPr>
              <p:cNvPr id="104" name="Picture 5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1230" y="2975075"/>
                <a:ext cx="1495424" cy="1495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7467544" y="4114018"/>
                <a:ext cx="13632086" cy="833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0" tIns="45705" rIns="91410" bIns="45705"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grpSp>
            <p:nvGrpSpPr>
              <p:cNvPr id="56" name="Group 60"/>
              <p:cNvGrpSpPr/>
              <p:nvPr/>
            </p:nvGrpSpPr>
            <p:grpSpPr>
              <a:xfrm>
                <a:off x="1447800" y="5264647"/>
                <a:ext cx="11518637" cy="907184"/>
                <a:chOff x="7459670" y="7086600"/>
                <a:chExt cx="11519970" cy="907289"/>
              </a:xfrm>
            </p:grpSpPr>
            <p:sp>
              <p:nvSpPr>
                <p:cNvPr id="57" name="Rectangle 56"/>
                <p:cNvSpPr/>
                <p:nvPr/>
              </p:nvSpPr>
              <p:spPr>
                <a:xfrm>
                  <a:off x="9092456" y="7178187"/>
                  <a:ext cx="9887184" cy="815702"/>
                </a:xfrm>
                <a:prstGeom prst="rect">
                  <a:avLst/>
                </a:prstGeom>
              </p:spPr>
              <p:txBody>
                <a:bodyPr wrap="none">
                  <a:spAutoFit/>
                </a:bodyPr>
                <a:lstStyle/>
                <a:p>
                  <a:pPr>
                    <a:lnSpc>
                      <a:spcPct val="100000"/>
                    </a:lnSpc>
                    <a:spcBef>
                      <a:spcPct val="0"/>
                    </a:spcBef>
                    <a:buFontTx/>
                    <a:buNone/>
                    <a:defRPr/>
                  </a:pPr>
                  <a:r>
                    <a:rPr lang="en-US" sz="4700" b="1" dirty="0">
                      <a:solidFill>
                        <a:srgbClr val="242452"/>
                      </a:solidFill>
                      <a:latin typeface="Tahoma" panose="020B0604030504040204" pitchFamily="34" charset="0"/>
                      <a:ea typeface="Tahoma" panose="020B0604030504040204" pitchFamily="34" charset="0"/>
                      <a:cs typeface="Tahoma" panose="020B0604030504040204" pitchFamily="34" charset="0"/>
                    </a:rPr>
                    <a:t>MỆNH ĐỀ. MỆNH ĐỀ CHỨA BIẾN</a:t>
                  </a:r>
                </a:p>
              </p:txBody>
            </p:sp>
            <p:grpSp>
              <p:nvGrpSpPr>
                <p:cNvPr id="58" name="Group 26"/>
                <p:cNvGrpSpPr/>
                <p:nvPr/>
              </p:nvGrpSpPr>
              <p:grpSpPr>
                <a:xfrm>
                  <a:off x="7459670" y="7086600"/>
                  <a:ext cx="1392615" cy="872846"/>
                  <a:chOff x="7459669" y="7543800"/>
                  <a:chExt cx="1381118" cy="872846"/>
                </a:xfrm>
              </p:grpSpPr>
              <p:sp>
                <p:nvSpPr>
                  <p:cNvPr id="59"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60" name="Group 28"/>
                  <p:cNvGrpSpPr/>
                  <p:nvPr/>
                </p:nvGrpSpPr>
                <p:grpSpPr>
                  <a:xfrm>
                    <a:off x="7469187" y="7685126"/>
                    <a:ext cx="1371600" cy="731520"/>
                    <a:chOff x="7469187" y="7685126"/>
                    <a:chExt cx="1371600" cy="731520"/>
                  </a:xfrm>
                </p:grpSpPr>
                <p:sp>
                  <p:nvSpPr>
                    <p:cNvPr id="61" name="Round Same Side Corner Rectangle 60"/>
                    <p:cNvSpPr/>
                    <p:nvPr/>
                  </p:nvSpPr>
                  <p:spPr>
                    <a:xfrm rot="5400000">
                      <a:off x="7789227" y="7365086"/>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2" name="TextBox 61"/>
                    <p:cNvSpPr txBox="1"/>
                    <p:nvPr/>
                  </p:nvSpPr>
                  <p:spPr>
                    <a:xfrm>
                      <a:off x="7958807" y="7688759"/>
                      <a:ext cx="507514" cy="707968"/>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grpSp>
          <p:grpSp>
            <p:nvGrpSpPr>
              <p:cNvPr id="63" name="Group 67"/>
              <p:cNvGrpSpPr/>
              <p:nvPr/>
            </p:nvGrpSpPr>
            <p:grpSpPr>
              <a:xfrm>
                <a:off x="1447800" y="8814033"/>
                <a:ext cx="10524775" cy="929775"/>
                <a:chOff x="7459670" y="8524495"/>
                <a:chExt cx="10525993" cy="929882"/>
              </a:xfrm>
            </p:grpSpPr>
            <p:sp>
              <p:nvSpPr>
                <p:cNvPr id="75" name="Rectangle 74"/>
                <p:cNvSpPr/>
                <p:nvPr/>
              </p:nvSpPr>
              <p:spPr>
                <a:xfrm>
                  <a:off x="9092456" y="8638675"/>
                  <a:ext cx="8893207" cy="815702"/>
                </a:xfrm>
                <a:prstGeom prst="rect">
                  <a:avLst/>
                </a:prstGeom>
              </p:spPr>
              <p:txBody>
                <a:bodyPr wrap="non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PHỦ ĐỊNH CỦA MỘT MỆNH ĐỀ</a:t>
                  </a:r>
                </a:p>
              </p:txBody>
            </p:sp>
            <p:grpSp>
              <p:nvGrpSpPr>
                <p:cNvPr id="76" name="Group 32"/>
                <p:cNvGrpSpPr/>
                <p:nvPr/>
              </p:nvGrpSpPr>
              <p:grpSpPr>
                <a:xfrm>
                  <a:off x="7459670" y="8524495"/>
                  <a:ext cx="1392615" cy="872846"/>
                  <a:chOff x="7459669" y="7543800"/>
                  <a:chExt cx="1381118" cy="872846"/>
                </a:xfrm>
              </p:grpSpPr>
              <p:sp>
                <p:nvSpPr>
                  <p:cNvPr id="77"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78" name="Group 41"/>
                  <p:cNvGrpSpPr/>
                  <p:nvPr/>
                </p:nvGrpSpPr>
                <p:grpSpPr>
                  <a:xfrm>
                    <a:off x="7469187" y="7685126"/>
                    <a:ext cx="1371600" cy="731520"/>
                    <a:chOff x="7469187" y="7685126"/>
                    <a:chExt cx="1371600" cy="731520"/>
                  </a:xfrm>
                </p:grpSpPr>
                <p:sp>
                  <p:nvSpPr>
                    <p:cNvPr id="79" name="Round Same Side Corner Rectangle 78"/>
                    <p:cNvSpPr/>
                    <p:nvPr/>
                  </p:nvSpPr>
                  <p:spPr>
                    <a:xfrm rot="5400000">
                      <a:off x="7789227" y="7365086"/>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80" name="TextBox 79"/>
                    <p:cNvSpPr txBox="1"/>
                    <p:nvPr/>
                  </p:nvSpPr>
                  <p:spPr>
                    <a:xfrm>
                      <a:off x="7958806" y="7688759"/>
                      <a:ext cx="507513" cy="707967"/>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2</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grpSp>
          <p:grpSp>
            <p:nvGrpSpPr>
              <p:cNvPr id="81" name="Group 74"/>
              <p:cNvGrpSpPr/>
              <p:nvPr/>
            </p:nvGrpSpPr>
            <p:grpSpPr>
              <a:xfrm>
                <a:off x="1447800" y="11125200"/>
                <a:ext cx="16307263" cy="914831"/>
                <a:chOff x="7459670" y="9982200"/>
                <a:chExt cx="16309150" cy="914937"/>
              </a:xfrm>
            </p:grpSpPr>
            <p:sp>
              <p:nvSpPr>
                <p:cNvPr id="82" name="Rectangle 81"/>
                <p:cNvSpPr/>
                <p:nvPr/>
              </p:nvSpPr>
              <p:spPr>
                <a:xfrm>
                  <a:off x="8900530" y="10081435"/>
                  <a:ext cx="14868290" cy="815702"/>
                </a:xfrm>
                <a:prstGeom prst="rect">
                  <a:avLst/>
                </a:prstGeom>
              </p:spPr>
              <p:txBody>
                <a:bodyPr wrap="none">
                  <a:spAutoFit/>
                </a:bodyPr>
                <a:lstStyle/>
                <a:p>
                  <a:pPr>
                    <a:lnSpc>
                      <a:spcPct val="100000"/>
                    </a:lnSpc>
                    <a:spcBef>
                      <a:spcPct val="0"/>
                    </a:spcBef>
                    <a:buFontTx/>
                    <a:buNone/>
                    <a:defRPr/>
                  </a:pPr>
                  <a:r>
                    <a:rPr lang="en-US" sz="4700" b="1" dirty="0">
                      <a:solidFill>
                        <a:srgbClr val="242452"/>
                      </a:solidFill>
                      <a:latin typeface="Tahoma" panose="020B0604030504040204" pitchFamily="34" charset="0"/>
                      <a:ea typeface="Tahoma" panose="020B0604030504040204" pitchFamily="34" charset="0"/>
                      <a:cs typeface="Tahoma" panose="020B0604030504040204" pitchFamily="34" charset="0"/>
                    </a:rPr>
                    <a:t> MỆNH ĐỀ ĐẢO - HAI MỆNH ĐỀ TƯƠNG ĐƯƠNG</a:t>
                  </a:r>
                </a:p>
              </p:txBody>
            </p:sp>
            <p:grpSp>
              <p:nvGrpSpPr>
                <p:cNvPr id="83" name="Group 44"/>
                <p:cNvGrpSpPr/>
                <p:nvPr/>
              </p:nvGrpSpPr>
              <p:grpSpPr>
                <a:xfrm>
                  <a:off x="7459670" y="9982200"/>
                  <a:ext cx="1392615" cy="872846"/>
                  <a:chOff x="7459669" y="7543800"/>
                  <a:chExt cx="1381118" cy="872846"/>
                </a:xfrm>
              </p:grpSpPr>
              <p:sp>
                <p:nvSpPr>
                  <p:cNvPr id="84"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85" name="Group 46"/>
                  <p:cNvGrpSpPr/>
                  <p:nvPr/>
                </p:nvGrpSpPr>
                <p:grpSpPr>
                  <a:xfrm>
                    <a:off x="7469187" y="7685126"/>
                    <a:ext cx="1371600" cy="731520"/>
                    <a:chOff x="7469187" y="7685126"/>
                    <a:chExt cx="1371600" cy="731520"/>
                  </a:xfrm>
                </p:grpSpPr>
                <p:sp>
                  <p:nvSpPr>
                    <p:cNvPr id="86" name="Round Same Side Corner Rectangle 85"/>
                    <p:cNvSpPr/>
                    <p:nvPr/>
                  </p:nvSpPr>
                  <p:spPr>
                    <a:xfrm rot="5400000">
                      <a:off x="7789227" y="7365086"/>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87" name="TextBox 86"/>
                    <p:cNvSpPr txBox="1"/>
                    <p:nvPr/>
                  </p:nvSpPr>
                  <p:spPr>
                    <a:xfrm>
                      <a:off x="7958808" y="7688759"/>
                      <a:ext cx="507513" cy="707968"/>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4</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grpSp>
          <p:grpSp>
            <p:nvGrpSpPr>
              <p:cNvPr id="88" name="Group 87"/>
              <p:cNvGrpSpPr/>
              <p:nvPr/>
            </p:nvGrpSpPr>
            <p:grpSpPr>
              <a:xfrm>
                <a:off x="3462338" y="6486123"/>
                <a:ext cx="10379283" cy="890586"/>
                <a:chOff x="-1303336" y="2872606"/>
                <a:chExt cx="10379283" cy="890586"/>
              </a:xfrm>
            </p:grpSpPr>
            <p:sp>
              <p:nvSpPr>
                <p:cNvPr id="89" name="TextBox 88"/>
                <p:cNvSpPr txBox="1"/>
                <p:nvPr/>
              </p:nvSpPr>
              <p:spPr>
                <a:xfrm>
                  <a:off x="84347" y="2932195"/>
                  <a:ext cx="8991600" cy="830997"/>
                </a:xfrm>
                <a:prstGeom prst="rect">
                  <a:avLst/>
                </a:prstGeom>
                <a:noFill/>
              </p:spPr>
              <p:txBody>
                <a:bodyPr wrap="square" rtlCol="0">
                  <a:spAutoFit/>
                </a:bodyPr>
                <a:lstStyle/>
                <a:p>
                  <a:r>
                    <a:rPr lang="en-US" sz="4800" b="1" i="1" dirty="0" err="1">
                      <a:solidFill>
                        <a:srgbClr val="242452"/>
                      </a:solidFill>
                      <a:latin typeface="Tahoma" panose="020B0604030504040204" pitchFamily="34" charset="0"/>
                      <a:ea typeface="Tahoma" panose="020B0604030504040204" pitchFamily="34" charset="0"/>
                      <a:cs typeface="Tahoma" panose="020B0604030504040204" pitchFamily="34" charset="0"/>
                    </a:rPr>
                    <a:t>Mệnh</a:t>
                  </a:r>
                  <a:r>
                    <a:rPr lang="en-US" sz="4800" b="1" i="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i="1" dirty="0" err="1">
                      <a:solidFill>
                        <a:srgbClr val="242452"/>
                      </a:solidFill>
                      <a:latin typeface="Tahoma" panose="020B0604030504040204" pitchFamily="34" charset="0"/>
                      <a:ea typeface="Tahoma" panose="020B0604030504040204" pitchFamily="34" charset="0"/>
                      <a:cs typeface="Tahoma" panose="020B0604030504040204" pitchFamily="34" charset="0"/>
                    </a:rPr>
                    <a:t>đề</a:t>
                  </a:r>
                  <a:endParaRPr lang="en-US" sz="4800" b="1" i="1"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90" name="Rounded Rectangle 89"/>
                <p:cNvSpPr/>
                <p:nvPr/>
              </p:nvSpPr>
              <p:spPr>
                <a:xfrm>
                  <a:off x="-1303336" y="2875252"/>
                  <a:ext cx="1269206" cy="804672"/>
                </a:xfrm>
                <a:prstGeom prst="roundRect">
                  <a:avLst/>
                </a:prstGeom>
                <a:solidFill>
                  <a:schemeClr val="accent5">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91" name="TextBox 90"/>
                <p:cNvSpPr txBox="1"/>
                <p:nvPr/>
              </p:nvSpPr>
              <p:spPr>
                <a:xfrm>
                  <a:off x="-910501" y="2872606"/>
                  <a:ext cx="522900" cy="769441"/>
                </a:xfrm>
                <a:prstGeom prst="rect">
                  <a:avLst/>
                </a:prstGeom>
                <a:noFill/>
              </p:spPr>
              <p:txBody>
                <a:bodyPr wrap="none" rtlCol="0">
                  <a:spAutoFit/>
                </a:bodyPr>
                <a:lstStyle/>
                <a:p>
                  <a:pPr algn="ctr"/>
                  <a:r>
                    <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rPr>
                    <a:t>a</a:t>
                  </a:r>
                </a:p>
              </p:txBody>
            </p:sp>
          </p:grpSp>
          <p:grpSp>
            <p:nvGrpSpPr>
              <p:cNvPr id="92" name="Group 91"/>
              <p:cNvGrpSpPr/>
              <p:nvPr/>
            </p:nvGrpSpPr>
            <p:grpSpPr>
              <a:xfrm>
                <a:off x="3462338" y="7659171"/>
                <a:ext cx="10253661" cy="861774"/>
                <a:chOff x="-1303336" y="2818150"/>
                <a:chExt cx="10253661" cy="861774"/>
              </a:xfrm>
            </p:grpSpPr>
            <p:sp>
              <p:nvSpPr>
                <p:cNvPr id="93" name="TextBox 92"/>
                <p:cNvSpPr txBox="1"/>
                <p:nvPr/>
              </p:nvSpPr>
              <p:spPr>
                <a:xfrm>
                  <a:off x="-41275" y="2818150"/>
                  <a:ext cx="8991600" cy="830997"/>
                </a:xfrm>
                <a:prstGeom prst="rect">
                  <a:avLst/>
                </a:prstGeom>
                <a:noFill/>
              </p:spPr>
              <p:txBody>
                <a:bodyPr wrap="square" rtlCol="0">
                  <a:spAutoFit/>
                </a:bodyPr>
                <a:lstStyle/>
                <a:p>
                  <a:r>
                    <a:rPr lang="en-US" sz="4800" b="1" i="1" dirty="0" err="1">
                      <a:solidFill>
                        <a:srgbClr val="242452"/>
                      </a:solidFill>
                      <a:latin typeface="Tahoma" panose="020B0604030504040204" pitchFamily="34" charset="0"/>
                      <a:ea typeface="Tahoma" panose="020B0604030504040204" pitchFamily="34" charset="0"/>
                      <a:cs typeface="Tahoma" panose="020B0604030504040204" pitchFamily="34" charset="0"/>
                    </a:rPr>
                    <a:t>Mệnh</a:t>
                  </a:r>
                  <a:r>
                    <a:rPr lang="en-US" sz="4800" b="1" i="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i="1" dirty="0" err="1">
                      <a:solidFill>
                        <a:srgbClr val="242452"/>
                      </a:solidFill>
                      <a:latin typeface="Tahoma" panose="020B0604030504040204" pitchFamily="34" charset="0"/>
                      <a:ea typeface="Tahoma" panose="020B0604030504040204" pitchFamily="34" charset="0"/>
                      <a:cs typeface="Tahoma" panose="020B0604030504040204" pitchFamily="34" charset="0"/>
                    </a:rPr>
                    <a:t>đề</a:t>
                  </a:r>
                  <a:r>
                    <a:rPr lang="en-US" sz="4800" b="1" i="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i="1" dirty="0" err="1">
                      <a:solidFill>
                        <a:srgbClr val="242452"/>
                      </a:solidFill>
                      <a:latin typeface="Tahoma" panose="020B0604030504040204" pitchFamily="34" charset="0"/>
                      <a:ea typeface="Tahoma" panose="020B0604030504040204" pitchFamily="34" charset="0"/>
                      <a:cs typeface="Tahoma" panose="020B0604030504040204" pitchFamily="34" charset="0"/>
                    </a:rPr>
                    <a:t>chứa</a:t>
                  </a:r>
                  <a:r>
                    <a:rPr lang="en-US" sz="4800" b="1" i="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i="1" dirty="0" err="1">
                      <a:solidFill>
                        <a:srgbClr val="242452"/>
                      </a:solidFill>
                      <a:latin typeface="Tahoma" panose="020B0604030504040204" pitchFamily="34" charset="0"/>
                      <a:ea typeface="Tahoma" panose="020B0604030504040204" pitchFamily="34" charset="0"/>
                      <a:cs typeface="Tahoma" panose="020B0604030504040204" pitchFamily="34" charset="0"/>
                    </a:rPr>
                    <a:t>biến</a:t>
                  </a:r>
                  <a:endParaRPr lang="en-US" sz="4800" b="1" i="1"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94" name="Rounded Rectangle 93"/>
                <p:cNvSpPr/>
                <p:nvPr/>
              </p:nvSpPr>
              <p:spPr>
                <a:xfrm>
                  <a:off x="-1303336" y="2875252"/>
                  <a:ext cx="1269206" cy="804672"/>
                </a:xfrm>
                <a:prstGeom prst="roundRect">
                  <a:avLst/>
                </a:prstGeom>
                <a:solidFill>
                  <a:schemeClr val="accent5">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95" name="TextBox 94"/>
                <p:cNvSpPr txBox="1"/>
                <p:nvPr/>
              </p:nvSpPr>
              <p:spPr>
                <a:xfrm>
                  <a:off x="-954071" y="2847202"/>
                  <a:ext cx="540533" cy="769441"/>
                </a:xfrm>
                <a:prstGeom prst="rect">
                  <a:avLst/>
                </a:prstGeom>
                <a:noFill/>
              </p:spPr>
              <p:txBody>
                <a:bodyPr wrap="none" rtlCol="0">
                  <a:spAutoFit/>
                </a:bodyPr>
                <a:lstStyle/>
                <a:p>
                  <a:pPr algn="ctr"/>
                  <a:r>
                    <a:rPr lang="en-US" sz="4400" b="1" dirty="0" smtClean="0">
                      <a:solidFill>
                        <a:schemeClr val="bg1"/>
                      </a:solidFill>
                      <a:latin typeface="Tahoma" panose="020B0604030504040204" pitchFamily="34" charset="0"/>
                      <a:ea typeface="Tahoma" panose="020B0604030504040204" pitchFamily="34" charset="0"/>
                      <a:cs typeface="Tahoma" panose="020B0604030504040204" pitchFamily="34" charset="0"/>
                    </a:rPr>
                    <a:t>b</a:t>
                  </a:r>
                  <a:endPar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grpSp>
            <p:nvGrpSpPr>
              <p:cNvPr id="47" name="Group 67"/>
              <p:cNvGrpSpPr/>
              <p:nvPr/>
            </p:nvGrpSpPr>
            <p:grpSpPr>
              <a:xfrm>
                <a:off x="1447799" y="9982200"/>
                <a:ext cx="7596774" cy="956919"/>
                <a:chOff x="7459670" y="8524495"/>
                <a:chExt cx="9822005" cy="957029"/>
              </a:xfrm>
            </p:grpSpPr>
            <p:sp>
              <p:nvSpPr>
                <p:cNvPr id="48" name="Rectangle 47"/>
                <p:cNvSpPr/>
                <p:nvPr/>
              </p:nvSpPr>
              <p:spPr>
                <a:xfrm>
                  <a:off x="9529918" y="8665822"/>
                  <a:ext cx="7751757" cy="815702"/>
                </a:xfrm>
                <a:prstGeom prst="rect">
                  <a:avLst/>
                </a:prstGeom>
              </p:spPr>
              <p:txBody>
                <a:bodyPr wrap="non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MỆNH ĐỀ KÉO THEO</a:t>
                  </a:r>
                </a:p>
              </p:txBody>
            </p:sp>
            <p:grpSp>
              <p:nvGrpSpPr>
                <p:cNvPr id="49" name="Group 32"/>
                <p:cNvGrpSpPr/>
                <p:nvPr/>
              </p:nvGrpSpPr>
              <p:grpSpPr>
                <a:xfrm>
                  <a:off x="7459670" y="8524495"/>
                  <a:ext cx="1800329" cy="929883"/>
                  <a:chOff x="7459669" y="7543800"/>
                  <a:chExt cx="1785466" cy="929883"/>
                </a:xfrm>
              </p:grpSpPr>
              <p:sp>
                <p:nvSpPr>
                  <p:cNvPr id="50"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51" name="Group 41"/>
                  <p:cNvGrpSpPr/>
                  <p:nvPr/>
                </p:nvGrpSpPr>
                <p:grpSpPr>
                  <a:xfrm>
                    <a:off x="7469189" y="7685126"/>
                    <a:ext cx="1775946" cy="788557"/>
                    <a:chOff x="7469189" y="7685126"/>
                    <a:chExt cx="1775946" cy="788557"/>
                  </a:xfrm>
                </p:grpSpPr>
                <p:sp>
                  <p:nvSpPr>
                    <p:cNvPr id="52" name="Round Same Side Corner Rectangle 51"/>
                    <p:cNvSpPr/>
                    <p:nvPr/>
                  </p:nvSpPr>
                  <p:spPr>
                    <a:xfrm rot="5400000">
                      <a:off x="7962883" y="7191432"/>
                      <a:ext cx="788557" cy="1775946"/>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3" name="TextBox 52"/>
                    <p:cNvSpPr txBox="1"/>
                    <p:nvPr/>
                  </p:nvSpPr>
                  <p:spPr>
                    <a:xfrm>
                      <a:off x="8104940" y="7725421"/>
                      <a:ext cx="656097" cy="707968"/>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3</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grpSp>
          <p:grpSp>
            <p:nvGrpSpPr>
              <p:cNvPr id="54" name="Group 74"/>
              <p:cNvGrpSpPr/>
              <p:nvPr/>
            </p:nvGrpSpPr>
            <p:grpSpPr>
              <a:xfrm>
                <a:off x="1447800" y="12257830"/>
                <a:ext cx="6294906" cy="962527"/>
                <a:chOff x="7459670" y="9982200"/>
                <a:chExt cx="6295633" cy="962638"/>
              </a:xfrm>
            </p:grpSpPr>
            <mc:AlternateContent xmlns:mc="http://schemas.openxmlformats.org/markup-compatibility/2006" xmlns:a14="http://schemas.microsoft.com/office/drawing/2010/main">
              <mc:Choice Requires="a14">
                <p:sp>
                  <p:nvSpPr>
                    <p:cNvPr id="55" name="Rectangle 54"/>
                    <p:cNvSpPr/>
                    <p:nvPr/>
                  </p:nvSpPr>
                  <p:spPr>
                    <a:xfrm>
                      <a:off x="8900529" y="10129136"/>
                      <a:ext cx="4854774" cy="815702"/>
                    </a:xfrm>
                    <a:prstGeom prst="rect">
                      <a:avLst/>
                    </a:prstGeom>
                  </p:spPr>
                  <p:txBody>
                    <a:bodyPr wrap="none">
                      <a:spAutoFit/>
                    </a:bodyPr>
                    <a:lstStyle/>
                    <a:p>
                      <a:pPr>
                        <a:lnSpc>
                          <a:spcPct val="100000"/>
                        </a:lnSpc>
                        <a:spcBef>
                          <a:spcPct val="0"/>
                        </a:spcBef>
                        <a:buFontTx/>
                        <a:buNone/>
                        <a:defRPr/>
                      </a:pPr>
                      <a:r>
                        <a:rPr lang="en-US" sz="4700" b="1" dirty="0">
                          <a:solidFill>
                            <a:srgbClr val="242452"/>
                          </a:solidFill>
                          <a:latin typeface="Tahoma" panose="020B0604030504040204" pitchFamily="34" charset="0"/>
                          <a:ea typeface="Tahoma" panose="020B0604030504040204" pitchFamily="34" charset="0"/>
                          <a:cs typeface="Tahoma" panose="020B0604030504040204" pitchFamily="34" charset="0"/>
                        </a:rPr>
                        <a:t> KÍ HIỆU </a:t>
                      </a:r>
                      <a14:m>
                        <m:oMath xmlns:m="http://schemas.openxmlformats.org/officeDocument/2006/math">
                          <m:r>
                            <a:rPr lang="en-US" sz="4700" b="1" i="1" smtClean="0">
                              <a:solidFill>
                                <a:srgbClr val="242452"/>
                              </a:solidFill>
                              <a:latin typeface="Cambria Math"/>
                              <a:ea typeface="Cambria Math"/>
                              <a:cs typeface="Tahoma" panose="020B0604030504040204" pitchFamily="34" charset="0"/>
                            </a:rPr>
                            <m:t>∀ </m:t>
                          </m:r>
                        </m:oMath>
                      </a14:m>
                      <a:r>
                        <a:rPr lang="en-US" sz="4700" b="1" dirty="0">
                          <a:solidFill>
                            <a:srgbClr val="242452"/>
                          </a:solidFill>
                          <a:latin typeface="Tahoma" panose="020B0604030504040204" pitchFamily="34" charset="0"/>
                          <a:ea typeface="Tahoma" panose="020B0604030504040204" pitchFamily="34" charset="0"/>
                          <a:cs typeface="Tahoma" panose="020B0604030504040204" pitchFamily="34" charset="0"/>
                        </a:rPr>
                        <a:t>VÀ </a:t>
                      </a:r>
                      <a14:m>
                        <m:oMath xmlns:m="http://schemas.openxmlformats.org/officeDocument/2006/math">
                          <m:r>
                            <a:rPr lang="en-US" sz="4700" b="1" i="1" smtClean="0">
                              <a:solidFill>
                                <a:srgbClr val="242452"/>
                              </a:solidFill>
                              <a:latin typeface="Cambria Math"/>
                              <a:ea typeface="Cambria Math"/>
                              <a:cs typeface="Tahoma" panose="020B0604030504040204" pitchFamily="34" charset="0"/>
                            </a:rPr>
                            <m:t>∃</m:t>
                          </m:r>
                        </m:oMath>
                      </a14:m>
                      <a:endParaRPr lang="en-US" sz="4700" b="1"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55" name="Rectangle 54"/>
                    <p:cNvSpPr>
                      <a:spLocks noRot="1" noChangeAspect="1" noMove="1" noResize="1" noEditPoints="1" noAdjustHandles="1" noChangeArrowheads="1" noChangeShapeType="1" noTextEdit="1"/>
                    </p:cNvSpPr>
                    <p:nvPr/>
                  </p:nvSpPr>
                  <p:spPr>
                    <a:xfrm>
                      <a:off x="8900529" y="10129136"/>
                      <a:ext cx="4854774" cy="815702"/>
                    </a:xfrm>
                    <a:prstGeom prst="rect">
                      <a:avLst/>
                    </a:prstGeom>
                    <a:blipFill>
                      <a:blip r:embed="rId4"/>
                      <a:stretch>
                        <a:fillRect l="-2010" t="-18797" b="-37594"/>
                      </a:stretch>
                    </a:blipFill>
                  </p:spPr>
                  <p:txBody>
                    <a:bodyPr/>
                    <a:lstStyle/>
                    <a:p>
                      <a:r>
                        <a:rPr lang="en-US">
                          <a:noFill/>
                        </a:rPr>
                        <a:t> </a:t>
                      </a:r>
                    </a:p>
                  </p:txBody>
                </p:sp>
              </mc:Fallback>
            </mc:AlternateContent>
            <p:grpSp>
              <p:nvGrpSpPr>
                <p:cNvPr id="64" name="Group 44"/>
                <p:cNvGrpSpPr/>
                <p:nvPr/>
              </p:nvGrpSpPr>
              <p:grpSpPr>
                <a:xfrm>
                  <a:off x="7459670" y="9982200"/>
                  <a:ext cx="1392615" cy="872846"/>
                  <a:chOff x="7459669" y="7543800"/>
                  <a:chExt cx="1381118" cy="872846"/>
                </a:xfrm>
              </p:grpSpPr>
              <p:sp>
                <p:nvSpPr>
                  <p:cNvPr id="65"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66" name="Group 46"/>
                  <p:cNvGrpSpPr/>
                  <p:nvPr/>
                </p:nvGrpSpPr>
                <p:grpSpPr>
                  <a:xfrm>
                    <a:off x="7469187" y="7685126"/>
                    <a:ext cx="1371600" cy="731520"/>
                    <a:chOff x="7469187" y="7685126"/>
                    <a:chExt cx="1371600" cy="731520"/>
                  </a:xfrm>
                </p:grpSpPr>
                <p:sp>
                  <p:nvSpPr>
                    <p:cNvPr id="67" name="Round Same Side Corner Rectangle 66"/>
                    <p:cNvSpPr/>
                    <p:nvPr/>
                  </p:nvSpPr>
                  <p:spPr>
                    <a:xfrm rot="5400000">
                      <a:off x="7789227" y="7365086"/>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8" name="TextBox 67"/>
                    <p:cNvSpPr txBox="1"/>
                    <p:nvPr/>
                  </p:nvSpPr>
                  <p:spPr>
                    <a:xfrm>
                      <a:off x="7949269" y="7688759"/>
                      <a:ext cx="526593" cy="707968"/>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5</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grpSp>
        </p:grpSp>
        <p:sp>
          <p:nvSpPr>
            <p:cNvPr id="103" name="Google Shape;122;p14">
              <a:extLst>
                <a:ext uri="{FF2B5EF4-FFF2-40B4-BE49-F238E27FC236}">
                  <a16:creationId xmlns:a16="http://schemas.microsoft.com/office/drawing/2014/main" id="{FAF7E6E7-D68E-4774-9801-54F6529B128E}"/>
                </a:ext>
              </a:extLst>
            </p:cNvPr>
            <p:cNvSpPr/>
            <p:nvPr/>
          </p:nvSpPr>
          <p:spPr>
            <a:xfrm>
              <a:off x="3165290" y="3009806"/>
              <a:ext cx="4418523" cy="882637"/>
            </a:xfrm>
            <a:prstGeom prst="rect">
              <a:avLst/>
            </a:prstGeom>
            <a:noFill/>
            <a:ln>
              <a:noFill/>
            </a:ln>
            <a:effectLst>
              <a:outerShdw blurRad="152400" dist="317500" dir="5400000" sx="90000" sy="-19000" rotWithShape="0">
                <a:srgbClr val="000000">
                  <a:alpha val="14901"/>
                </a:srgbClr>
              </a:outerShdw>
            </a:effectLst>
          </p:spPr>
          <p:txBody>
            <a:bodyPr spcFirstLastPara="1" wrap="square" lIns="91425" tIns="45700" rIns="91425" bIns="45700" anchor="t" anchorCtr="0">
              <a:noAutofit/>
              <a:scene3d>
                <a:camera prst="orthographicFront"/>
                <a:lightRig rig="threePt" dir="t"/>
              </a:scene3d>
              <a:sp3d prstMaterial="metal"/>
            </a:bodyPr>
            <a:lstStyle/>
            <a:p>
              <a:pPr marL="0" marR="0" lvl="0" indent="0" algn="ctr" rtl="0">
                <a:spcBef>
                  <a:spcPts val="0"/>
                </a:spcBef>
                <a:spcAft>
                  <a:spcPts val="0"/>
                </a:spcAft>
                <a:buNone/>
              </a:pPr>
              <a:r>
                <a:rPr lang="en-US" sz="6000" dirty="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sym typeface="Baumans"/>
                </a:rPr>
                <a:t>TOÁN ĐẠI SỐ  </a:t>
              </a:r>
              <a:endParaRPr sz="6000" dirty="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endParaRPr>
            </a:p>
          </p:txBody>
        </p:sp>
        <p:grpSp>
          <p:nvGrpSpPr>
            <p:cNvPr id="105" name="Group 104">
              <a:extLst>
                <a:ext uri="{FF2B5EF4-FFF2-40B4-BE49-F238E27FC236}">
                  <a16:creationId xmlns:a16="http://schemas.microsoft.com/office/drawing/2014/main" id="{7EC462C3-097E-478F-9154-33220765427C}"/>
                </a:ext>
              </a:extLst>
            </p:cNvPr>
            <p:cNvGrpSpPr/>
            <p:nvPr/>
          </p:nvGrpSpPr>
          <p:grpSpPr>
            <a:xfrm>
              <a:off x="4441592" y="3900043"/>
              <a:ext cx="1316269" cy="1323399"/>
              <a:chOff x="4902568" y="2922072"/>
              <a:chExt cx="1316269" cy="1323399"/>
            </a:xfrm>
          </p:grpSpPr>
          <p:grpSp>
            <p:nvGrpSpPr>
              <p:cNvPr id="106" name="Group 105">
                <a:extLst>
                  <a:ext uri="{FF2B5EF4-FFF2-40B4-BE49-F238E27FC236}">
                    <a16:creationId xmlns:a16="http://schemas.microsoft.com/office/drawing/2014/main" id="{392A2278-170A-49E8-B48D-301797CCDF5E}"/>
                  </a:ext>
                </a:extLst>
              </p:cNvPr>
              <p:cNvGrpSpPr/>
              <p:nvPr/>
            </p:nvGrpSpPr>
            <p:grpSpPr>
              <a:xfrm>
                <a:off x="5015148" y="2971696"/>
                <a:ext cx="1175009" cy="1143519"/>
                <a:chOff x="5015148" y="2971695"/>
                <a:chExt cx="1175009" cy="1143520"/>
              </a:xfrm>
            </p:grpSpPr>
            <p:sp>
              <p:nvSpPr>
                <p:cNvPr id="108" name="Oval 107">
                  <a:extLst>
                    <a:ext uri="{FF2B5EF4-FFF2-40B4-BE49-F238E27FC236}">
                      <a16:creationId xmlns:a16="http://schemas.microsoft.com/office/drawing/2014/main" id="{4E1041DC-D475-450B-91E9-794165D6DE77}"/>
                    </a:ext>
                  </a:extLst>
                </p:cNvPr>
                <p:cNvSpPr/>
                <p:nvPr/>
              </p:nvSpPr>
              <p:spPr>
                <a:xfrm>
                  <a:off x="5015148" y="2971695"/>
                  <a:ext cx="1175009" cy="1143520"/>
                </a:xfrm>
                <a:prstGeom prst="ellipse">
                  <a:avLst/>
                </a:prstGeom>
                <a:solidFill>
                  <a:srgbClr val="FFFF00"/>
                </a:solidFill>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1BBB2B80-ECD5-421E-A4F7-BBA59D5C9CDF}"/>
                    </a:ext>
                  </a:extLst>
                </p:cNvPr>
                <p:cNvSpPr/>
                <p:nvPr/>
              </p:nvSpPr>
              <p:spPr>
                <a:xfrm>
                  <a:off x="5015148" y="2993775"/>
                  <a:ext cx="1091111" cy="1121440"/>
                </a:xfrm>
                <a:prstGeom prst="ellipse">
                  <a:avLst/>
                </a:prstGeom>
                <a:solidFill>
                  <a:srgbClr val="3333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7" name="Google Shape;123;p14">
                <a:extLst>
                  <a:ext uri="{FF2B5EF4-FFF2-40B4-BE49-F238E27FC236}">
                    <a16:creationId xmlns:a16="http://schemas.microsoft.com/office/drawing/2014/main" id="{F38EB064-8955-4FC1-9AF5-C49985002268}"/>
                  </a:ext>
                </a:extLst>
              </p:cNvPr>
              <p:cNvSpPr txBox="1"/>
              <p:nvPr/>
            </p:nvSpPr>
            <p:spPr>
              <a:xfrm>
                <a:off x="4902568" y="2922072"/>
                <a:ext cx="1316269" cy="1323399"/>
              </a:xfrm>
              <a:prstGeom prst="rect">
                <a:avLst/>
              </a:prstGeom>
              <a:noFill/>
              <a:ln>
                <a:noFill/>
              </a:ln>
              <a:effectLst>
                <a:innerShdw blurRad="63500" dist="50800">
                  <a:prstClr val="black">
                    <a:alpha val="50000"/>
                  </a:prstClr>
                </a:inn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dirty="0">
                    <a:solidFill>
                      <a:schemeClr val="bg1"/>
                    </a:solidFill>
                    <a:latin typeface="Yu Gothic UI Semilight" panose="020B0400000000000000" pitchFamily="34" charset="-128"/>
                    <a:ea typeface="Yu Gothic UI Semilight" panose="020B0400000000000000" pitchFamily="34" charset="-128"/>
                  </a:rPr>
                  <a:t>➉</a:t>
                </a:r>
                <a:endParaRPr sz="8000" dirty="0">
                  <a:solidFill>
                    <a:schemeClr val="bg1"/>
                  </a:solidFill>
                </a:endParaRPr>
              </a:p>
            </p:txBody>
          </p:sp>
        </p:grpSp>
      </p:grpSp>
      <p:grpSp>
        <p:nvGrpSpPr>
          <p:cNvPr id="112" name="Group 111">
            <a:extLst>
              <a:ext uri="{FF2B5EF4-FFF2-40B4-BE49-F238E27FC236}">
                <a16:creationId xmlns:a16="http://schemas.microsoft.com/office/drawing/2014/main" id="{1F6311BF-A4CF-4E55-85D0-0A86514BB33B}"/>
              </a:ext>
            </a:extLst>
          </p:cNvPr>
          <p:cNvGrpSpPr/>
          <p:nvPr/>
        </p:nvGrpSpPr>
        <p:grpSpPr>
          <a:xfrm>
            <a:off x="7279296" y="3347059"/>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5"/>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2184254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752600"/>
            <a:ext cx="22680054" cy="11734800"/>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0000"/>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grpSp>
      <p:pic>
        <p:nvPicPr>
          <p:cNvPr id="2" name="Picture 1">
            <a:extLst>
              <a:ext uri="{FF2B5EF4-FFF2-40B4-BE49-F238E27FC236}">
                <a16:creationId xmlns:a16="http://schemas.microsoft.com/office/drawing/2014/main" id="{65A181D6-170D-4632-9040-D7E26C152594}"/>
              </a:ext>
            </a:extLst>
          </p:cNvPr>
          <p:cNvPicPr>
            <a:picLocks noChangeAspect="1"/>
          </p:cNvPicPr>
          <p:nvPr/>
        </p:nvPicPr>
        <p:blipFill>
          <a:blip r:embed="rId4"/>
          <a:stretch>
            <a:fillRect/>
          </a:stretch>
        </p:blipFill>
        <p:spPr>
          <a:xfrm>
            <a:off x="1066800" y="2953168"/>
            <a:ext cx="22247924" cy="6876631"/>
          </a:xfrm>
          <a:prstGeom prst="rect">
            <a:avLst/>
          </a:prstGeom>
        </p:spPr>
      </p:pic>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0528765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Rectangle 18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752600"/>
            <a:ext cx="22680054" cy="11734800"/>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0000"/>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nvGrpSpPr>
          <p:cNvPr id="110" name="Group 109">
            <a:extLst>
              <a:ext uri="{FF2B5EF4-FFF2-40B4-BE49-F238E27FC236}">
                <a16:creationId xmlns:a16="http://schemas.microsoft.com/office/drawing/2014/main" id="{72CF25C3-4560-439D-B333-60F2A0F1AB90}"/>
              </a:ext>
            </a:extLst>
          </p:cNvPr>
          <p:cNvGrpSpPr/>
          <p:nvPr/>
        </p:nvGrpSpPr>
        <p:grpSpPr>
          <a:xfrm>
            <a:off x="990600" y="2438400"/>
            <a:ext cx="18592800" cy="830997"/>
            <a:chOff x="777875" y="1892299"/>
            <a:chExt cx="18592800" cy="830995"/>
          </a:xfrm>
        </p:grpSpPr>
        <p:sp>
          <p:nvSpPr>
            <p:cNvPr id="111" name="Rounded Rectangle 71">
              <a:extLst>
                <a:ext uri="{FF2B5EF4-FFF2-40B4-BE49-F238E27FC236}">
                  <a16:creationId xmlns:a16="http://schemas.microsoft.com/office/drawing/2014/main" id="{F7F10ABE-EF90-4915-AC63-468E1261D773}"/>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TextBox 115">
              <a:extLst>
                <a:ext uri="{FF2B5EF4-FFF2-40B4-BE49-F238E27FC236}">
                  <a16:creationId xmlns:a16="http://schemas.microsoft.com/office/drawing/2014/main" id="{11B432A0-551C-4469-93A9-E26909D3A945}"/>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1.</a:t>
              </a:r>
            </a:p>
          </p:txBody>
        </p:sp>
        <p:sp>
          <p:nvSpPr>
            <p:cNvPr id="117" name="TextBox 116">
              <a:extLst>
                <a:ext uri="{FF2B5EF4-FFF2-40B4-BE49-F238E27FC236}">
                  <a16:creationId xmlns:a16="http://schemas.microsoft.com/office/drawing/2014/main" id="{116D3920-9545-4663-AC38-A1015E32DBA2}"/>
                </a:ext>
              </a:extLst>
            </p:cNvPr>
            <p:cNvSpPr txBox="1"/>
            <p:nvPr/>
          </p:nvSpPr>
          <p:spPr>
            <a:xfrm>
              <a:off x="2087561" y="1892299"/>
              <a:ext cx="17283114" cy="830995"/>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MỆNH ĐỀ. MỆNH ĐỀ CHỨA BIẾN</a:t>
              </a:r>
            </a:p>
          </p:txBody>
        </p:sp>
      </p:grpSp>
      <p:grpSp>
        <p:nvGrpSpPr>
          <p:cNvPr id="118" name="Group 117">
            <a:extLst>
              <a:ext uri="{FF2B5EF4-FFF2-40B4-BE49-F238E27FC236}">
                <a16:creationId xmlns:a16="http://schemas.microsoft.com/office/drawing/2014/main" id="{E72FEAAC-7134-4A36-AC4F-25C9DEA76E62}"/>
              </a:ext>
            </a:extLst>
          </p:cNvPr>
          <p:cNvGrpSpPr/>
          <p:nvPr/>
        </p:nvGrpSpPr>
        <p:grpSpPr>
          <a:xfrm>
            <a:off x="2193087" y="3429000"/>
            <a:ext cx="10837113" cy="852016"/>
            <a:chOff x="895143" y="2795826"/>
            <a:chExt cx="10417389" cy="852016"/>
          </a:xfrm>
        </p:grpSpPr>
        <p:sp>
          <p:nvSpPr>
            <p:cNvPr id="119" name="TextBox 118">
              <a:extLst>
                <a:ext uri="{FF2B5EF4-FFF2-40B4-BE49-F238E27FC236}">
                  <a16:creationId xmlns:a16="http://schemas.microsoft.com/office/drawing/2014/main" id="{F2B5C444-B848-48F1-AEB7-A81D65177555}"/>
                </a:ext>
              </a:extLst>
            </p:cNvPr>
            <p:cNvSpPr txBox="1"/>
            <p:nvPr/>
          </p:nvSpPr>
          <p:spPr>
            <a:xfrm>
              <a:off x="2320932" y="2816845"/>
              <a:ext cx="8991600" cy="830997"/>
            </a:xfrm>
            <a:prstGeom prst="rect">
              <a:avLst/>
            </a:prstGeom>
            <a:noFill/>
          </p:spPr>
          <p:txBody>
            <a:bodyPr wrap="square" rtlCol="0">
              <a:spAutoFit/>
            </a:bodyPr>
            <a:lstStyle/>
            <a:p>
              <a:r>
                <a:rPr lang="en-US" sz="4800" b="1" dirty="0" err="1">
                  <a:solidFill>
                    <a:srgbClr val="145F82"/>
                  </a:solidFill>
                  <a:latin typeface="Tahoma" pitchFamily="34" charset="0"/>
                  <a:ea typeface="Tahoma" pitchFamily="34" charset="0"/>
                  <a:cs typeface="Tahoma" pitchFamily="34" charset="0"/>
                </a:rPr>
                <a:t>Mệnh</a:t>
              </a:r>
              <a:r>
                <a:rPr lang="en-US" sz="4800" b="1" dirty="0">
                  <a:solidFill>
                    <a:srgbClr val="145F82"/>
                  </a:solidFill>
                  <a:latin typeface="Tahoma" pitchFamily="34" charset="0"/>
                  <a:ea typeface="Tahoma" pitchFamily="34" charset="0"/>
                  <a:cs typeface="Tahoma" pitchFamily="34" charset="0"/>
                </a:rPr>
                <a:t> </a:t>
              </a:r>
              <a:r>
                <a:rPr lang="en-US" sz="4800" b="1" dirty="0" err="1">
                  <a:solidFill>
                    <a:srgbClr val="145F82"/>
                  </a:solidFill>
                  <a:latin typeface="Tahoma" pitchFamily="34" charset="0"/>
                  <a:ea typeface="Tahoma" pitchFamily="34" charset="0"/>
                  <a:cs typeface="Tahoma" pitchFamily="34" charset="0"/>
                </a:rPr>
                <a:t>đề</a:t>
              </a:r>
              <a:endParaRPr lang="en-US" sz="4800" b="1" dirty="0">
                <a:solidFill>
                  <a:srgbClr val="145F82"/>
                </a:solidFill>
                <a:latin typeface="Tahoma" pitchFamily="34" charset="0"/>
                <a:ea typeface="Tahoma" pitchFamily="34" charset="0"/>
                <a:cs typeface="Tahoma" pitchFamily="34" charset="0"/>
              </a:endParaRPr>
            </a:p>
          </p:txBody>
        </p:sp>
        <p:sp>
          <p:nvSpPr>
            <p:cNvPr id="120" name="Rounded Rectangle 7">
              <a:extLst>
                <a:ext uri="{FF2B5EF4-FFF2-40B4-BE49-F238E27FC236}">
                  <a16:creationId xmlns:a16="http://schemas.microsoft.com/office/drawing/2014/main" id="{8835B802-FAED-4E05-BEF2-416EB971088F}"/>
                </a:ext>
              </a:extLst>
            </p:cNvPr>
            <p:cNvSpPr/>
            <p:nvPr/>
          </p:nvSpPr>
          <p:spPr>
            <a:xfrm>
              <a:off x="895143" y="2823876"/>
              <a:ext cx="895051"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TextBox 120">
              <a:extLst>
                <a:ext uri="{FF2B5EF4-FFF2-40B4-BE49-F238E27FC236}">
                  <a16:creationId xmlns:a16="http://schemas.microsoft.com/office/drawing/2014/main" id="{793D53C2-AD9E-4F0B-BF09-499475F81D87}"/>
                </a:ext>
              </a:extLst>
            </p:cNvPr>
            <p:cNvSpPr txBox="1"/>
            <p:nvPr/>
          </p:nvSpPr>
          <p:spPr>
            <a:xfrm>
              <a:off x="927984" y="2795826"/>
              <a:ext cx="672149" cy="769441"/>
            </a:xfrm>
            <a:prstGeom prst="rect">
              <a:avLst/>
            </a:prstGeom>
            <a:noFill/>
          </p:spPr>
          <p:txBody>
            <a:bodyPr wrap="none" rtlCol="0">
              <a:spAutoFit/>
            </a:bodyPr>
            <a:lstStyle/>
            <a:p>
              <a:pPr algn="ctr"/>
              <a:r>
                <a:rPr lang="en-US" sz="4400" b="1">
                  <a:solidFill>
                    <a:schemeClr val="bg1"/>
                  </a:solidFill>
                  <a:latin typeface="Tahoma" pitchFamily="34" charset="0"/>
                  <a:ea typeface="Tahoma" pitchFamily="34" charset="0"/>
                  <a:cs typeface="Tahoma" pitchFamily="34" charset="0"/>
                </a:rPr>
                <a:t>a.</a:t>
              </a:r>
            </a:p>
          </p:txBody>
        </p:sp>
      </p:grpSp>
      <p:sp>
        <p:nvSpPr>
          <p:cNvPr id="92" name="TextBox 91">
            <a:extLst>
              <a:ext uri="{FF2B5EF4-FFF2-40B4-BE49-F238E27FC236}">
                <a16:creationId xmlns:a16="http://schemas.microsoft.com/office/drawing/2014/main" id="{B92B2298-423A-4667-BD21-51C52BCCA151}"/>
              </a:ext>
            </a:extLst>
          </p:cNvPr>
          <p:cNvSpPr txBox="1"/>
          <p:nvPr/>
        </p:nvSpPr>
        <p:spPr>
          <a:xfrm>
            <a:off x="1769110" y="6621943"/>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93" name="Rounded Rectangle 61">
            <a:extLst>
              <a:ext uri="{FF2B5EF4-FFF2-40B4-BE49-F238E27FC236}">
                <a16:creationId xmlns:a16="http://schemas.microsoft.com/office/drawing/2014/main" id="{E6582DB1-B44D-4D8D-A654-1E4EAA917066}"/>
              </a:ext>
            </a:extLst>
          </p:cNvPr>
          <p:cNvSpPr/>
          <p:nvPr/>
        </p:nvSpPr>
        <p:spPr>
          <a:xfrm>
            <a:off x="985826" y="4708138"/>
            <a:ext cx="22407574" cy="2658182"/>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94" name="Group 67">
            <a:extLst>
              <a:ext uri="{FF2B5EF4-FFF2-40B4-BE49-F238E27FC236}">
                <a16:creationId xmlns:a16="http://schemas.microsoft.com/office/drawing/2014/main" id="{829B3BE9-DE8B-4219-8BEF-5813BE9CC905}"/>
              </a:ext>
            </a:extLst>
          </p:cNvPr>
          <p:cNvGrpSpPr/>
          <p:nvPr/>
        </p:nvGrpSpPr>
        <p:grpSpPr>
          <a:xfrm>
            <a:off x="1456253" y="4343400"/>
            <a:ext cx="3579192" cy="940513"/>
            <a:chOff x="1311958" y="3405486"/>
            <a:chExt cx="3579192" cy="940513"/>
          </a:xfrm>
        </p:grpSpPr>
        <p:sp>
          <p:nvSpPr>
            <p:cNvPr id="95" name="Freeform 20">
              <a:extLst>
                <a:ext uri="{FF2B5EF4-FFF2-40B4-BE49-F238E27FC236}">
                  <a16:creationId xmlns:a16="http://schemas.microsoft.com/office/drawing/2014/main" id="{F53F3D91-5D46-4F6E-B90B-4D856C329ABE}"/>
                </a:ext>
              </a:extLst>
            </p:cNvPr>
            <p:cNvSpPr>
              <a:spLocks/>
            </p:cNvSpPr>
            <p:nvPr/>
          </p:nvSpPr>
          <p:spPr bwMode="auto">
            <a:xfrm rot="5400000">
              <a:off x="3085216" y="2507252"/>
              <a:ext cx="793396" cy="2818473"/>
            </a:xfrm>
            <a:prstGeom prst="round2SameRect">
              <a:avLst/>
            </a:prstGeom>
            <a:solidFill>
              <a:srgbClr val="70AD47">
                <a:lumMod val="75000"/>
              </a:srgbClr>
            </a:solidFill>
            <a:ln w="57150">
              <a:solidFill>
                <a:srgbClr val="70AD47">
                  <a:lumMod val="75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96" name="TextBox 95">
              <a:extLst>
                <a:ext uri="{FF2B5EF4-FFF2-40B4-BE49-F238E27FC236}">
                  <a16:creationId xmlns:a16="http://schemas.microsoft.com/office/drawing/2014/main" id="{E6E228B3-A1F7-490F-B63F-02581BD81C9A}"/>
                </a:ext>
              </a:extLst>
            </p:cNvPr>
            <p:cNvSpPr txBox="1"/>
            <p:nvPr/>
          </p:nvSpPr>
          <p:spPr>
            <a:xfrm>
              <a:off x="2316645" y="3484582"/>
              <a:ext cx="1640193" cy="8002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0" cap="none" spc="0" normalizeH="0" baseline="0" noProof="0" dirty="0">
                  <a:ln>
                    <a:noFill/>
                  </a:ln>
                  <a:solidFill>
                    <a:srgbClr val="FFFF00"/>
                  </a:solidFill>
                  <a:effectLst/>
                  <a:uLnTx/>
                  <a:uFillTx/>
                  <a:latin typeface="Tahoma" pitchFamily="34" charset="0"/>
                  <a:ea typeface="Tahoma" pitchFamily="34" charset="0"/>
                  <a:cs typeface="Tahoma" pitchFamily="34" charset="0"/>
                </a:rPr>
                <a:t>HĐ 1</a:t>
              </a:r>
            </a:p>
          </p:txBody>
        </p:sp>
        <p:grpSp>
          <p:nvGrpSpPr>
            <p:cNvPr id="98" name="Group 70">
              <a:extLst>
                <a:ext uri="{FF2B5EF4-FFF2-40B4-BE49-F238E27FC236}">
                  <a16:creationId xmlns:a16="http://schemas.microsoft.com/office/drawing/2014/main" id="{676E101B-AD2F-4D84-9657-11D7C0CA47B9}"/>
                </a:ext>
              </a:extLst>
            </p:cNvPr>
            <p:cNvGrpSpPr/>
            <p:nvPr/>
          </p:nvGrpSpPr>
          <p:grpSpPr>
            <a:xfrm>
              <a:off x="1311958" y="3405486"/>
              <a:ext cx="950173" cy="940513"/>
              <a:chOff x="1311958" y="3405486"/>
              <a:chExt cx="950173" cy="940513"/>
            </a:xfrm>
          </p:grpSpPr>
          <p:sp>
            <p:nvSpPr>
              <p:cNvPr id="99" name="Rectangle 98">
                <a:extLst>
                  <a:ext uri="{FF2B5EF4-FFF2-40B4-BE49-F238E27FC236}">
                    <a16:creationId xmlns:a16="http://schemas.microsoft.com/office/drawing/2014/main" id="{5EA9C2E1-6D74-40B4-9A6E-718A1589ED48}"/>
                  </a:ext>
                </a:extLst>
              </p:cNvPr>
              <p:cNvSpPr/>
              <p:nvPr/>
            </p:nvSpPr>
            <p:spPr>
              <a:xfrm>
                <a:off x="1406975" y="3672018"/>
                <a:ext cx="596676" cy="54031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0" name="Freeform 13">
                <a:extLst>
                  <a:ext uri="{FF2B5EF4-FFF2-40B4-BE49-F238E27FC236}">
                    <a16:creationId xmlns:a16="http://schemas.microsoft.com/office/drawing/2014/main" id="{97688EDC-23D5-43A1-8293-3BB18A1639D7}"/>
                  </a:ext>
                </a:extLst>
              </p:cNvPr>
              <p:cNvSpPr>
                <a:spLocks noEditPoints="1"/>
              </p:cNvSpPr>
              <p:nvPr/>
            </p:nvSpPr>
            <p:spPr bwMode="auto">
              <a:xfrm>
                <a:off x="1311958" y="3581027"/>
                <a:ext cx="190035" cy="268948"/>
              </a:xfrm>
              <a:custGeom>
                <a:avLst/>
                <a:gdLst>
                  <a:gd name="T0" fmla="*/ 34 w 50"/>
                  <a:gd name="T1" fmla="*/ 16 h 71"/>
                  <a:gd name="T2" fmla="*/ 34 w 50"/>
                  <a:gd name="T3" fmla="*/ 55 h 71"/>
                  <a:gd name="T4" fmla="*/ 16 w 50"/>
                  <a:gd name="T5" fmla="*/ 55 h 71"/>
                  <a:gd name="T6" fmla="*/ 16 w 50"/>
                  <a:gd name="T7" fmla="*/ 16 h 71"/>
                  <a:gd name="T8" fmla="*/ 34 w 50"/>
                  <a:gd name="T9" fmla="*/ 16 h 71"/>
                  <a:gd name="T10" fmla="*/ 34 w 50"/>
                  <a:gd name="T11" fmla="*/ 0 h 71"/>
                  <a:gd name="T12" fmla="*/ 16 w 50"/>
                  <a:gd name="T13" fmla="*/ 0 h 71"/>
                  <a:gd name="T14" fmla="*/ 0 w 50"/>
                  <a:gd name="T15" fmla="*/ 16 h 71"/>
                  <a:gd name="T16" fmla="*/ 0 w 50"/>
                  <a:gd name="T17" fmla="*/ 55 h 71"/>
                  <a:gd name="T18" fmla="*/ 16 w 50"/>
                  <a:gd name="T19" fmla="*/ 71 h 71"/>
                  <a:gd name="T20" fmla="*/ 34 w 50"/>
                  <a:gd name="T21" fmla="*/ 71 h 71"/>
                  <a:gd name="T22" fmla="*/ 50 w 50"/>
                  <a:gd name="T23" fmla="*/ 55 h 71"/>
                  <a:gd name="T24" fmla="*/ 50 w 50"/>
                  <a:gd name="T25" fmla="*/ 16 h 71"/>
                  <a:gd name="T26" fmla="*/ 34 w 50"/>
                  <a:gd name="T2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1">
                    <a:moveTo>
                      <a:pt x="34" y="16"/>
                    </a:moveTo>
                    <a:cubicBezTo>
                      <a:pt x="34" y="55"/>
                      <a:pt x="34" y="55"/>
                      <a:pt x="34" y="55"/>
                    </a:cubicBezTo>
                    <a:cubicBezTo>
                      <a:pt x="16" y="55"/>
                      <a:pt x="16" y="55"/>
                      <a:pt x="16" y="55"/>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5"/>
                      <a:pt x="0" y="55"/>
                      <a:pt x="0" y="55"/>
                    </a:cubicBezTo>
                    <a:cubicBezTo>
                      <a:pt x="0" y="64"/>
                      <a:pt x="7" y="71"/>
                      <a:pt x="16" y="71"/>
                    </a:cubicBezTo>
                    <a:cubicBezTo>
                      <a:pt x="34" y="71"/>
                      <a:pt x="34" y="71"/>
                      <a:pt x="34" y="71"/>
                    </a:cubicBezTo>
                    <a:cubicBezTo>
                      <a:pt x="43" y="71"/>
                      <a:pt x="50" y="64"/>
                      <a:pt x="50" y="55"/>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1" name="Freeform 14">
                <a:extLst>
                  <a:ext uri="{FF2B5EF4-FFF2-40B4-BE49-F238E27FC236}">
                    <a16:creationId xmlns:a16="http://schemas.microsoft.com/office/drawing/2014/main" id="{AE604DBC-D0F3-4EAE-9C0F-0C457DD223F7}"/>
                  </a:ext>
                </a:extLst>
              </p:cNvPr>
              <p:cNvSpPr>
                <a:spLocks noEditPoints="1"/>
              </p:cNvSpPr>
              <p:nvPr/>
            </p:nvSpPr>
            <p:spPr bwMode="auto">
              <a:xfrm>
                <a:off x="1311958" y="3581027"/>
                <a:ext cx="277000" cy="181983"/>
              </a:xfrm>
              <a:custGeom>
                <a:avLst/>
                <a:gdLst>
                  <a:gd name="T0" fmla="*/ 57 w 73"/>
                  <a:gd name="T1" fmla="*/ 16 h 48"/>
                  <a:gd name="T2" fmla="*/ 57 w 73"/>
                  <a:gd name="T3" fmla="*/ 32 h 48"/>
                  <a:gd name="T4" fmla="*/ 16 w 73"/>
                  <a:gd name="T5" fmla="*/ 32 h 48"/>
                  <a:gd name="T6" fmla="*/ 16 w 73"/>
                  <a:gd name="T7" fmla="*/ 16 h 48"/>
                  <a:gd name="T8" fmla="*/ 57 w 73"/>
                  <a:gd name="T9" fmla="*/ 16 h 48"/>
                  <a:gd name="T10" fmla="*/ 57 w 73"/>
                  <a:gd name="T11" fmla="*/ 0 h 48"/>
                  <a:gd name="T12" fmla="*/ 16 w 73"/>
                  <a:gd name="T13" fmla="*/ 0 h 48"/>
                  <a:gd name="T14" fmla="*/ 0 w 73"/>
                  <a:gd name="T15" fmla="*/ 16 h 48"/>
                  <a:gd name="T16" fmla="*/ 0 w 73"/>
                  <a:gd name="T17" fmla="*/ 32 h 48"/>
                  <a:gd name="T18" fmla="*/ 16 w 73"/>
                  <a:gd name="T19" fmla="*/ 48 h 48"/>
                  <a:gd name="T20" fmla="*/ 57 w 73"/>
                  <a:gd name="T21" fmla="*/ 48 h 48"/>
                  <a:gd name="T22" fmla="*/ 73 w 73"/>
                  <a:gd name="T23" fmla="*/ 32 h 48"/>
                  <a:gd name="T24" fmla="*/ 73 w 73"/>
                  <a:gd name="T25" fmla="*/ 16 h 48"/>
                  <a:gd name="T26" fmla="*/ 57 w 73"/>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8">
                    <a:moveTo>
                      <a:pt x="57" y="16"/>
                    </a:moveTo>
                    <a:cubicBezTo>
                      <a:pt x="57" y="32"/>
                      <a:pt x="57" y="32"/>
                      <a:pt x="57" y="32"/>
                    </a:cubicBezTo>
                    <a:cubicBezTo>
                      <a:pt x="16" y="32"/>
                      <a:pt x="16" y="32"/>
                      <a:pt x="16" y="32"/>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2"/>
                      <a:pt x="0" y="32"/>
                      <a:pt x="0" y="32"/>
                    </a:cubicBezTo>
                    <a:cubicBezTo>
                      <a:pt x="0" y="41"/>
                      <a:pt x="7" y="48"/>
                      <a:pt x="16" y="48"/>
                    </a:cubicBezTo>
                    <a:cubicBezTo>
                      <a:pt x="57" y="48"/>
                      <a:pt x="57" y="48"/>
                      <a:pt x="57" y="48"/>
                    </a:cubicBezTo>
                    <a:cubicBezTo>
                      <a:pt x="66" y="48"/>
                      <a:pt x="73" y="41"/>
                      <a:pt x="73" y="32"/>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2" name="Freeform 15">
                <a:extLst>
                  <a:ext uri="{FF2B5EF4-FFF2-40B4-BE49-F238E27FC236}">
                    <a16:creationId xmlns:a16="http://schemas.microsoft.com/office/drawing/2014/main" id="{4EC31F46-01A4-4507-8B31-AA86995F0EB9}"/>
                  </a:ext>
                </a:extLst>
              </p:cNvPr>
              <p:cNvSpPr>
                <a:spLocks noEditPoints="1"/>
              </p:cNvSpPr>
              <p:nvPr/>
            </p:nvSpPr>
            <p:spPr bwMode="auto">
              <a:xfrm>
                <a:off x="1563190" y="3581027"/>
                <a:ext cx="285052" cy="181983"/>
              </a:xfrm>
              <a:custGeom>
                <a:avLst/>
                <a:gdLst>
                  <a:gd name="T0" fmla="*/ 58 w 75"/>
                  <a:gd name="T1" fmla="*/ 16 h 48"/>
                  <a:gd name="T2" fmla="*/ 43 w 75"/>
                  <a:gd name="T3" fmla="*/ 32 h 48"/>
                  <a:gd name="T4" fmla="*/ 16 w 75"/>
                  <a:gd name="T5" fmla="*/ 32 h 48"/>
                  <a:gd name="T6" fmla="*/ 16 w 75"/>
                  <a:gd name="T7" fmla="*/ 16 h 48"/>
                  <a:gd name="T8" fmla="*/ 58 w 75"/>
                  <a:gd name="T9" fmla="*/ 16 h 48"/>
                  <a:gd name="T10" fmla="*/ 58 w 75"/>
                  <a:gd name="T11" fmla="*/ 0 h 48"/>
                  <a:gd name="T12" fmla="*/ 16 w 75"/>
                  <a:gd name="T13" fmla="*/ 0 h 48"/>
                  <a:gd name="T14" fmla="*/ 0 w 75"/>
                  <a:gd name="T15" fmla="*/ 16 h 48"/>
                  <a:gd name="T16" fmla="*/ 0 w 75"/>
                  <a:gd name="T17" fmla="*/ 32 h 48"/>
                  <a:gd name="T18" fmla="*/ 16 w 75"/>
                  <a:gd name="T19" fmla="*/ 48 h 48"/>
                  <a:gd name="T20" fmla="*/ 43 w 75"/>
                  <a:gd name="T21" fmla="*/ 48 h 48"/>
                  <a:gd name="T22" fmla="*/ 55 w 75"/>
                  <a:gd name="T23" fmla="*/ 43 h 48"/>
                  <a:gd name="T24" fmla="*/ 70 w 75"/>
                  <a:gd name="T25" fmla="*/ 26 h 48"/>
                  <a:gd name="T26" fmla="*/ 73 w 75"/>
                  <a:gd name="T27" fmla="*/ 9 h 48"/>
                  <a:gd name="T28" fmla="*/ 58 w 75"/>
                  <a:gd name="T2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8">
                    <a:moveTo>
                      <a:pt x="58" y="16"/>
                    </a:moveTo>
                    <a:cubicBezTo>
                      <a:pt x="43" y="32"/>
                      <a:pt x="43" y="32"/>
                      <a:pt x="43" y="32"/>
                    </a:cubicBezTo>
                    <a:cubicBezTo>
                      <a:pt x="16" y="32"/>
                      <a:pt x="16" y="32"/>
                      <a:pt x="16" y="32"/>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2"/>
                      <a:pt x="0" y="32"/>
                      <a:pt x="0" y="32"/>
                    </a:cubicBezTo>
                    <a:cubicBezTo>
                      <a:pt x="0" y="41"/>
                      <a:pt x="8" y="48"/>
                      <a:pt x="16" y="48"/>
                    </a:cubicBezTo>
                    <a:cubicBezTo>
                      <a:pt x="43" y="48"/>
                      <a:pt x="43" y="48"/>
                      <a:pt x="43" y="48"/>
                    </a:cubicBezTo>
                    <a:cubicBezTo>
                      <a:pt x="48" y="48"/>
                      <a:pt x="52" y="46"/>
                      <a:pt x="55" y="43"/>
                    </a:cubicBezTo>
                    <a:cubicBezTo>
                      <a:pt x="70" y="26"/>
                      <a:pt x="70" y="26"/>
                      <a:pt x="70" y="26"/>
                    </a:cubicBezTo>
                    <a:cubicBezTo>
                      <a:pt x="74" y="22"/>
                      <a:pt x="75" y="15"/>
                      <a:pt x="73" y="9"/>
                    </a:cubicBezTo>
                    <a:cubicBezTo>
                      <a:pt x="70" y="3"/>
                      <a:pt x="64"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3" name="Freeform 16">
                <a:extLst>
                  <a:ext uri="{FF2B5EF4-FFF2-40B4-BE49-F238E27FC236}">
                    <a16:creationId xmlns:a16="http://schemas.microsoft.com/office/drawing/2014/main" id="{4F686CD1-27A6-4B5E-9253-3839713D2382}"/>
                  </a:ext>
                </a:extLst>
              </p:cNvPr>
              <p:cNvSpPr>
                <a:spLocks noEditPoints="1"/>
              </p:cNvSpPr>
              <p:nvPr/>
            </p:nvSpPr>
            <p:spPr bwMode="auto">
              <a:xfrm>
                <a:off x="1563190" y="4151132"/>
                <a:ext cx="280221" cy="194867"/>
              </a:xfrm>
              <a:custGeom>
                <a:avLst/>
                <a:gdLst>
                  <a:gd name="T0" fmla="*/ 58 w 74"/>
                  <a:gd name="T1" fmla="*/ 16 h 51"/>
                  <a:gd name="T2" fmla="*/ 58 w 74"/>
                  <a:gd name="T3" fmla="*/ 35 h 51"/>
                  <a:gd name="T4" fmla="*/ 16 w 74"/>
                  <a:gd name="T5" fmla="*/ 35 h 51"/>
                  <a:gd name="T6" fmla="*/ 16 w 74"/>
                  <a:gd name="T7" fmla="*/ 16 h 51"/>
                  <a:gd name="T8" fmla="*/ 58 w 74"/>
                  <a:gd name="T9" fmla="*/ 16 h 51"/>
                  <a:gd name="T10" fmla="*/ 58 w 74"/>
                  <a:gd name="T11" fmla="*/ 0 h 51"/>
                  <a:gd name="T12" fmla="*/ 16 w 74"/>
                  <a:gd name="T13" fmla="*/ 0 h 51"/>
                  <a:gd name="T14" fmla="*/ 0 w 74"/>
                  <a:gd name="T15" fmla="*/ 16 h 51"/>
                  <a:gd name="T16" fmla="*/ 0 w 74"/>
                  <a:gd name="T17" fmla="*/ 35 h 51"/>
                  <a:gd name="T18" fmla="*/ 16 w 74"/>
                  <a:gd name="T19" fmla="*/ 51 h 51"/>
                  <a:gd name="T20" fmla="*/ 58 w 74"/>
                  <a:gd name="T21" fmla="*/ 51 h 51"/>
                  <a:gd name="T22" fmla="*/ 74 w 74"/>
                  <a:gd name="T23" fmla="*/ 35 h 51"/>
                  <a:gd name="T24" fmla="*/ 74 w 74"/>
                  <a:gd name="T25" fmla="*/ 16 h 51"/>
                  <a:gd name="T26" fmla="*/ 58 w 74"/>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1">
                    <a:moveTo>
                      <a:pt x="58" y="16"/>
                    </a:moveTo>
                    <a:cubicBezTo>
                      <a:pt x="58" y="35"/>
                      <a:pt x="58" y="35"/>
                      <a:pt x="58" y="35"/>
                    </a:cubicBezTo>
                    <a:cubicBezTo>
                      <a:pt x="16" y="35"/>
                      <a:pt x="16" y="35"/>
                      <a:pt x="16" y="35"/>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5"/>
                      <a:pt x="0" y="35"/>
                      <a:pt x="0" y="35"/>
                    </a:cubicBezTo>
                    <a:cubicBezTo>
                      <a:pt x="0" y="43"/>
                      <a:pt x="8" y="51"/>
                      <a:pt x="16" y="51"/>
                    </a:cubicBezTo>
                    <a:cubicBezTo>
                      <a:pt x="58" y="51"/>
                      <a:pt x="58" y="51"/>
                      <a:pt x="58" y="51"/>
                    </a:cubicBezTo>
                    <a:cubicBezTo>
                      <a:pt x="67" y="51"/>
                      <a:pt x="74" y="43"/>
                      <a:pt x="74" y="35"/>
                    </a:cubicBezTo>
                    <a:cubicBezTo>
                      <a:pt x="74" y="16"/>
                      <a:pt x="74" y="16"/>
                      <a:pt x="74" y="16"/>
                    </a:cubicBezTo>
                    <a:cubicBezTo>
                      <a:pt x="74" y="7"/>
                      <a:pt x="67"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4" name="Freeform 17">
                <a:extLst>
                  <a:ext uri="{FF2B5EF4-FFF2-40B4-BE49-F238E27FC236}">
                    <a16:creationId xmlns:a16="http://schemas.microsoft.com/office/drawing/2014/main" id="{20ADECEA-E3B6-4448-9E5B-2C2DB7793F48}"/>
                  </a:ext>
                </a:extLst>
              </p:cNvPr>
              <p:cNvSpPr>
                <a:spLocks noEditPoints="1"/>
              </p:cNvSpPr>
              <p:nvPr/>
            </p:nvSpPr>
            <p:spPr bwMode="auto">
              <a:xfrm>
                <a:off x="1311958" y="4064167"/>
                <a:ext cx="19003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5" name="Freeform 18">
                <a:extLst>
                  <a:ext uri="{FF2B5EF4-FFF2-40B4-BE49-F238E27FC236}">
                    <a16:creationId xmlns:a16="http://schemas.microsoft.com/office/drawing/2014/main" id="{A15FC9E2-5782-48D1-BF1B-E750C0EC1738}"/>
                  </a:ext>
                </a:extLst>
              </p:cNvPr>
              <p:cNvSpPr>
                <a:spLocks noEditPoints="1"/>
              </p:cNvSpPr>
              <p:nvPr/>
            </p:nvSpPr>
            <p:spPr bwMode="auto">
              <a:xfrm>
                <a:off x="1311958" y="4151132"/>
                <a:ext cx="27700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6" name="Freeform 19">
                <a:extLst>
                  <a:ext uri="{FF2B5EF4-FFF2-40B4-BE49-F238E27FC236}">
                    <a16:creationId xmlns:a16="http://schemas.microsoft.com/office/drawing/2014/main" id="{137BD484-1C5F-4338-9A1B-F747A263E50A}"/>
                  </a:ext>
                </a:extLst>
              </p:cNvPr>
              <p:cNvSpPr>
                <a:spLocks noEditPoints="1"/>
              </p:cNvSpPr>
              <p:nvPr/>
            </p:nvSpPr>
            <p:spPr bwMode="auto">
              <a:xfrm>
                <a:off x="1311958" y="3820986"/>
                <a:ext cx="19003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7" name="Freeform 20">
                <a:extLst>
                  <a:ext uri="{FF2B5EF4-FFF2-40B4-BE49-F238E27FC236}">
                    <a16:creationId xmlns:a16="http://schemas.microsoft.com/office/drawing/2014/main" id="{3622EDAC-3416-48E0-875F-4F676C72A032}"/>
                  </a:ext>
                </a:extLst>
              </p:cNvPr>
              <p:cNvSpPr>
                <a:spLocks noEditPoints="1"/>
              </p:cNvSpPr>
              <p:nvPr/>
            </p:nvSpPr>
            <p:spPr bwMode="auto">
              <a:xfrm>
                <a:off x="1907830" y="4064167"/>
                <a:ext cx="19164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8" name="Freeform 21">
                <a:extLst>
                  <a:ext uri="{FF2B5EF4-FFF2-40B4-BE49-F238E27FC236}">
                    <a16:creationId xmlns:a16="http://schemas.microsoft.com/office/drawing/2014/main" id="{A67D19F8-EC9D-4522-B46E-9C6B4600EE16}"/>
                  </a:ext>
                </a:extLst>
              </p:cNvPr>
              <p:cNvSpPr>
                <a:spLocks noEditPoints="1"/>
              </p:cNvSpPr>
              <p:nvPr/>
            </p:nvSpPr>
            <p:spPr bwMode="auto">
              <a:xfrm>
                <a:off x="1820865" y="4151132"/>
                <a:ext cx="27861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9" name="Freeform 22">
                <a:extLst>
                  <a:ext uri="{FF2B5EF4-FFF2-40B4-BE49-F238E27FC236}">
                    <a16:creationId xmlns:a16="http://schemas.microsoft.com/office/drawing/2014/main" id="{2CBBC6AF-D110-49CD-8BA7-EEAD36071969}"/>
                  </a:ext>
                </a:extLst>
              </p:cNvPr>
              <p:cNvSpPr>
                <a:spLocks noEditPoints="1"/>
              </p:cNvSpPr>
              <p:nvPr/>
            </p:nvSpPr>
            <p:spPr bwMode="auto">
              <a:xfrm>
                <a:off x="1907830" y="3820986"/>
                <a:ext cx="19164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59" name="Freeform 23">
                <a:extLst>
                  <a:ext uri="{FF2B5EF4-FFF2-40B4-BE49-F238E27FC236}">
                    <a16:creationId xmlns:a16="http://schemas.microsoft.com/office/drawing/2014/main" id="{F9EB3761-4A08-48A9-BD47-4D2F79CE42D4}"/>
                  </a:ext>
                </a:extLst>
              </p:cNvPr>
              <p:cNvSpPr>
                <a:spLocks noEditPoints="1"/>
              </p:cNvSpPr>
              <p:nvPr/>
            </p:nvSpPr>
            <p:spPr bwMode="auto">
              <a:xfrm>
                <a:off x="1661428" y="3405486"/>
                <a:ext cx="600703" cy="594262"/>
              </a:xfrm>
              <a:custGeom>
                <a:avLst/>
                <a:gdLst>
                  <a:gd name="T0" fmla="*/ 105 w 158"/>
                  <a:gd name="T1" fmla="*/ 16 h 156"/>
                  <a:gd name="T2" fmla="*/ 140 w 158"/>
                  <a:gd name="T3" fmla="*/ 56 h 156"/>
                  <a:gd name="T4" fmla="*/ 56 w 158"/>
                  <a:gd name="T5" fmla="*/ 140 h 156"/>
                  <a:gd name="T6" fmla="*/ 17 w 158"/>
                  <a:gd name="T7" fmla="*/ 99 h 156"/>
                  <a:gd name="T8" fmla="*/ 105 w 158"/>
                  <a:gd name="T9" fmla="*/ 16 h 156"/>
                  <a:gd name="T10" fmla="*/ 105 w 158"/>
                  <a:gd name="T11" fmla="*/ 0 h 156"/>
                  <a:gd name="T12" fmla="*/ 94 w 158"/>
                  <a:gd name="T13" fmla="*/ 5 h 156"/>
                  <a:gd name="T14" fmla="*/ 6 w 158"/>
                  <a:gd name="T15" fmla="*/ 87 h 156"/>
                  <a:gd name="T16" fmla="*/ 5 w 158"/>
                  <a:gd name="T17" fmla="*/ 109 h 156"/>
                  <a:gd name="T18" fmla="*/ 44 w 158"/>
                  <a:gd name="T19" fmla="*/ 151 h 156"/>
                  <a:gd name="T20" fmla="*/ 55 w 158"/>
                  <a:gd name="T21" fmla="*/ 156 h 156"/>
                  <a:gd name="T22" fmla="*/ 56 w 158"/>
                  <a:gd name="T23" fmla="*/ 156 h 156"/>
                  <a:gd name="T24" fmla="*/ 67 w 158"/>
                  <a:gd name="T25" fmla="*/ 152 h 156"/>
                  <a:gd name="T26" fmla="*/ 151 w 158"/>
                  <a:gd name="T27" fmla="*/ 67 h 156"/>
                  <a:gd name="T28" fmla="*/ 152 w 158"/>
                  <a:gd name="T29" fmla="*/ 45 h 156"/>
                  <a:gd name="T30" fmla="*/ 117 w 158"/>
                  <a:gd name="T31" fmla="*/ 6 h 156"/>
                  <a:gd name="T32" fmla="*/ 105 w 158"/>
                  <a:gd name="T33" fmla="*/ 0 h 156"/>
                  <a:gd name="T34" fmla="*/ 105 w 158"/>
                  <a:gd name="T3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 h="156">
                    <a:moveTo>
                      <a:pt x="105" y="16"/>
                    </a:moveTo>
                    <a:cubicBezTo>
                      <a:pt x="140" y="56"/>
                      <a:pt x="140" y="56"/>
                      <a:pt x="140" y="56"/>
                    </a:cubicBezTo>
                    <a:cubicBezTo>
                      <a:pt x="56" y="140"/>
                      <a:pt x="56" y="140"/>
                      <a:pt x="56" y="140"/>
                    </a:cubicBezTo>
                    <a:cubicBezTo>
                      <a:pt x="17" y="99"/>
                      <a:pt x="17" y="99"/>
                      <a:pt x="17" y="99"/>
                    </a:cubicBezTo>
                    <a:cubicBezTo>
                      <a:pt x="105" y="16"/>
                      <a:pt x="105" y="16"/>
                      <a:pt x="105" y="16"/>
                    </a:cubicBezTo>
                    <a:moveTo>
                      <a:pt x="105" y="0"/>
                    </a:moveTo>
                    <a:cubicBezTo>
                      <a:pt x="101" y="0"/>
                      <a:pt x="97" y="2"/>
                      <a:pt x="94" y="5"/>
                    </a:cubicBezTo>
                    <a:cubicBezTo>
                      <a:pt x="6" y="87"/>
                      <a:pt x="6" y="87"/>
                      <a:pt x="6" y="87"/>
                    </a:cubicBezTo>
                    <a:cubicBezTo>
                      <a:pt x="0" y="93"/>
                      <a:pt x="0" y="103"/>
                      <a:pt x="5" y="109"/>
                    </a:cubicBezTo>
                    <a:cubicBezTo>
                      <a:pt x="44" y="151"/>
                      <a:pt x="44" y="151"/>
                      <a:pt x="44" y="151"/>
                    </a:cubicBezTo>
                    <a:cubicBezTo>
                      <a:pt x="47" y="154"/>
                      <a:pt x="51" y="156"/>
                      <a:pt x="55" y="156"/>
                    </a:cubicBezTo>
                    <a:cubicBezTo>
                      <a:pt x="55" y="156"/>
                      <a:pt x="56" y="156"/>
                      <a:pt x="56" y="156"/>
                    </a:cubicBezTo>
                    <a:cubicBezTo>
                      <a:pt x="60" y="156"/>
                      <a:pt x="64" y="155"/>
                      <a:pt x="67" y="152"/>
                    </a:cubicBezTo>
                    <a:cubicBezTo>
                      <a:pt x="151" y="67"/>
                      <a:pt x="151" y="67"/>
                      <a:pt x="151" y="67"/>
                    </a:cubicBezTo>
                    <a:cubicBezTo>
                      <a:pt x="157" y="61"/>
                      <a:pt x="158" y="52"/>
                      <a:pt x="152" y="45"/>
                    </a:cubicBezTo>
                    <a:cubicBezTo>
                      <a:pt x="117" y="6"/>
                      <a:pt x="117" y="6"/>
                      <a:pt x="117" y="6"/>
                    </a:cubicBezTo>
                    <a:cubicBezTo>
                      <a:pt x="114" y="3"/>
                      <a:pt x="110" y="1"/>
                      <a:pt x="105" y="0"/>
                    </a:cubicBezTo>
                    <a:cubicBezTo>
                      <a:pt x="105" y="0"/>
                      <a:pt x="105" y="0"/>
                      <a:pt x="105"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60" name="Freeform 24">
                <a:extLst>
                  <a:ext uri="{FF2B5EF4-FFF2-40B4-BE49-F238E27FC236}">
                    <a16:creationId xmlns:a16="http://schemas.microsoft.com/office/drawing/2014/main" id="{9371649E-07AC-4D45-8F34-BF1F538EC7F5}"/>
                  </a:ext>
                </a:extLst>
              </p:cNvPr>
              <p:cNvSpPr>
                <a:spLocks noEditPoints="1"/>
              </p:cNvSpPr>
              <p:nvPr/>
            </p:nvSpPr>
            <p:spPr bwMode="auto">
              <a:xfrm>
                <a:off x="1555138" y="3790388"/>
                <a:ext cx="318872" cy="293105"/>
              </a:xfrm>
              <a:custGeom>
                <a:avLst/>
                <a:gdLst>
                  <a:gd name="T0" fmla="*/ 32 w 84"/>
                  <a:gd name="T1" fmla="*/ 16 h 77"/>
                  <a:gd name="T2" fmla="*/ 67 w 84"/>
                  <a:gd name="T3" fmla="*/ 50 h 77"/>
                  <a:gd name="T4" fmla="*/ 17 w 84"/>
                  <a:gd name="T5" fmla="*/ 61 h 77"/>
                  <a:gd name="T6" fmla="*/ 32 w 84"/>
                  <a:gd name="T7" fmla="*/ 16 h 77"/>
                  <a:gd name="T8" fmla="*/ 32 w 84"/>
                  <a:gd name="T9" fmla="*/ 0 h 77"/>
                  <a:gd name="T10" fmla="*/ 28 w 84"/>
                  <a:gd name="T11" fmla="*/ 1 h 77"/>
                  <a:gd name="T12" fmla="*/ 17 w 84"/>
                  <a:gd name="T13" fmla="*/ 11 h 77"/>
                  <a:gd name="T14" fmla="*/ 2 w 84"/>
                  <a:gd name="T15" fmla="*/ 56 h 77"/>
                  <a:gd name="T16" fmla="*/ 5 w 84"/>
                  <a:gd name="T17" fmla="*/ 72 h 77"/>
                  <a:gd name="T18" fmla="*/ 17 w 84"/>
                  <a:gd name="T19" fmla="*/ 77 h 77"/>
                  <a:gd name="T20" fmla="*/ 20 w 84"/>
                  <a:gd name="T21" fmla="*/ 76 h 77"/>
                  <a:gd name="T22" fmla="*/ 71 w 84"/>
                  <a:gd name="T23" fmla="*/ 65 h 77"/>
                  <a:gd name="T24" fmla="*/ 83 w 84"/>
                  <a:gd name="T25" fmla="*/ 54 h 77"/>
                  <a:gd name="T26" fmla="*/ 78 w 84"/>
                  <a:gd name="T27" fmla="*/ 38 h 77"/>
                  <a:gd name="T28" fmla="*/ 43 w 84"/>
                  <a:gd name="T29" fmla="*/ 5 h 77"/>
                  <a:gd name="T30" fmla="*/ 32 w 84"/>
                  <a:gd name="T3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77">
                    <a:moveTo>
                      <a:pt x="32" y="16"/>
                    </a:moveTo>
                    <a:cubicBezTo>
                      <a:pt x="67" y="50"/>
                      <a:pt x="67" y="50"/>
                      <a:pt x="67" y="50"/>
                    </a:cubicBezTo>
                    <a:cubicBezTo>
                      <a:pt x="17" y="61"/>
                      <a:pt x="17" y="61"/>
                      <a:pt x="17" y="61"/>
                    </a:cubicBezTo>
                    <a:cubicBezTo>
                      <a:pt x="32" y="16"/>
                      <a:pt x="32" y="16"/>
                      <a:pt x="32" y="16"/>
                    </a:cubicBezTo>
                    <a:moveTo>
                      <a:pt x="32" y="0"/>
                    </a:moveTo>
                    <a:cubicBezTo>
                      <a:pt x="31" y="0"/>
                      <a:pt x="29" y="0"/>
                      <a:pt x="28" y="1"/>
                    </a:cubicBezTo>
                    <a:cubicBezTo>
                      <a:pt x="23" y="2"/>
                      <a:pt x="18" y="6"/>
                      <a:pt x="17" y="11"/>
                    </a:cubicBezTo>
                    <a:cubicBezTo>
                      <a:pt x="2" y="56"/>
                      <a:pt x="2" y="56"/>
                      <a:pt x="2" y="56"/>
                    </a:cubicBezTo>
                    <a:cubicBezTo>
                      <a:pt x="0" y="61"/>
                      <a:pt x="1" y="67"/>
                      <a:pt x="5" y="72"/>
                    </a:cubicBezTo>
                    <a:cubicBezTo>
                      <a:pt x="8" y="75"/>
                      <a:pt x="12" y="77"/>
                      <a:pt x="17" y="77"/>
                    </a:cubicBezTo>
                    <a:cubicBezTo>
                      <a:pt x="18" y="77"/>
                      <a:pt x="19" y="77"/>
                      <a:pt x="20" y="76"/>
                    </a:cubicBezTo>
                    <a:cubicBezTo>
                      <a:pt x="71" y="65"/>
                      <a:pt x="71" y="65"/>
                      <a:pt x="71" y="65"/>
                    </a:cubicBezTo>
                    <a:cubicBezTo>
                      <a:pt x="77" y="64"/>
                      <a:pt x="81" y="59"/>
                      <a:pt x="83" y="54"/>
                    </a:cubicBezTo>
                    <a:cubicBezTo>
                      <a:pt x="84" y="48"/>
                      <a:pt x="83" y="42"/>
                      <a:pt x="78" y="38"/>
                    </a:cubicBezTo>
                    <a:cubicBezTo>
                      <a:pt x="43" y="5"/>
                      <a:pt x="43" y="5"/>
                      <a:pt x="43" y="5"/>
                    </a:cubicBezTo>
                    <a:cubicBezTo>
                      <a:pt x="40" y="2"/>
                      <a:pt x="36" y="0"/>
                      <a:pt x="32"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61" name="Freeform 25">
                <a:extLst>
                  <a:ext uri="{FF2B5EF4-FFF2-40B4-BE49-F238E27FC236}">
                    <a16:creationId xmlns:a16="http://schemas.microsoft.com/office/drawing/2014/main" id="{C6CBC089-EBBD-492D-B996-BDBA183A2E27}"/>
                  </a:ext>
                </a:extLst>
              </p:cNvPr>
              <p:cNvSpPr>
                <a:spLocks/>
              </p:cNvSpPr>
              <p:nvPr/>
            </p:nvSpPr>
            <p:spPr bwMode="auto">
              <a:xfrm>
                <a:off x="1371545" y="3642225"/>
                <a:ext cx="69249" cy="148163"/>
              </a:xfrm>
              <a:custGeom>
                <a:avLst/>
                <a:gdLst>
                  <a:gd name="T0" fmla="*/ 0 w 43"/>
                  <a:gd name="T1" fmla="*/ 0 h 92"/>
                  <a:gd name="T2" fmla="*/ 43 w 43"/>
                  <a:gd name="T3" fmla="*/ 0 h 92"/>
                  <a:gd name="T4" fmla="*/ 43 w 43"/>
                  <a:gd name="T5" fmla="*/ 92 h 92"/>
                  <a:gd name="T6" fmla="*/ 0 w 43"/>
                  <a:gd name="T7" fmla="*/ 92 h 92"/>
                  <a:gd name="T8" fmla="*/ 0 w 43"/>
                  <a:gd name="T9" fmla="*/ 0 h 92"/>
                  <a:gd name="T10" fmla="*/ 0 w 43"/>
                  <a:gd name="T11" fmla="*/ 0 h 92"/>
                </a:gdLst>
                <a:ahLst/>
                <a:cxnLst>
                  <a:cxn ang="0">
                    <a:pos x="T0" y="T1"/>
                  </a:cxn>
                  <a:cxn ang="0">
                    <a:pos x="T2" y="T3"/>
                  </a:cxn>
                  <a:cxn ang="0">
                    <a:pos x="T4" y="T5"/>
                  </a:cxn>
                  <a:cxn ang="0">
                    <a:pos x="T6" y="T7"/>
                  </a:cxn>
                  <a:cxn ang="0">
                    <a:pos x="T8" y="T9"/>
                  </a:cxn>
                  <a:cxn ang="0">
                    <a:pos x="T10" y="T11"/>
                  </a:cxn>
                </a:cxnLst>
                <a:rect l="0" t="0" r="r" b="b"/>
                <a:pathLst>
                  <a:path w="43" h="92">
                    <a:moveTo>
                      <a:pt x="0" y="0"/>
                    </a:moveTo>
                    <a:lnTo>
                      <a:pt x="43" y="0"/>
                    </a:lnTo>
                    <a:lnTo>
                      <a:pt x="43" y="92"/>
                    </a:lnTo>
                    <a:lnTo>
                      <a:pt x="0" y="92"/>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62" name="Freeform 26">
                <a:extLst>
                  <a:ext uri="{FF2B5EF4-FFF2-40B4-BE49-F238E27FC236}">
                    <a16:creationId xmlns:a16="http://schemas.microsoft.com/office/drawing/2014/main" id="{0E870310-49FE-4174-B719-9C3AABF823E8}"/>
                  </a:ext>
                </a:extLst>
              </p:cNvPr>
              <p:cNvSpPr>
                <a:spLocks/>
              </p:cNvSpPr>
              <p:nvPr/>
            </p:nvSpPr>
            <p:spPr bwMode="auto">
              <a:xfrm>
                <a:off x="1371545" y="3642225"/>
                <a:ext cx="156215" cy="59588"/>
              </a:xfrm>
              <a:custGeom>
                <a:avLst/>
                <a:gdLst>
                  <a:gd name="T0" fmla="*/ 0 w 97"/>
                  <a:gd name="T1" fmla="*/ 0 h 37"/>
                  <a:gd name="T2" fmla="*/ 97 w 97"/>
                  <a:gd name="T3" fmla="*/ 0 h 37"/>
                  <a:gd name="T4" fmla="*/ 97 w 97"/>
                  <a:gd name="T5" fmla="*/ 37 h 37"/>
                  <a:gd name="T6" fmla="*/ 0 w 97"/>
                  <a:gd name="T7" fmla="*/ 37 h 37"/>
                  <a:gd name="T8" fmla="*/ 0 w 97"/>
                  <a:gd name="T9" fmla="*/ 0 h 37"/>
                  <a:gd name="T10" fmla="*/ 0 w 97"/>
                  <a:gd name="T11" fmla="*/ 0 h 37"/>
                </a:gdLst>
                <a:ahLst/>
                <a:cxnLst>
                  <a:cxn ang="0">
                    <a:pos x="T0" y="T1"/>
                  </a:cxn>
                  <a:cxn ang="0">
                    <a:pos x="T2" y="T3"/>
                  </a:cxn>
                  <a:cxn ang="0">
                    <a:pos x="T4" y="T5"/>
                  </a:cxn>
                  <a:cxn ang="0">
                    <a:pos x="T6" y="T7"/>
                  </a:cxn>
                  <a:cxn ang="0">
                    <a:pos x="T8" y="T9"/>
                  </a:cxn>
                  <a:cxn ang="0">
                    <a:pos x="T10" y="T11"/>
                  </a:cxn>
                </a:cxnLst>
                <a:rect l="0" t="0" r="r" b="b"/>
                <a:pathLst>
                  <a:path w="97" h="37">
                    <a:moveTo>
                      <a:pt x="0" y="0"/>
                    </a:moveTo>
                    <a:lnTo>
                      <a:pt x="97" y="0"/>
                    </a:lnTo>
                    <a:lnTo>
                      <a:pt x="97" y="37"/>
                    </a:lnTo>
                    <a:lnTo>
                      <a:pt x="0" y="37"/>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63" name="Freeform 27">
                <a:extLst>
                  <a:ext uri="{FF2B5EF4-FFF2-40B4-BE49-F238E27FC236}">
                    <a16:creationId xmlns:a16="http://schemas.microsoft.com/office/drawing/2014/main" id="{2A4ED14E-0405-4CAC-A192-EC26E695DBA2}"/>
                  </a:ext>
                </a:extLst>
              </p:cNvPr>
              <p:cNvSpPr>
                <a:spLocks/>
              </p:cNvSpPr>
              <p:nvPr/>
            </p:nvSpPr>
            <p:spPr bwMode="auto">
              <a:xfrm>
                <a:off x="1622777" y="3642225"/>
                <a:ext cx="161046" cy="59588"/>
              </a:xfrm>
              <a:custGeom>
                <a:avLst/>
                <a:gdLst>
                  <a:gd name="T0" fmla="*/ 0 w 100"/>
                  <a:gd name="T1" fmla="*/ 37 h 37"/>
                  <a:gd name="T2" fmla="*/ 0 w 100"/>
                  <a:gd name="T3" fmla="*/ 0 h 37"/>
                  <a:gd name="T4" fmla="*/ 100 w 100"/>
                  <a:gd name="T5" fmla="*/ 0 h 37"/>
                  <a:gd name="T6" fmla="*/ 64 w 100"/>
                  <a:gd name="T7" fmla="*/ 37 h 37"/>
                  <a:gd name="T8" fmla="*/ 0 w 100"/>
                  <a:gd name="T9" fmla="*/ 37 h 37"/>
                  <a:gd name="T10" fmla="*/ 0 w 100"/>
                  <a:gd name="T11" fmla="*/ 37 h 37"/>
                  <a:gd name="T12" fmla="*/ 0 w 100"/>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100" h="37">
                    <a:moveTo>
                      <a:pt x="0" y="37"/>
                    </a:moveTo>
                    <a:lnTo>
                      <a:pt x="0" y="0"/>
                    </a:lnTo>
                    <a:lnTo>
                      <a:pt x="100" y="0"/>
                    </a:lnTo>
                    <a:lnTo>
                      <a:pt x="64" y="37"/>
                    </a:lnTo>
                    <a:lnTo>
                      <a:pt x="0" y="37"/>
                    </a:lnTo>
                    <a:lnTo>
                      <a:pt x="0" y="37"/>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64" name="Freeform 28">
                <a:extLst>
                  <a:ext uri="{FF2B5EF4-FFF2-40B4-BE49-F238E27FC236}">
                    <a16:creationId xmlns:a16="http://schemas.microsoft.com/office/drawing/2014/main" id="{E69A08F6-0260-4863-BC36-807A90C9715E}"/>
                  </a:ext>
                </a:extLst>
              </p:cNvPr>
              <p:cNvSpPr>
                <a:spLocks/>
              </p:cNvSpPr>
              <p:nvPr/>
            </p:nvSpPr>
            <p:spPr bwMode="auto">
              <a:xfrm>
                <a:off x="1622777" y="4212330"/>
                <a:ext cx="161046" cy="72471"/>
              </a:xfrm>
              <a:custGeom>
                <a:avLst/>
                <a:gdLst>
                  <a:gd name="T0" fmla="*/ 0 w 100"/>
                  <a:gd name="T1" fmla="*/ 0 h 45"/>
                  <a:gd name="T2" fmla="*/ 100 w 100"/>
                  <a:gd name="T3" fmla="*/ 0 h 45"/>
                  <a:gd name="T4" fmla="*/ 100 w 100"/>
                  <a:gd name="T5" fmla="*/ 45 h 45"/>
                  <a:gd name="T6" fmla="*/ 0 w 100"/>
                  <a:gd name="T7" fmla="*/ 45 h 45"/>
                  <a:gd name="T8" fmla="*/ 0 w 100"/>
                  <a:gd name="T9" fmla="*/ 0 h 45"/>
                  <a:gd name="T10" fmla="*/ 0 w 100"/>
                  <a:gd name="T11" fmla="*/ 0 h 45"/>
                </a:gdLst>
                <a:ahLst/>
                <a:cxnLst>
                  <a:cxn ang="0">
                    <a:pos x="T0" y="T1"/>
                  </a:cxn>
                  <a:cxn ang="0">
                    <a:pos x="T2" y="T3"/>
                  </a:cxn>
                  <a:cxn ang="0">
                    <a:pos x="T4" y="T5"/>
                  </a:cxn>
                  <a:cxn ang="0">
                    <a:pos x="T6" y="T7"/>
                  </a:cxn>
                  <a:cxn ang="0">
                    <a:pos x="T8" y="T9"/>
                  </a:cxn>
                  <a:cxn ang="0">
                    <a:pos x="T10" y="T11"/>
                  </a:cxn>
                </a:cxnLst>
                <a:rect l="0" t="0" r="r" b="b"/>
                <a:pathLst>
                  <a:path w="100" h="45">
                    <a:moveTo>
                      <a:pt x="0" y="0"/>
                    </a:moveTo>
                    <a:lnTo>
                      <a:pt x="100" y="0"/>
                    </a:lnTo>
                    <a:lnTo>
                      <a:pt x="100"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65" name="Freeform 29">
                <a:extLst>
                  <a:ext uri="{FF2B5EF4-FFF2-40B4-BE49-F238E27FC236}">
                    <a16:creationId xmlns:a16="http://schemas.microsoft.com/office/drawing/2014/main" id="{D9993AB6-5600-47CC-9BFF-75E2B5D976EB}"/>
                  </a:ext>
                </a:extLst>
              </p:cNvPr>
              <p:cNvSpPr>
                <a:spLocks/>
              </p:cNvSpPr>
              <p:nvPr/>
            </p:nvSpPr>
            <p:spPr bwMode="auto">
              <a:xfrm>
                <a:off x="1371545"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66" name="Freeform 30">
                <a:extLst>
                  <a:ext uri="{FF2B5EF4-FFF2-40B4-BE49-F238E27FC236}">
                    <a16:creationId xmlns:a16="http://schemas.microsoft.com/office/drawing/2014/main" id="{C388207B-D7C2-43BA-BB6A-C97AECAE5057}"/>
                  </a:ext>
                </a:extLst>
              </p:cNvPr>
              <p:cNvSpPr>
                <a:spLocks/>
              </p:cNvSpPr>
              <p:nvPr/>
            </p:nvSpPr>
            <p:spPr bwMode="auto">
              <a:xfrm>
                <a:off x="1371545"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67" name="Freeform 31">
                <a:extLst>
                  <a:ext uri="{FF2B5EF4-FFF2-40B4-BE49-F238E27FC236}">
                    <a16:creationId xmlns:a16="http://schemas.microsoft.com/office/drawing/2014/main" id="{8C3BAD4F-8A5E-4C24-A6DC-AE8AC45B6A45}"/>
                  </a:ext>
                </a:extLst>
              </p:cNvPr>
              <p:cNvSpPr>
                <a:spLocks/>
              </p:cNvSpPr>
              <p:nvPr/>
            </p:nvSpPr>
            <p:spPr bwMode="auto">
              <a:xfrm>
                <a:off x="1371545"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68" name="Freeform 32">
                <a:extLst>
                  <a:ext uri="{FF2B5EF4-FFF2-40B4-BE49-F238E27FC236}">
                    <a16:creationId xmlns:a16="http://schemas.microsoft.com/office/drawing/2014/main" id="{1FF2993C-A8BE-4FF8-A84E-8C3842DBCF87}"/>
                  </a:ext>
                </a:extLst>
              </p:cNvPr>
              <p:cNvSpPr>
                <a:spLocks/>
              </p:cNvSpPr>
              <p:nvPr/>
            </p:nvSpPr>
            <p:spPr bwMode="auto">
              <a:xfrm>
                <a:off x="1969027"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69" name="Freeform 33">
                <a:extLst>
                  <a:ext uri="{FF2B5EF4-FFF2-40B4-BE49-F238E27FC236}">
                    <a16:creationId xmlns:a16="http://schemas.microsoft.com/office/drawing/2014/main" id="{BF420D8B-239E-43C0-AAAB-94125C752D2A}"/>
                  </a:ext>
                </a:extLst>
              </p:cNvPr>
              <p:cNvSpPr>
                <a:spLocks/>
              </p:cNvSpPr>
              <p:nvPr/>
            </p:nvSpPr>
            <p:spPr bwMode="auto">
              <a:xfrm>
                <a:off x="1882062"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70" name="Freeform 34">
                <a:extLst>
                  <a:ext uri="{FF2B5EF4-FFF2-40B4-BE49-F238E27FC236}">
                    <a16:creationId xmlns:a16="http://schemas.microsoft.com/office/drawing/2014/main" id="{5F045FC5-6CFE-42A7-8EFC-6827ADC4BC79}"/>
                  </a:ext>
                </a:extLst>
              </p:cNvPr>
              <p:cNvSpPr>
                <a:spLocks/>
              </p:cNvSpPr>
              <p:nvPr/>
            </p:nvSpPr>
            <p:spPr bwMode="auto">
              <a:xfrm>
                <a:off x="1969027"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71" name="Freeform 35">
                <a:extLst>
                  <a:ext uri="{FF2B5EF4-FFF2-40B4-BE49-F238E27FC236}">
                    <a16:creationId xmlns:a16="http://schemas.microsoft.com/office/drawing/2014/main" id="{44E22E70-3AAA-4A6A-A504-F2AE8C67E6BA}"/>
                  </a:ext>
                </a:extLst>
              </p:cNvPr>
              <p:cNvSpPr>
                <a:spLocks/>
              </p:cNvSpPr>
              <p:nvPr/>
            </p:nvSpPr>
            <p:spPr bwMode="auto">
              <a:xfrm>
                <a:off x="1725847" y="3466684"/>
                <a:ext cx="468645" cy="471867"/>
              </a:xfrm>
              <a:custGeom>
                <a:avLst/>
                <a:gdLst>
                  <a:gd name="T0" fmla="*/ 208 w 291"/>
                  <a:gd name="T1" fmla="*/ 0 h 293"/>
                  <a:gd name="T2" fmla="*/ 0 w 291"/>
                  <a:gd name="T3" fmla="*/ 196 h 293"/>
                  <a:gd name="T4" fmla="*/ 92 w 291"/>
                  <a:gd name="T5" fmla="*/ 293 h 293"/>
                  <a:gd name="T6" fmla="*/ 291 w 291"/>
                  <a:gd name="T7" fmla="*/ 94 h 293"/>
                  <a:gd name="T8" fmla="*/ 208 w 291"/>
                  <a:gd name="T9" fmla="*/ 0 h 293"/>
                  <a:gd name="T10" fmla="*/ 208 w 291"/>
                  <a:gd name="T11" fmla="*/ 0 h 293"/>
                  <a:gd name="T12" fmla="*/ 208 w 291"/>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91" h="293">
                    <a:moveTo>
                      <a:pt x="208" y="0"/>
                    </a:moveTo>
                    <a:lnTo>
                      <a:pt x="0" y="196"/>
                    </a:lnTo>
                    <a:lnTo>
                      <a:pt x="92" y="293"/>
                    </a:lnTo>
                    <a:lnTo>
                      <a:pt x="291" y="94"/>
                    </a:lnTo>
                    <a:lnTo>
                      <a:pt x="208" y="0"/>
                    </a:lnTo>
                    <a:lnTo>
                      <a:pt x="208" y="0"/>
                    </a:lnTo>
                    <a:lnTo>
                      <a:pt x="20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72" name="Freeform 36">
                <a:extLst>
                  <a:ext uri="{FF2B5EF4-FFF2-40B4-BE49-F238E27FC236}">
                    <a16:creationId xmlns:a16="http://schemas.microsoft.com/office/drawing/2014/main" id="{9A0EC5A9-CB4F-467D-9365-F6FEAB1DF92B}"/>
                  </a:ext>
                </a:extLst>
              </p:cNvPr>
              <p:cNvSpPr>
                <a:spLocks/>
              </p:cNvSpPr>
              <p:nvPr/>
            </p:nvSpPr>
            <p:spPr bwMode="auto">
              <a:xfrm>
                <a:off x="1619556" y="3849975"/>
                <a:ext cx="190035" cy="172320"/>
              </a:xfrm>
              <a:custGeom>
                <a:avLst/>
                <a:gdLst>
                  <a:gd name="T0" fmla="*/ 35 w 118"/>
                  <a:gd name="T1" fmla="*/ 0 h 107"/>
                  <a:gd name="T2" fmla="*/ 0 w 118"/>
                  <a:gd name="T3" fmla="*/ 107 h 107"/>
                  <a:gd name="T4" fmla="*/ 118 w 118"/>
                  <a:gd name="T5" fmla="*/ 81 h 107"/>
                  <a:gd name="T6" fmla="*/ 35 w 118"/>
                  <a:gd name="T7" fmla="*/ 0 h 107"/>
                  <a:gd name="T8" fmla="*/ 35 w 118"/>
                  <a:gd name="T9" fmla="*/ 0 h 107"/>
                  <a:gd name="T10" fmla="*/ 35 w 118"/>
                  <a:gd name="T11" fmla="*/ 0 h 107"/>
                </a:gdLst>
                <a:ahLst/>
                <a:cxnLst>
                  <a:cxn ang="0">
                    <a:pos x="T0" y="T1"/>
                  </a:cxn>
                  <a:cxn ang="0">
                    <a:pos x="T2" y="T3"/>
                  </a:cxn>
                  <a:cxn ang="0">
                    <a:pos x="T4" y="T5"/>
                  </a:cxn>
                  <a:cxn ang="0">
                    <a:pos x="T6" y="T7"/>
                  </a:cxn>
                  <a:cxn ang="0">
                    <a:pos x="T8" y="T9"/>
                  </a:cxn>
                  <a:cxn ang="0">
                    <a:pos x="T10" y="T11"/>
                  </a:cxn>
                </a:cxnLst>
                <a:rect l="0" t="0" r="r" b="b"/>
                <a:pathLst>
                  <a:path w="118" h="107">
                    <a:moveTo>
                      <a:pt x="35" y="0"/>
                    </a:moveTo>
                    <a:lnTo>
                      <a:pt x="0" y="107"/>
                    </a:lnTo>
                    <a:lnTo>
                      <a:pt x="118" y="81"/>
                    </a:lnTo>
                    <a:lnTo>
                      <a:pt x="35" y="0"/>
                    </a:lnTo>
                    <a:lnTo>
                      <a:pt x="35" y="0"/>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p:sp>
        <p:nvSpPr>
          <p:cNvPr id="173" name="TextBox 172">
            <a:extLst>
              <a:ext uri="{FF2B5EF4-FFF2-40B4-BE49-F238E27FC236}">
                <a16:creationId xmlns:a16="http://schemas.microsoft.com/office/drawing/2014/main" id="{7FEB8853-A073-4D3B-8F58-D9A8074A6050}"/>
              </a:ext>
            </a:extLst>
          </p:cNvPr>
          <p:cNvSpPr txBox="1"/>
          <p:nvPr/>
        </p:nvSpPr>
        <p:spPr>
          <a:xfrm>
            <a:off x="5382276" y="4721759"/>
            <a:ext cx="17310544" cy="2597378"/>
          </a:xfrm>
          <a:prstGeom prst="rect">
            <a:avLst/>
          </a:prstGeom>
          <a:noFill/>
        </p:spPr>
        <p:txBody>
          <a:bodyPr wrap="square">
            <a:spAutoFit/>
          </a:bodyPr>
          <a:lstStyle/>
          <a:p>
            <a:pPr>
              <a:lnSpc>
                <a:spcPct val="107000"/>
              </a:lnSpc>
              <a:spcAft>
                <a:spcPts val="800"/>
              </a:spcAft>
            </a:pPr>
            <a:r>
              <a:rPr lang="vi-VN" sz="4800" b="1">
                <a:latin typeface="Tahoma" panose="020B0604030504040204" pitchFamily="34" charset="0"/>
                <a:ea typeface="Tahoma" panose="020B0604030504040204" pitchFamily="34" charset="0"/>
                <a:cs typeface="Tahoma" panose="020B0604030504040204" pitchFamily="34" charset="0"/>
              </a:rPr>
              <a:t>Trong các câu ở </a:t>
            </a:r>
            <a:r>
              <a:rPr lang="en-US" sz="4800" b="1">
                <a:latin typeface="Tahoma" panose="020B0604030504040204" pitchFamily="34" charset="0"/>
                <a:ea typeface="Tahoma" panose="020B0604030504040204" pitchFamily="34" charset="0"/>
                <a:cs typeface="Tahoma" panose="020B0604030504040204" pitchFamily="34" charset="0"/>
              </a:rPr>
              <a:t>tình huống mở đầu :</a:t>
            </a:r>
          </a:p>
          <a:p>
            <a:pPr>
              <a:lnSpc>
                <a:spcPct val="107000"/>
              </a:lnSpc>
              <a:spcAft>
                <a:spcPts val="800"/>
              </a:spcAft>
            </a:pPr>
            <a:r>
              <a:rPr lang="en-US" sz="4800" b="1">
                <a:latin typeface="Tahoma" panose="020B0604030504040204" pitchFamily="34" charset="0"/>
                <a:ea typeface="Tahoma" panose="020B0604030504040204" pitchFamily="34" charset="0"/>
                <a:cs typeface="Tahoma" panose="020B0604030504040204" pitchFamily="34" charset="0"/>
              </a:rPr>
              <a:t>a) Câu nào đúng?		b) Câu nào sai?</a:t>
            </a:r>
          </a:p>
          <a:p>
            <a:pPr algn="just">
              <a:lnSpc>
                <a:spcPct val="107000"/>
              </a:lnSpc>
              <a:spcAft>
                <a:spcPts val="800"/>
              </a:spcAft>
            </a:pPr>
            <a:r>
              <a:rPr lang="en-US" sz="4800" b="1">
                <a:latin typeface="Tahoma" panose="020B0604030504040204" pitchFamily="34" charset="0"/>
                <a:ea typeface="Tahoma" panose="020B0604030504040204" pitchFamily="34" charset="0"/>
                <a:cs typeface="Tahoma" panose="020B0604030504040204" pitchFamily="34" charset="0"/>
              </a:rPr>
              <a:t>c) Câu nào không xác định được tính đúng sai?</a:t>
            </a:r>
          </a:p>
        </p:txBody>
      </p:sp>
      <p:sp>
        <p:nvSpPr>
          <p:cNvPr id="174" name="Rounded Rectangle 4">
            <a:extLst>
              <a:ext uri="{FF2B5EF4-FFF2-40B4-BE49-F238E27FC236}">
                <a16:creationId xmlns:a16="http://schemas.microsoft.com/office/drawing/2014/main" id="{1CFB6FAC-C074-4C3B-9E4D-FA6BE0F2C587}"/>
              </a:ext>
            </a:extLst>
          </p:cNvPr>
          <p:cNvSpPr/>
          <p:nvPr/>
        </p:nvSpPr>
        <p:spPr>
          <a:xfrm>
            <a:off x="1084355" y="7881995"/>
            <a:ext cx="22378999" cy="5376805"/>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99FF99"/>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75" name="Group 174">
            <a:extLst>
              <a:ext uri="{FF2B5EF4-FFF2-40B4-BE49-F238E27FC236}">
                <a16:creationId xmlns:a16="http://schemas.microsoft.com/office/drawing/2014/main" id="{B7A903F2-4334-4577-AD19-259AAF73AC44}"/>
              </a:ext>
            </a:extLst>
          </p:cNvPr>
          <p:cNvGrpSpPr/>
          <p:nvPr/>
        </p:nvGrpSpPr>
        <p:grpSpPr>
          <a:xfrm>
            <a:off x="1617759" y="7543800"/>
            <a:ext cx="3600000" cy="828000"/>
            <a:chOff x="1275608" y="6322796"/>
            <a:chExt cx="3572909" cy="828631"/>
          </a:xfrm>
        </p:grpSpPr>
        <p:sp>
          <p:nvSpPr>
            <p:cNvPr id="176" name="Freeform 20">
              <a:extLst>
                <a:ext uri="{FF2B5EF4-FFF2-40B4-BE49-F238E27FC236}">
                  <a16:creationId xmlns:a16="http://schemas.microsoft.com/office/drawing/2014/main" id="{6BD0D65F-C6F8-4914-B0C2-45D119EADA9C}"/>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77" name="TextBox 176">
              <a:extLst>
                <a:ext uri="{FF2B5EF4-FFF2-40B4-BE49-F238E27FC236}">
                  <a16:creationId xmlns:a16="http://schemas.microsoft.com/office/drawing/2014/main" id="{12D934ED-92BF-4577-BDE7-84ED6253F231}"/>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178" name="Round Diagonal Corner Rectangle 8">
              <a:extLst>
                <a:ext uri="{FF2B5EF4-FFF2-40B4-BE49-F238E27FC236}">
                  <a16:creationId xmlns:a16="http://schemas.microsoft.com/office/drawing/2014/main" id="{FF573D45-0E72-406D-B5B4-BA7C94095F29}"/>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79" name="Freeform 9">
              <a:extLst>
                <a:ext uri="{FF2B5EF4-FFF2-40B4-BE49-F238E27FC236}">
                  <a16:creationId xmlns:a16="http://schemas.microsoft.com/office/drawing/2014/main" id="{302E8198-CD70-4900-8AC0-5C0C52E85ABB}"/>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80" name="Rectangle 179">
            <a:extLst>
              <a:ext uri="{FF2B5EF4-FFF2-40B4-BE49-F238E27FC236}">
                <a16:creationId xmlns:a16="http://schemas.microsoft.com/office/drawing/2014/main" id="{FFDD48CF-2E20-4D63-B63E-76D7927B2F3F}"/>
              </a:ext>
            </a:extLst>
          </p:cNvPr>
          <p:cNvSpPr/>
          <p:nvPr/>
        </p:nvSpPr>
        <p:spPr>
          <a:xfrm>
            <a:off x="1389156" y="8534400"/>
            <a:ext cx="21394644" cy="3046988"/>
          </a:xfrm>
          <a:prstGeom prst="rect">
            <a:avLst/>
          </a:prstGeom>
        </p:spPr>
        <p:txBody>
          <a:bodyPr wrap="square">
            <a:spAutoFit/>
          </a:bodyPr>
          <a:lstStyle/>
          <a:p>
            <a:r>
              <a:rPr lang="en-US" sz="4800" b="1">
                <a:latin typeface="Tahoma" panose="020B0604030504040204" pitchFamily="34" charset="0"/>
                <a:ea typeface="Tahoma" panose="020B0604030504040204" pitchFamily="34" charset="0"/>
                <a:cs typeface="Tahoma" panose="020B0604030504040204" pitchFamily="34" charset="0"/>
              </a:rPr>
              <a:t>a) Câu nói của Khoa </a:t>
            </a:r>
            <a:r>
              <a:rPr lang="en-US" sz="4800" b="1">
                <a:solidFill>
                  <a:srgbClr val="FF0000"/>
                </a:solidFill>
                <a:latin typeface="Tahoma" panose="020B0604030504040204" pitchFamily="34" charset="0"/>
                <a:ea typeface="Tahoma" panose="020B0604030504040204" pitchFamily="34" charset="0"/>
                <a:cs typeface="Tahoma" panose="020B0604030504040204" pitchFamily="34" charset="0"/>
              </a:rPr>
              <a:t>đúng</a:t>
            </a:r>
            <a:r>
              <a:rPr lang="en-US" sz="4800" b="1">
                <a:latin typeface="Tahoma" panose="020B0604030504040204" pitchFamily="34" charset="0"/>
                <a:ea typeface="Tahoma" panose="020B0604030504040204" pitchFamily="34" charset="0"/>
                <a:cs typeface="Tahoma" panose="020B0604030504040204" pitchFamily="34" charset="0"/>
              </a:rPr>
              <a:t>.</a:t>
            </a:r>
          </a:p>
          <a:p>
            <a:r>
              <a:rPr lang="en-US" sz="4800" b="1">
                <a:latin typeface="Tahoma" panose="020B0604030504040204" pitchFamily="34" charset="0"/>
                <a:ea typeface="Tahoma" panose="020B0604030504040204" pitchFamily="34" charset="0"/>
                <a:cs typeface="Tahoma" panose="020B0604030504040204" pitchFamily="34" charset="0"/>
              </a:rPr>
              <a:t>b) Câu nói của An </a:t>
            </a:r>
            <a:r>
              <a:rPr lang="en-US" sz="4800" b="1">
                <a:solidFill>
                  <a:srgbClr val="FF0000"/>
                </a:solidFill>
                <a:latin typeface="Tahoma" panose="020B0604030504040204" pitchFamily="34" charset="0"/>
                <a:ea typeface="Tahoma" panose="020B0604030504040204" pitchFamily="34" charset="0"/>
                <a:cs typeface="Tahoma" panose="020B0604030504040204" pitchFamily="34" charset="0"/>
              </a:rPr>
              <a:t>sai</a:t>
            </a:r>
            <a:r>
              <a:rPr lang="en-US" sz="4800" b="1">
                <a:latin typeface="Tahoma" panose="020B0604030504040204" pitchFamily="34" charset="0"/>
                <a:ea typeface="Tahoma" panose="020B0604030504040204" pitchFamily="34" charset="0"/>
                <a:cs typeface="Tahoma" panose="020B0604030504040204" pitchFamily="34" charset="0"/>
              </a:rPr>
              <a:t>.</a:t>
            </a:r>
          </a:p>
          <a:p>
            <a:r>
              <a:rPr lang="en-US" sz="4800" b="1">
                <a:latin typeface="Tahoma" panose="020B0604030504040204" pitchFamily="34" charset="0"/>
                <a:ea typeface="Tahoma" panose="020B0604030504040204" pitchFamily="34" charset="0"/>
                <a:cs typeface="Tahoma" panose="020B0604030504040204" pitchFamily="34" charset="0"/>
              </a:rPr>
              <a:t>c) Câu “Có bao nhiêu con vật xuất hiện trong hình vẽ ?’’ không xác định tính đúng sai.</a:t>
            </a:r>
          </a:p>
        </p:txBody>
      </p:sp>
      <p:sp>
        <p:nvSpPr>
          <p:cNvPr id="182" name="Rounded Rectangle 18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86" name="TextBox 18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4975899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barn(inVertical)">
                                      <p:cBhvr>
                                        <p:cTn id="7" dur="500"/>
                                        <p:tgtEl>
                                          <p:spTgt spid="1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18"/>
                                        </p:tgtEl>
                                        <p:attrNameLst>
                                          <p:attrName>style.visibility</p:attrName>
                                        </p:attrNameLst>
                                      </p:cBhvr>
                                      <p:to>
                                        <p:strVal val="visible"/>
                                      </p:to>
                                    </p:set>
                                    <p:animEffect transition="in" filter="barn(inVertical)">
                                      <p:cBhvr>
                                        <p:cTn id="12" dur="500"/>
                                        <p:tgtEl>
                                          <p:spTgt spid="1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3"/>
                                        </p:tgtEl>
                                        <p:attrNameLst>
                                          <p:attrName>style.visibility</p:attrName>
                                        </p:attrNameLst>
                                      </p:cBhvr>
                                      <p:to>
                                        <p:strVal val="visible"/>
                                      </p:to>
                                    </p:set>
                                    <p:animEffect transition="in" filter="wipe(left)">
                                      <p:cBhvr>
                                        <p:cTn id="17" dur="500"/>
                                        <p:tgtEl>
                                          <p:spTgt spid="93"/>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94"/>
                                        </p:tgtEl>
                                        <p:attrNameLst>
                                          <p:attrName>style.visibility</p:attrName>
                                        </p:attrNameLst>
                                      </p:cBhvr>
                                      <p:to>
                                        <p:strVal val="visible"/>
                                      </p:to>
                                    </p:set>
                                    <p:animEffect transition="in" filter="wipe(left)">
                                      <p:cBhvr>
                                        <p:cTn id="21" dur="500"/>
                                        <p:tgtEl>
                                          <p:spTgt spid="94"/>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173"/>
                                        </p:tgtEl>
                                        <p:attrNameLst>
                                          <p:attrName>style.visibility</p:attrName>
                                        </p:attrNameLst>
                                      </p:cBhvr>
                                      <p:to>
                                        <p:strVal val="visible"/>
                                      </p:to>
                                    </p:set>
                                    <p:animEffect transition="in" filter="wipe(left)">
                                      <p:cBhvr>
                                        <p:cTn id="25" dur="500"/>
                                        <p:tgtEl>
                                          <p:spTgt spid="173"/>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175"/>
                                        </p:tgtEl>
                                        <p:attrNameLst>
                                          <p:attrName>style.visibility</p:attrName>
                                        </p:attrNameLst>
                                      </p:cBhvr>
                                      <p:to>
                                        <p:strVal val="visible"/>
                                      </p:to>
                                    </p:set>
                                    <p:animEffect transition="in" filter="barn(inVertical)">
                                      <p:cBhvr>
                                        <p:cTn id="30" dur="500"/>
                                        <p:tgtEl>
                                          <p:spTgt spid="175"/>
                                        </p:tgtEl>
                                      </p:cBhvr>
                                    </p:animEffect>
                                  </p:childTnLst>
                                </p:cTn>
                              </p:par>
                            </p:childTnLst>
                          </p:cTn>
                        </p:par>
                        <p:par>
                          <p:cTn id="31" fill="hold">
                            <p:stCondLst>
                              <p:cond delay="500"/>
                            </p:stCondLst>
                            <p:childTnLst>
                              <p:par>
                                <p:cTn id="32" presetID="22" presetClass="entr" presetSubtype="4" fill="hold" grpId="0" nodeType="afterEffect">
                                  <p:stCondLst>
                                    <p:cond delay="0"/>
                                  </p:stCondLst>
                                  <p:childTnLst>
                                    <p:set>
                                      <p:cBhvr>
                                        <p:cTn id="33" dur="1" fill="hold">
                                          <p:stCondLst>
                                            <p:cond delay="0"/>
                                          </p:stCondLst>
                                        </p:cTn>
                                        <p:tgtEl>
                                          <p:spTgt spid="174"/>
                                        </p:tgtEl>
                                        <p:attrNameLst>
                                          <p:attrName>style.visibility</p:attrName>
                                        </p:attrNameLst>
                                      </p:cBhvr>
                                      <p:to>
                                        <p:strVal val="visible"/>
                                      </p:to>
                                    </p:set>
                                    <p:animEffect transition="in" filter="wipe(down)">
                                      <p:cBhvr>
                                        <p:cTn id="34" dur="500"/>
                                        <p:tgtEl>
                                          <p:spTgt spid="174"/>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0">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0">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173" grpId="0"/>
      <p:bldP spid="17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Rectangle 18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752600"/>
            <a:ext cx="22680054" cy="11734800"/>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0000"/>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nvGrpSpPr>
          <p:cNvPr id="110" name="Group 109">
            <a:extLst>
              <a:ext uri="{FF2B5EF4-FFF2-40B4-BE49-F238E27FC236}">
                <a16:creationId xmlns:a16="http://schemas.microsoft.com/office/drawing/2014/main" id="{72CF25C3-4560-439D-B333-60F2A0F1AB90}"/>
              </a:ext>
            </a:extLst>
          </p:cNvPr>
          <p:cNvGrpSpPr/>
          <p:nvPr/>
        </p:nvGrpSpPr>
        <p:grpSpPr>
          <a:xfrm>
            <a:off x="990600" y="2438400"/>
            <a:ext cx="18592800" cy="830997"/>
            <a:chOff x="777875" y="1892299"/>
            <a:chExt cx="18592800" cy="830995"/>
          </a:xfrm>
        </p:grpSpPr>
        <p:sp>
          <p:nvSpPr>
            <p:cNvPr id="111" name="Rounded Rectangle 71">
              <a:extLst>
                <a:ext uri="{FF2B5EF4-FFF2-40B4-BE49-F238E27FC236}">
                  <a16:creationId xmlns:a16="http://schemas.microsoft.com/office/drawing/2014/main" id="{F7F10ABE-EF90-4915-AC63-468E1261D773}"/>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TextBox 115">
              <a:extLst>
                <a:ext uri="{FF2B5EF4-FFF2-40B4-BE49-F238E27FC236}">
                  <a16:creationId xmlns:a16="http://schemas.microsoft.com/office/drawing/2014/main" id="{11B432A0-551C-4469-93A9-E26909D3A945}"/>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1.</a:t>
              </a:r>
            </a:p>
          </p:txBody>
        </p:sp>
        <p:sp>
          <p:nvSpPr>
            <p:cNvPr id="117" name="TextBox 116">
              <a:extLst>
                <a:ext uri="{FF2B5EF4-FFF2-40B4-BE49-F238E27FC236}">
                  <a16:creationId xmlns:a16="http://schemas.microsoft.com/office/drawing/2014/main" id="{116D3920-9545-4663-AC38-A1015E32DBA2}"/>
                </a:ext>
              </a:extLst>
            </p:cNvPr>
            <p:cNvSpPr txBox="1"/>
            <p:nvPr/>
          </p:nvSpPr>
          <p:spPr>
            <a:xfrm>
              <a:off x="2087561" y="1892299"/>
              <a:ext cx="17283114" cy="830995"/>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MỆNH ĐỀ. MỆNH ĐỀ CHỨA BIẾN</a:t>
              </a:r>
            </a:p>
          </p:txBody>
        </p:sp>
      </p:grpSp>
      <p:grpSp>
        <p:nvGrpSpPr>
          <p:cNvPr id="118" name="Group 117">
            <a:extLst>
              <a:ext uri="{FF2B5EF4-FFF2-40B4-BE49-F238E27FC236}">
                <a16:creationId xmlns:a16="http://schemas.microsoft.com/office/drawing/2014/main" id="{E72FEAAC-7134-4A36-AC4F-25C9DEA76E62}"/>
              </a:ext>
            </a:extLst>
          </p:cNvPr>
          <p:cNvGrpSpPr/>
          <p:nvPr/>
        </p:nvGrpSpPr>
        <p:grpSpPr>
          <a:xfrm>
            <a:off x="2193087" y="3429000"/>
            <a:ext cx="10837113" cy="852016"/>
            <a:chOff x="895143" y="2795826"/>
            <a:chExt cx="10417389" cy="852016"/>
          </a:xfrm>
        </p:grpSpPr>
        <p:sp>
          <p:nvSpPr>
            <p:cNvPr id="119" name="TextBox 118">
              <a:extLst>
                <a:ext uri="{FF2B5EF4-FFF2-40B4-BE49-F238E27FC236}">
                  <a16:creationId xmlns:a16="http://schemas.microsoft.com/office/drawing/2014/main" id="{F2B5C444-B848-48F1-AEB7-A81D65177555}"/>
                </a:ext>
              </a:extLst>
            </p:cNvPr>
            <p:cNvSpPr txBox="1"/>
            <p:nvPr/>
          </p:nvSpPr>
          <p:spPr>
            <a:xfrm>
              <a:off x="2320932" y="2816845"/>
              <a:ext cx="8991600" cy="830997"/>
            </a:xfrm>
            <a:prstGeom prst="rect">
              <a:avLst/>
            </a:prstGeom>
            <a:noFill/>
          </p:spPr>
          <p:txBody>
            <a:bodyPr wrap="square" rtlCol="0">
              <a:spAutoFit/>
            </a:bodyPr>
            <a:lstStyle/>
            <a:p>
              <a:r>
                <a:rPr lang="en-US" sz="4800" b="1" dirty="0" err="1">
                  <a:solidFill>
                    <a:srgbClr val="145F82"/>
                  </a:solidFill>
                  <a:latin typeface="Tahoma" pitchFamily="34" charset="0"/>
                  <a:ea typeface="Tahoma" pitchFamily="34" charset="0"/>
                  <a:cs typeface="Tahoma" pitchFamily="34" charset="0"/>
                </a:rPr>
                <a:t>Mệnh</a:t>
              </a:r>
              <a:r>
                <a:rPr lang="en-US" sz="4800" b="1" dirty="0">
                  <a:solidFill>
                    <a:srgbClr val="145F82"/>
                  </a:solidFill>
                  <a:latin typeface="Tahoma" pitchFamily="34" charset="0"/>
                  <a:ea typeface="Tahoma" pitchFamily="34" charset="0"/>
                  <a:cs typeface="Tahoma" pitchFamily="34" charset="0"/>
                </a:rPr>
                <a:t> </a:t>
              </a:r>
              <a:r>
                <a:rPr lang="en-US" sz="4800" b="1" dirty="0" err="1">
                  <a:solidFill>
                    <a:srgbClr val="145F82"/>
                  </a:solidFill>
                  <a:latin typeface="Tahoma" pitchFamily="34" charset="0"/>
                  <a:ea typeface="Tahoma" pitchFamily="34" charset="0"/>
                  <a:cs typeface="Tahoma" pitchFamily="34" charset="0"/>
                </a:rPr>
                <a:t>đề</a:t>
              </a:r>
              <a:endParaRPr lang="en-US" sz="4800" b="1" dirty="0">
                <a:solidFill>
                  <a:srgbClr val="145F82"/>
                </a:solidFill>
                <a:latin typeface="Tahoma" pitchFamily="34" charset="0"/>
                <a:ea typeface="Tahoma" pitchFamily="34" charset="0"/>
                <a:cs typeface="Tahoma" pitchFamily="34" charset="0"/>
              </a:endParaRPr>
            </a:p>
          </p:txBody>
        </p:sp>
        <p:sp>
          <p:nvSpPr>
            <p:cNvPr id="120" name="Rounded Rectangle 7">
              <a:extLst>
                <a:ext uri="{FF2B5EF4-FFF2-40B4-BE49-F238E27FC236}">
                  <a16:creationId xmlns:a16="http://schemas.microsoft.com/office/drawing/2014/main" id="{8835B802-FAED-4E05-BEF2-416EB971088F}"/>
                </a:ext>
              </a:extLst>
            </p:cNvPr>
            <p:cNvSpPr/>
            <p:nvPr/>
          </p:nvSpPr>
          <p:spPr>
            <a:xfrm>
              <a:off x="895143" y="2823876"/>
              <a:ext cx="895051"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TextBox 120">
              <a:extLst>
                <a:ext uri="{FF2B5EF4-FFF2-40B4-BE49-F238E27FC236}">
                  <a16:creationId xmlns:a16="http://schemas.microsoft.com/office/drawing/2014/main" id="{793D53C2-AD9E-4F0B-BF09-499475F81D87}"/>
                </a:ext>
              </a:extLst>
            </p:cNvPr>
            <p:cNvSpPr txBox="1"/>
            <p:nvPr/>
          </p:nvSpPr>
          <p:spPr>
            <a:xfrm>
              <a:off x="927984" y="2795826"/>
              <a:ext cx="672149" cy="769441"/>
            </a:xfrm>
            <a:prstGeom prst="rect">
              <a:avLst/>
            </a:prstGeom>
            <a:noFill/>
          </p:spPr>
          <p:txBody>
            <a:bodyPr wrap="none" rtlCol="0">
              <a:spAutoFit/>
            </a:bodyPr>
            <a:lstStyle/>
            <a:p>
              <a:pPr algn="ctr"/>
              <a:r>
                <a:rPr lang="en-US" sz="4400" b="1">
                  <a:solidFill>
                    <a:schemeClr val="bg1"/>
                  </a:solidFill>
                  <a:latin typeface="Tahoma" pitchFamily="34" charset="0"/>
                  <a:ea typeface="Tahoma" pitchFamily="34" charset="0"/>
                  <a:cs typeface="Tahoma" pitchFamily="34" charset="0"/>
                </a:rPr>
                <a:t>a.</a:t>
              </a:r>
            </a:p>
          </p:txBody>
        </p:sp>
      </p:grpSp>
      <p:sp>
        <p:nvSpPr>
          <p:cNvPr id="92" name="TextBox 91">
            <a:extLst>
              <a:ext uri="{FF2B5EF4-FFF2-40B4-BE49-F238E27FC236}">
                <a16:creationId xmlns:a16="http://schemas.microsoft.com/office/drawing/2014/main" id="{B92B2298-423A-4667-BD21-51C52BCCA151}"/>
              </a:ext>
            </a:extLst>
          </p:cNvPr>
          <p:cNvSpPr txBox="1"/>
          <p:nvPr/>
        </p:nvSpPr>
        <p:spPr>
          <a:xfrm>
            <a:off x="1769110" y="6621943"/>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93" name="Rounded Rectangle 61">
            <a:extLst>
              <a:ext uri="{FF2B5EF4-FFF2-40B4-BE49-F238E27FC236}">
                <a16:creationId xmlns:a16="http://schemas.microsoft.com/office/drawing/2014/main" id="{E6582DB1-B44D-4D8D-A654-1E4EAA917066}"/>
              </a:ext>
            </a:extLst>
          </p:cNvPr>
          <p:cNvSpPr/>
          <p:nvPr/>
        </p:nvSpPr>
        <p:spPr>
          <a:xfrm>
            <a:off x="985826" y="4708138"/>
            <a:ext cx="22407574" cy="2658182"/>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94" name="Group 67">
            <a:extLst>
              <a:ext uri="{FF2B5EF4-FFF2-40B4-BE49-F238E27FC236}">
                <a16:creationId xmlns:a16="http://schemas.microsoft.com/office/drawing/2014/main" id="{829B3BE9-DE8B-4219-8BEF-5813BE9CC905}"/>
              </a:ext>
            </a:extLst>
          </p:cNvPr>
          <p:cNvGrpSpPr/>
          <p:nvPr/>
        </p:nvGrpSpPr>
        <p:grpSpPr>
          <a:xfrm>
            <a:off x="1456253" y="4343400"/>
            <a:ext cx="3579192" cy="940513"/>
            <a:chOff x="1311958" y="3405486"/>
            <a:chExt cx="3579192" cy="940513"/>
          </a:xfrm>
        </p:grpSpPr>
        <p:sp>
          <p:nvSpPr>
            <p:cNvPr id="95" name="Freeform 20">
              <a:extLst>
                <a:ext uri="{FF2B5EF4-FFF2-40B4-BE49-F238E27FC236}">
                  <a16:creationId xmlns:a16="http://schemas.microsoft.com/office/drawing/2014/main" id="{F53F3D91-5D46-4F6E-B90B-4D856C329ABE}"/>
                </a:ext>
              </a:extLst>
            </p:cNvPr>
            <p:cNvSpPr>
              <a:spLocks/>
            </p:cNvSpPr>
            <p:nvPr/>
          </p:nvSpPr>
          <p:spPr bwMode="auto">
            <a:xfrm rot="5400000">
              <a:off x="3085216" y="2507252"/>
              <a:ext cx="793396" cy="2818473"/>
            </a:xfrm>
            <a:prstGeom prst="round2SameRect">
              <a:avLst/>
            </a:prstGeom>
            <a:solidFill>
              <a:srgbClr val="70AD47">
                <a:lumMod val="75000"/>
              </a:srgbClr>
            </a:solidFill>
            <a:ln w="57150">
              <a:solidFill>
                <a:srgbClr val="70AD47">
                  <a:lumMod val="75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96" name="TextBox 95">
              <a:extLst>
                <a:ext uri="{FF2B5EF4-FFF2-40B4-BE49-F238E27FC236}">
                  <a16:creationId xmlns:a16="http://schemas.microsoft.com/office/drawing/2014/main" id="{E6E228B3-A1F7-490F-B63F-02581BD81C9A}"/>
                </a:ext>
              </a:extLst>
            </p:cNvPr>
            <p:cNvSpPr txBox="1"/>
            <p:nvPr/>
          </p:nvSpPr>
          <p:spPr>
            <a:xfrm>
              <a:off x="2316645" y="3484582"/>
              <a:ext cx="1640193" cy="8002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0" cap="none" spc="0" normalizeH="0" baseline="0" noProof="0" dirty="0">
                  <a:ln>
                    <a:noFill/>
                  </a:ln>
                  <a:solidFill>
                    <a:srgbClr val="FFFF00"/>
                  </a:solidFill>
                  <a:effectLst/>
                  <a:uLnTx/>
                  <a:uFillTx/>
                  <a:latin typeface="Tahoma" pitchFamily="34" charset="0"/>
                  <a:ea typeface="Tahoma" pitchFamily="34" charset="0"/>
                  <a:cs typeface="Tahoma" pitchFamily="34" charset="0"/>
                </a:rPr>
                <a:t>HĐ 1</a:t>
              </a:r>
            </a:p>
          </p:txBody>
        </p:sp>
        <p:grpSp>
          <p:nvGrpSpPr>
            <p:cNvPr id="98" name="Group 70">
              <a:extLst>
                <a:ext uri="{FF2B5EF4-FFF2-40B4-BE49-F238E27FC236}">
                  <a16:creationId xmlns:a16="http://schemas.microsoft.com/office/drawing/2014/main" id="{676E101B-AD2F-4D84-9657-11D7C0CA47B9}"/>
                </a:ext>
              </a:extLst>
            </p:cNvPr>
            <p:cNvGrpSpPr/>
            <p:nvPr/>
          </p:nvGrpSpPr>
          <p:grpSpPr>
            <a:xfrm>
              <a:off x="1311958" y="3405486"/>
              <a:ext cx="950173" cy="940513"/>
              <a:chOff x="1311958" y="3405486"/>
              <a:chExt cx="950173" cy="940513"/>
            </a:xfrm>
          </p:grpSpPr>
          <p:sp>
            <p:nvSpPr>
              <p:cNvPr id="99" name="Rectangle 98">
                <a:extLst>
                  <a:ext uri="{FF2B5EF4-FFF2-40B4-BE49-F238E27FC236}">
                    <a16:creationId xmlns:a16="http://schemas.microsoft.com/office/drawing/2014/main" id="{5EA9C2E1-6D74-40B4-9A6E-718A1589ED48}"/>
                  </a:ext>
                </a:extLst>
              </p:cNvPr>
              <p:cNvSpPr/>
              <p:nvPr/>
            </p:nvSpPr>
            <p:spPr>
              <a:xfrm>
                <a:off x="1406975" y="3672018"/>
                <a:ext cx="596676" cy="54031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0" name="Freeform 13">
                <a:extLst>
                  <a:ext uri="{FF2B5EF4-FFF2-40B4-BE49-F238E27FC236}">
                    <a16:creationId xmlns:a16="http://schemas.microsoft.com/office/drawing/2014/main" id="{97688EDC-23D5-43A1-8293-3BB18A1639D7}"/>
                  </a:ext>
                </a:extLst>
              </p:cNvPr>
              <p:cNvSpPr>
                <a:spLocks noEditPoints="1"/>
              </p:cNvSpPr>
              <p:nvPr/>
            </p:nvSpPr>
            <p:spPr bwMode="auto">
              <a:xfrm>
                <a:off x="1311958" y="3581027"/>
                <a:ext cx="190035" cy="268948"/>
              </a:xfrm>
              <a:custGeom>
                <a:avLst/>
                <a:gdLst>
                  <a:gd name="T0" fmla="*/ 34 w 50"/>
                  <a:gd name="T1" fmla="*/ 16 h 71"/>
                  <a:gd name="T2" fmla="*/ 34 w 50"/>
                  <a:gd name="T3" fmla="*/ 55 h 71"/>
                  <a:gd name="T4" fmla="*/ 16 w 50"/>
                  <a:gd name="T5" fmla="*/ 55 h 71"/>
                  <a:gd name="T6" fmla="*/ 16 w 50"/>
                  <a:gd name="T7" fmla="*/ 16 h 71"/>
                  <a:gd name="T8" fmla="*/ 34 w 50"/>
                  <a:gd name="T9" fmla="*/ 16 h 71"/>
                  <a:gd name="T10" fmla="*/ 34 w 50"/>
                  <a:gd name="T11" fmla="*/ 0 h 71"/>
                  <a:gd name="T12" fmla="*/ 16 w 50"/>
                  <a:gd name="T13" fmla="*/ 0 h 71"/>
                  <a:gd name="T14" fmla="*/ 0 w 50"/>
                  <a:gd name="T15" fmla="*/ 16 h 71"/>
                  <a:gd name="T16" fmla="*/ 0 w 50"/>
                  <a:gd name="T17" fmla="*/ 55 h 71"/>
                  <a:gd name="T18" fmla="*/ 16 w 50"/>
                  <a:gd name="T19" fmla="*/ 71 h 71"/>
                  <a:gd name="T20" fmla="*/ 34 w 50"/>
                  <a:gd name="T21" fmla="*/ 71 h 71"/>
                  <a:gd name="T22" fmla="*/ 50 w 50"/>
                  <a:gd name="T23" fmla="*/ 55 h 71"/>
                  <a:gd name="T24" fmla="*/ 50 w 50"/>
                  <a:gd name="T25" fmla="*/ 16 h 71"/>
                  <a:gd name="T26" fmla="*/ 34 w 50"/>
                  <a:gd name="T2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1">
                    <a:moveTo>
                      <a:pt x="34" y="16"/>
                    </a:moveTo>
                    <a:cubicBezTo>
                      <a:pt x="34" y="55"/>
                      <a:pt x="34" y="55"/>
                      <a:pt x="34" y="55"/>
                    </a:cubicBezTo>
                    <a:cubicBezTo>
                      <a:pt x="16" y="55"/>
                      <a:pt x="16" y="55"/>
                      <a:pt x="16" y="55"/>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5"/>
                      <a:pt x="0" y="55"/>
                      <a:pt x="0" y="55"/>
                    </a:cubicBezTo>
                    <a:cubicBezTo>
                      <a:pt x="0" y="64"/>
                      <a:pt x="7" y="71"/>
                      <a:pt x="16" y="71"/>
                    </a:cubicBezTo>
                    <a:cubicBezTo>
                      <a:pt x="34" y="71"/>
                      <a:pt x="34" y="71"/>
                      <a:pt x="34" y="71"/>
                    </a:cubicBezTo>
                    <a:cubicBezTo>
                      <a:pt x="43" y="71"/>
                      <a:pt x="50" y="64"/>
                      <a:pt x="50" y="55"/>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1" name="Freeform 14">
                <a:extLst>
                  <a:ext uri="{FF2B5EF4-FFF2-40B4-BE49-F238E27FC236}">
                    <a16:creationId xmlns:a16="http://schemas.microsoft.com/office/drawing/2014/main" id="{AE604DBC-D0F3-4EAE-9C0F-0C457DD223F7}"/>
                  </a:ext>
                </a:extLst>
              </p:cNvPr>
              <p:cNvSpPr>
                <a:spLocks noEditPoints="1"/>
              </p:cNvSpPr>
              <p:nvPr/>
            </p:nvSpPr>
            <p:spPr bwMode="auto">
              <a:xfrm>
                <a:off x="1311958" y="3581027"/>
                <a:ext cx="277000" cy="181983"/>
              </a:xfrm>
              <a:custGeom>
                <a:avLst/>
                <a:gdLst>
                  <a:gd name="T0" fmla="*/ 57 w 73"/>
                  <a:gd name="T1" fmla="*/ 16 h 48"/>
                  <a:gd name="T2" fmla="*/ 57 w 73"/>
                  <a:gd name="T3" fmla="*/ 32 h 48"/>
                  <a:gd name="T4" fmla="*/ 16 w 73"/>
                  <a:gd name="T5" fmla="*/ 32 h 48"/>
                  <a:gd name="T6" fmla="*/ 16 w 73"/>
                  <a:gd name="T7" fmla="*/ 16 h 48"/>
                  <a:gd name="T8" fmla="*/ 57 w 73"/>
                  <a:gd name="T9" fmla="*/ 16 h 48"/>
                  <a:gd name="T10" fmla="*/ 57 w 73"/>
                  <a:gd name="T11" fmla="*/ 0 h 48"/>
                  <a:gd name="T12" fmla="*/ 16 w 73"/>
                  <a:gd name="T13" fmla="*/ 0 h 48"/>
                  <a:gd name="T14" fmla="*/ 0 w 73"/>
                  <a:gd name="T15" fmla="*/ 16 h 48"/>
                  <a:gd name="T16" fmla="*/ 0 w 73"/>
                  <a:gd name="T17" fmla="*/ 32 h 48"/>
                  <a:gd name="T18" fmla="*/ 16 w 73"/>
                  <a:gd name="T19" fmla="*/ 48 h 48"/>
                  <a:gd name="T20" fmla="*/ 57 w 73"/>
                  <a:gd name="T21" fmla="*/ 48 h 48"/>
                  <a:gd name="T22" fmla="*/ 73 w 73"/>
                  <a:gd name="T23" fmla="*/ 32 h 48"/>
                  <a:gd name="T24" fmla="*/ 73 w 73"/>
                  <a:gd name="T25" fmla="*/ 16 h 48"/>
                  <a:gd name="T26" fmla="*/ 57 w 73"/>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8">
                    <a:moveTo>
                      <a:pt x="57" y="16"/>
                    </a:moveTo>
                    <a:cubicBezTo>
                      <a:pt x="57" y="32"/>
                      <a:pt x="57" y="32"/>
                      <a:pt x="57" y="32"/>
                    </a:cubicBezTo>
                    <a:cubicBezTo>
                      <a:pt x="16" y="32"/>
                      <a:pt x="16" y="32"/>
                      <a:pt x="16" y="32"/>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2"/>
                      <a:pt x="0" y="32"/>
                      <a:pt x="0" y="32"/>
                    </a:cubicBezTo>
                    <a:cubicBezTo>
                      <a:pt x="0" y="41"/>
                      <a:pt x="7" y="48"/>
                      <a:pt x="16" y="48"/>
                    </a:cubicBezTo>
                    <a:cubicBezTo>
                      <a:pt x="57" y="48"/>
                      <a:pt x="57" y="48"/>
                      <a:pt x="57" y="48"/>
                    </a:cubicBezTo>
                    <a:cubicBezTo>
                      <a:pt x="66" y="48"/>
                      <a:pt x="73" y="41"/>
                      <a:pt x="73" y="32"/>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2" name="Freeform 15">
                <a:extLst>
                  <a:ext uri="{FF2B5EF4-FFF2-40B4-BE49-F238E27FC236}">
                    <a16:creationId xmlns:a16="http://schemas.microsoft.com/office/drawing/2014/main" id="{4EC31F46-01A4-4507-8B31-AA86995F0EB9}"/>
                  </a:ext>
                </a:extLst>
              </p:cNvPr>
              <p:cNvSpPr>
                <a:spLocks noEditPoints="1"/>
              </p:cNvSpPr>
              <p:nvPr/>
            </p:nvSpPr>
            <p:spPr bwMode="auto">
              <a:xfrm>
                <a:off x="1563190" y="3581027"/>
                <a:ext cx="285052" cy="181983"/>
              </a:xfrm>
              <a:custGeom>
                <a:avLst/>
                <a:gdLst>
                  <a:gd name="T0" fmla="*/ 58 w 75"/>
                  <a:gd name="T1" fmla="*/ 16 h 48"/>
                  <a:gd name="T2" fmla="*/ 43 w 75"/>
                  <a:gd name="T3" fmla="*/ 32 h 48"/>
                  <a:gd name="T4" fmla="*/ 16 w 75"/>
                  <a:gd name="T5" fmla="*/ 32 h 48"/>
                  <a:gd name="T6" fmla="*/ 16 w 75"/>
                  <a:gd name="T7" fmla="*/ 16 h 48"/>
                  <a:gd name="T8" fmla="*/ 58 w 75"/>
                  <a:gd name="T9" fmla="*/ 16 h 48"/>
                  <a:gd name="T10" fmla="*/ 58 w 75"/>
                  <a:gd name="T11" fmla="*/ 0 h 48"/>
                  <a:gd name="T12" fmla="*/ 16 w 75"/>
                  <a:gd name="T13" fmla="*/ 0 h 48"/>
                  <a:gd name="T14" fmla="*/ 0 w 75"/>
                  <a:gd name="T15" fmla="*/ 16 h 48"/>
                  <a:gd name="T16" fmla="*/ 0 w 75"/>
                  <a:gd name="T17" fmla="*/ 32 h 48"/>
                  <a:gd name="T18" fmla="*/ 16 w 75"/>
                  <a:gd name="T19" fmla="*/ 48 h 48"/>
                  <a:gd name="T20" fmla="*/ 43 w 75"/>
                  <a:gd name="T21" fmla="*/ 48 h 48"/>
                  <a:gd name="T22" fmla="*/ 55 w 75"/>
                  <a:gd name="T23" fmla="*/ 43 h 48"/>
                  <a:gd name="T24" fmla="*/ 70 w 75"/>
                  <a:gd name="T25" fmla="*/ 26 h 48"/>
                  <a:gd name="T26" fmla="*/ 73 w 75"/>
                  <a:gd name="T27" fmla="*/ 9 h 48"/>
                  <a:gd name="T28" fmla="*/ 58 w 75"/>
                  <a:gd name="T2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8">
                    <a:moveTo>
                      <a:pt x="58" y="16"/>
                    </a:moveTo>
                    <a:cubicBezTo>
                      <a:pt x="43" y="32"/>
                      <a:pt x="43" y="32"/>
                      <a:pt x="43" y="32"/>
                    </a:cubicBezTo>
                    <a:cubicBezTo>
                      <a:pt x="16" y="32"/>
                      <a:pt x="16" y="32"/>
                      <a:pt x="16" y="32"/>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2"/>
                      <a:pt x="0" y="32"/>
                      <a:pt x="0" y="32"/>
                    </a:cubicBezTo>
                    <a:cubicBezTo>
                      <a:pt x="0" y="41"/>
                      <a:pt x="8" y="48"/>
                      <a:pt x="16" y="48"/>
                    </a:cubicBezTo>
                    <a:cubicBezTo>
                      <a:pt x="43" y="48"/>
                      <a:pt x="43" y="48"/>
                      <a:pt x="43" y="48"/>
                    </a:cubicBezTo>
                    <a:cubicBezTo>
                      <a:pt x="48" y="48"/>
                      <a:pt x="52" y="46"/>
                      <a:pt x="55" y="43"/>
                    </a:cubicBezTo>
                    <a:cubicBezTo>
                      <a:pt x="70" y="26"/>
                      <a:pt x="70" y="26"/>
                      <a:pt x="70" y="26"/>
                    </a:cubicBezTo>
                    <a:cubicBezTo>
                      <a:pt x="74" y="22"/>
                      <a:pt x="75" y="15"/>
                      <a:pt x="73" y="9"/>
                    </a:cubicBezTo>
                    <a:cubicBezTo>
                      <a:pt x="70" y="3"/>
                      <a:pt x="64"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3" name="Freeform 16">
                <a:extLst>
                  <a:ext uri="{FF2B5EF4-FFF2-40B4-BE49-F238E27FC236}">
                    <a16:creationId xmlns:a16="http://schemas.microsoft.com/office/drawing/2014/main" id="{4F686CD1-27A6-4B5E-9253-3839713D2382}"/>
                  </a:ext>
                </a:extLst>
              </p:cNvPr>
              <p:cNvSpPr>
                <a:spLocks noEditPoints="1"/>
              </p:cNvSpPr>
              <p:nvPr/>
            </p:nvSpPr>
            <p:spPr bwMode="auto">
              <a:xfrm>
                <a:off x="1563190" y="4151132"/>
                <a:ext cx="280221" cy="194867"/>
              </a:xfrm>
              <a:custGeom>
                <a:avLst/>
                <a:gdLst>
                  <a:gd name="T0" fmla="*/ 58 w 74"/>
                  <a:gd name="T1" fmla="*/ 16 h 51"/>
                  <a:gd name="T2" fmla="*/ 58 w 74"/>
                  <a:gd name="T3" fmla="*/ 35 h 51"/>
                  <a:gd name="T4" fmla="*/ 16 w 74"/>
                  <a:gd name="T5" fmla="*/ 35 h 51"/>
                  <a:gd name="T6" fmla="*/ 16 w 74"/>
                  <a:gd name="T7" fmla="*/ 16 h 51"/>
                  <a:gd name="T8" fmla="*/ 58 w 74"/>
                  <a:gd name="T9" fmla="*/ 16 h 51"/>
                  <a:gd name="T10" fmla="*/ 58 w 74"/>
                  <a:gd name="T11" fmla="*/ 0 h 51"/>
                  <a:gd name="T12" fmla="*/ 16 w 74"/>
                  <a:gd name="T13" fmla="*/ 0 h 51"/>
                  <a:gd name="T14" fmla="*/ 0 w 74"/>
                  <a:gd name="T15" fmla="*/ 16 h 51"/>
                  <a:gd name="T16" fmla="*/ 0 w 74"/>
                  <a:gd name="T17" fmla="*/ 35 h 51"/>
                  <a:gd name="T18" fmla="*/ 16 w 74"/>
                  <a:gd name="T19" fmla="*/ 51 h 51"/>
                  <a:gd name="T20" fmla="*/ 58 w 74"/>
                  <a:gd name="T21" fmla="*/ 51 h 51"/>
                  <a:gd name="T22" fmla="*/ 74 w 74"/>
                  <a:gd name="T23" fmla="*/ 35 h 51"/>
                  <a:gd name="T24" fmla="*/ 74 w 74"/>
                  <a:gd name="T25" fmla="*/ 16 h 51"/>
                  <a:gd name="T26" fmla="*/ 58 w 74"/>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1">
                    <a:moveTo>
                      <a:pt x="58" y="16"/>
                    </a:moveTo>
                    <a:cubicBezTo>
                      <a:pt x="58" y="35"/>
                      <a:pt x="58" y="35"/>
                      <a:pt x="58" y="35"/>
                    </a:cubicBezTo>
                    <a:cubicBezTo>
                      <a:pt x="16" y="35"/>
                      <a:pt x="16" y="35"/>
                      <a:pt x="16" y="35"/>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5"/>
                      <a:pt x="0" y="35"/>
                      <a:pt x="0" y="35"/>
                    </a:cubicBezTo>
                    <a:cubicBezTo>
                      <a:pt x="0" y="43"/>
                      <a:pt x="8" y="51"/>
                      <a:pt x="16" y="51"/>
                    </a:cubicBezTo>
                    <a:cubicBezTo>
                      <a:pt x="58" y="51"/>
                      <a:pt x="58" y="51"/>
                      <a:pt x="58" y="51"/>
                    </a:cubicBezTo>
                    <a:cubicBezTo>
                      <a:pt x="67" y="51"/>
                      <a:pt x="74" y="43"/>
                      <a:pt x="74" y="35"/>
                    </a:cubicBezTo>
                    <a:cubicBezTo>
                      <a:pt x="74" y="16"/>
                      <a:pt x="74" y="16"/>
                      <a:pt x="74" y="16"/>
                    </a:cubicBezTo>
                    <a:cubicBezTo>
                      <a:pt x="74" y="7"/>
                      <a:pt x="67"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4" name="Freeform 17">
                <a:extLst>
                  <a:ext uri="{FF2B5EF4-FFF2-40B4-BE49-F238E27FC236}">
                    <a16:creationId xmlns:a16="http://schemas.microsoft.com/office/drawing/2014/main" id="{20ADECEA-E3B6-4448-9E5B-2C2DB7793F48}"/>
                  </a:ext>
                </a:extLst>
              </p:cNvPr>
              <p:cNvSpPr>
                <a:spLocks noEditPoints="1"/>
              </p:cNvSpPr>
              <p:nvPr/>
            </p:nvSpPr>
            <p:spPr bwMode="auto">
              <a:xfrm>
                <a:off x="1311958" y="4064167"/>
                <a:ext cx="19003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5" name="Freeform 18">
                <a:extLst>
                  <a:ext uri="{FF2B5EF4-FFF2-40B4-BE49-F238E27FC236}">
                    <a16:creationId xmlns:a16="http://schemas.microsoft.com/office/drawing/2014/main" id="{A15FC9E2-5782-48D1-BF1B-E750C0EC1738}"/>
                  </a:ext>
                </a:extLst>
              </p:cNvPr>
              <p:cNvSpPr>
                <a:spLocks noEditPoints="1"/>
              </p:cNvSpPr>
              <p:nvPr/>
            </p:nvSpPr>
            <p:spPr bwMode="auto">
              <a:xfrm>
                <a:off x="1311958" y="4151132"/>
                <a:ext cx="27700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6" name="Freeform 19">
                <a:extLst>
                  <a:ext uri="{FF2B5EF4-FFF2-40B4-BE49-F238E27FC236}">
                    <a16:creationId xmlns:a16="http://schemas.microsoft.com/office/drawing/2014/main" id="{137BD484-1C5F-4338-9A1B-F747A263E50A}"/>
                  </a:ext>
                </a:extLst>
              </p:cNvPr>
              <p:cNvSpPr>
                <a:spLocks noEditPoints="1"/>
              </p:cNvSpPr>
              <p:nvPr/>
            </p:nvSpPr>
            <p:spPr bwMode="auto">
              <a:xfrm>
                <a:off x="1311958" y="3820986"/>
                <a:ext cx="19003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7" name="Freeform 20">
                <a:extLst>
                  <a:ext uri="{FF2B5EF4-FFF2-40B4-BE49-F238E27FC236}">
                    <a16:creationId xmlns:a16="http://schemas.microsoft.com/office/drawing/2014/main" id="{3622EDAC-3416-48E0-875F-4F676C72A032}"/>
                  </a:ext>
                </a:extLst>
              </p:cNvPr>
              <p:cNvSpPr>
                <a:spLocks noEditPoints="1"/>
              </p:cNvSpPr>
              <p:nvPr/>
            </p:nvSpPr>
            <p:spPr bwMode="auto">
              <a:xfrm>
                <a:off x="1907830" y="4064167"/>
                <a:ext cx="19164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8" name="Freeform 21">
                <a:extLst>
                  <a:ext uri="{FF2B5EF4-FFF2-40B4-BE49-F238E27FC236}">
                    <a16:creationId xmlns:a16="http://schemas.microsoft.com/office/drawing/2014/main" id="{A67D19F8-EC9D-4522-B46E-9C6B4600EE16}"/>
                  </a:ext>
                </a:extLst>
              </p:cNvPr>
              <p:cNvSpPr>
                <a:spLocks noEditPoints="1"/>
              </p:cNvSpPr>
              <p:nvPr/>
            </p:nvSpPr>
            <p:spPr bwMode="auto">
              <a:xfrm>
                <a:off x="1820865" y="4151132"/>
                <a:ext cx="27861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9" name="Freeform 22">
                <a:extLst>
                  <a:ext uri="{FF2B5EF4-FFF2-40B4-BE49-F238E27FC236}">
                    <a16:creationId xmlns:a16="http://schemas.microsoft.com/office/drawing/2014/main" id="{2CBBC6AF-D110-49CD-8BA7-EEAD36071969}"/>
                  </a:ext>
                </a:extLst>
              </p:cNvPr>
              <p:cNvSpPr>
                <a:spLocks noEditPoints="1"/>
              </p:cNvSpPr>
              <p:nvPr/>
            </p:nvSpPr>
            <p:spPr bwMode="auto">
              <a:xfrm>
                <a:off x="1907830" y="3820986"/>
                <a:ext cx="19164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59" name="Freeform 23">
                <a:extLst>
                  <a:ext uri="{FF2B5EF4-FFF2-40B4-BE49-F238E27FC236}">
                    <a16:creationId xmlns:a16="http://schemas.microsoft.com/office/drawing/2014/main" id="{F9EB3761-4A08-48A9-BD47-4D2F79CE42D4}"/>
                  </a:ext>
                </a:extLst>
              </p:cNvPr>
              <p:cNvSpPr>
                <a:spLocks noEditPoints="1"/>
              </p:cNvSpPr>
              <p:nvPr/>
            </p:nvSpPr>
            <p:spPr bwMode="auto">
              <a:xfrm>
                <a:off x="1661428" y="3405486"/>
                <a:ext cx="600703" cy="594262"/>
              </a:xfrm>
              <a:custGeom>
                <a:avLst/>
                <a:gdLst>
                  <a:gd name="T0" fmla="*/ 105 w 158"/>
                  <a:gd name="T1" fmla="*/ 16 h 156"/>
                  <a:gd name="T2" fmla="*/ 140 w 158"/>
                  <a:gd name="T3" fmla="*/ 56 h 156"/>
                  <a:gd name="T4" fmla="*/ 56 w 158"/>
                  <a:gd name="T5" fmla="*/ 140 h 156"/>
                  <a:gd name="T6" fmla="*/ 17 w 158"/>
                  <a:gd name="T7" fmla="*/ 99 h 156"/>
                  <a:gd name="T8" fmla="*/ 105 w 158"/>
                  <a:gd name="T9" fmla="*/ 16 h 156"/>
                  <a:gd name="T10" fmla="*/ 105 w 158"/>
                  <a:gd name="T11" fmla="*/ 0 h 156"/>
                  <a:gd name="T12" fmla="*/ 94 w 158"/>
                  <a:gd name="T13" fmla="*/ 5 h 156"/>
                  <a:gd name="T14" fmla="*/ 6 w 158"/>
                  <a:gd name="T15" fmla="*/ 87 h 156"/>
                  <a:gd name="T16" fmla="*/ 5 w 158"/>
                  <a:gd name="T17" fmla="*/ 109 h 156"/>
                  <a:gd name="T18" fmla="*/ 44 w 158"/>
                  <a:gd name="T19" fmla="*/ 151 h 156"/>
                  <a:gd name="T20" fmla="*/ 55 w 158"/>
                  <a:gd name="T21" fmla="*/ 156 h 156"/>
                  <a:gd name="T22" fmla="*/ 56 w 158"/>
                  <a:gd name="T23" fmla="*/ 156 h 156"/>
                  <a:gd name="T24" fmla="*/ 67 w 158"/>
                  <a:gd name="T25" fmla="*/ 152 h 156"/>
                  <a:gd name="T26" fmla="*/ 151 w 158"/>
                  <a:gd name="T27" fmla="*/ 67 h 156"/>
                  <a:gd name="T28" fmla="*/ 152 w 158"/>
                  <a:gd name="T29" fmla="*/ 45 h 156"/>
                  <a:gd name="T30" fmla="*/ 117 w 158"/>
                  <a:gd name="T31" fmla="*/ 6 h 156"/>
                  <a:gd name="T32" fmla="*/ 105 w 158"/>
                  <a:gd name="T33" fmla="*/ 0 h 156"/>
                  <a:gd name="T34" fmla="*/ 105 w 158"/>
                  <a:gd name="T3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 h="156">
                    <a:moveTo>
                      <a:pt x="105" y="16"/>
                    </a:moveTo>
                    <a:cubicBezTo>
                      <a:pt x="140" y="56"/>
                      <a:pt x="140" y="56"/>
                      <a:pt x="140" y="56"/>
                    </a:cubicBezTo>
                    <a:cubicBezTo>
                      <a:pt x="56" y="140"/>
                      <a:pt x="56" y="140"/>
                      <a:pt x="56" y="140"/>
                    </a:cubicBezTo>
                    <a:cubicBezTo>
                      <a:pt x="17" y="99"/>
                      <a:pt x="17" y="99"/>
                      <a:pt x="17" y="99"/>
                    </a:cubicBezTo>
                    <a:cubicBezTo>
                      <a:pt x="105" y="16"/>
                      <a:pt x="105" y="16"/>
                      <a:pt x="105" y="16"/>
                    </a:cubicBezTo>
                    <a:moveTo>
                      <a:pt x="105" y="0"/>
                    </a:moveTo>
                    <a:cubicBezTo>
                      <a:pt x="101" y="0"/>
                      <a:pt x="97" y="2"/>
                      <a:pt x="94" y="5"/>
                    </a:cubicBezTo>
                    <a:cubicBezTo>
                      <a:pt x="6" y="87"/>
                      <a:pt x="6" y="87"/>
                      <a:pt x="6" y="87"/>
                    </a:cubicBezTo>
                    <a:cubicBezTo>
                      <a:pt x="0" y="93"/>
                      <a:pt x="0" y="103"/>
                      <a:pt x="5" y="109"/>
                    </a:cubicBezTo>
                    <a:cubicBezTo>
                      <a:pt x="44" y="151"/>
                      <a:pt x="44" y="151"/>
                      <a:pt x="44" y="151"/>
                    </a:cubicBezTo>
                    <a:cubicBezTo>
                      <a:pt x="47" y="154"/>
                      <a:pt x="51" y="156"/>
                      <a:pt x="55" y="156"/>
                    </a:cubicBezTo>
                    <a:cubicBezTo>
                      <a:pt x="55" y="156"/>
                      <a:pt x="56" y="156"/>
                      <a:pt x="56" y="156"/>
                    </a:cubicBezTo>
                    <a:cubicBezTo>
                      <a:pt x="60" y="156"/>
                      <a:pt x="64" y="155"/>
                      <a:pt x="67" y="152"/>
                    </a:cubicBezTo>
                    <a:cubicBezTo>
                      <a:pt x="151" y="67"/>
                      <a:pt x="151" y="67"/>
                      <a:pt x="151" y="67"/>
                    </a:cubicBezTo>
                    <a:cubicBezTo>
                      <a:pt x="157" y="61"/>
                      <a:pt x="158" y="52"/>
                      <a:pt x="152" y="45"/>
                    </a:cubicBezTo>
                    <a:cubicBezTo>
                      <a:pt x="117" y="6"/>
                      <a:pt x="117" y="6"/>
                      <a:pt x="117" y="6"/>
                    </a:cubicBezTo>
                    <a:cubicBezTo>
                      <a:pt x="114" y="3"/>
                      <a:pt x="110" y="1"/>
                      <a:pt x="105" y="0"/>
                    </a:cubicBezTo>
                    <a:cubicBezTo>
                      <a:pt x="105" y="0"/>
                      <a:pt x="105" y="0"/>
                      <a:pt x="105"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60" name="Freeform 24">
                <a:extLst>
                  <a:ext uri="{FF2B5EF4-FFF2-40B4-BE49-F238E27FC236}">
                    <a16:creationId xmlns:a16="http://schemas.microsoft.com/office/drawing/2014/main" id="{9371649E-07AC-4D45-8F34-BF1F538EC7F5}"/>
                  </a:ext>
                </a:extLst>
              </p:cNvPr>
              <p:cNvSpPr>
                <a:spLocks noEditPoints="1"/>
              </p:cNvSpPr>
              <p:nvPr/>
            </p:nvSpPr>
            <p:spPr bwMode="auto">
              <a:xfrm>
                <a:off x="1555138" y="3790388"/>
                <a:ext cx="318872" cy="293105"/>
              </a:xfrm>
              <a:custGeom>
                <a:avLst/>
                <a:gdLst>
                  <a:gd name="T0" fmla="*/ 32 w 84"/>
                  <a:gd name="T1" fmla="*/ 16 h 77"/>
                  <a:gd name="T2" fmla="*/ 67 w 84"/>
                  <a:gd name="T3" fmla="*/ 50 h 77"/>
                  <a:gd name="T4" fmla="*/ 17 w 84"/>
                  <a:gd name="T5" fmla="*/ 61 h 77"/>
                  <a:gd name="T6" fmla="*/ 32 w 84"/>
                  <a:gd name="T7" fmla="*/ 16 h 77"/>
                  <a:gd name="T8" fmla="*/ 32 w 84"/>
                  <a:gd name="T9" fmla="*/ 0 h 77"/>
                  <a:gd name="T10" fmla="*/ 28 w 84"/>
                  <a:gd name="T11" fmla="*/ 1 h 77"/>
                  <a:gd name="T12" fmla="*/ 17 w 84"/>
                  <a:gd name="T13" fmla="*/ 11 h 77"/>
                  <a:gd name="T14" fmla="*/ 2 w 84"/>
                  <a:gd name="T15" fmla="*/ 56 h 77"/>
                  <a:gd name="T16" fmla="*/ 5 w 84"/>
                  <a:gd name="T17" fmla="*/ 72 h 77"/>
                  <a:gd name="T18" fmla="*/ 17 w 84"/>
                  <a:gd name="T19" fmla="*/ 77 h 77"/>
                  <a:gd name="T20" fmla="*/ 20 w 84"/>
                  <a:gd name="T21" fmla="*/ 76 h 77"/>
                  <a:gd name="T22" fmla="*/ 71 w 84"/>
                  <a:gd name="T23" fmla="*/ 65 h 77"/>
                  <a:gd name="T24" fmla="*/ 83 w 84"/>
                  <a:gd name="T25" fmla="*/ 54 h 77"/>
                  <a:gd name="T26" fmla="*/ 78 w 84"/>
                  <a:gd name="T27" fmla="*/ 38 h 77"/>
                  <a:gd name="T28" fmla="*/ 43 w 84"/>
                  <a:gd name="T29" fmla="*/ 5 h 77"/>
                  <a:gd name="T30" fmla="*/ 32 w 84"/>
                  <a:gd name="T3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77">
                    <a:moveTo>
                      <a:pt x="32" y="16"/>
                    </a:moveTo>
                    <a:cubicBezTo>
                      <a:pt x="67" y="50"/>
                      <a:pt x="67" y="50"/>
                      <a:pt x="67" y="50"/>
                    </a:cubicBezTo>
                    <a:cubicBezTo>
                      <a:pt x="17" y="61"/>
                      <a:pt x="17" y="61"/>
                      <a:pt x="17" y="61"/>
                    </a:cubicBezTo>
                    <a:cubicBezTo>
                      <a:pt x="32" y="16"/>
                      <a:pt x="32" y="16"/>
                      <a:pt x="32" y="16"/>
                    </a:cubicBezTo>
                    <a:moveTo>
                      <a:pt x="32" y="0"/>
                    </a:moveTo>
                    <a:cubicBezTo>
                      <a:pt x="31" y="0"/>
                      <a:pt x="29" y="0"/>
                      <a:pt x="28" y="1"/>
                    </a:cubicBezTo>
                    <a:cubicBezTo>
                      <a:pt x="23" y="2"/>
                      <a:pt x="18" y="6"/>
                      <a:pt x="17" y="11"/>
                    </a:cubicBezTo>
                    <a:cubicBezTo>
                      <a:pt x="2" y="56"/>
                      <a:pt x="2" y="56"/>
                      <a:pt x="2" y="56"/>
                    </a:cubicBezTo>
                    <a:cubicBezTo>
                      <a:pt x="0" y="61"/>
                      <a:pt x="1" y="67"/>
                      <a:pt x="5" y="72"/>
                    </a:cubicBezTo>
                    <a:cubicBezTo>
                      <a:pt x="8" y="75"/>
                      <a:pt x="12" y="77"/>
                      <a:pt x="17" y="77"/>
                    </a:cubicBezTo>
                    <a:cubicBezTo>
                      <a:pt x="18" y="77"/>
                      <a:pt x="19" y="77"/>
                      <a:pt x="20" y="76"/>
                    </a:cubicBezTo>
                    <a:cubicBezTo>
                      <a:pt x="71" y="65"/>
                      <a:pt x="71" y="65"/>
                      <a:pt x="71" y="65"/>
                    </a:cubicBezTo>
                    <a:cubicBezTo>
                      <a:pt x="77" y="64"/>
                      <a:pt x="81" y="59"/>
                      <a:pt x="83" y="54"/>
                    </a:cubicBezTo>
                    <a:cubicBezTo>
                      <a:pt x="84" y="48"/>
                      <a:pt x="83" y="42"/>
                      <a:pt x="78" y="38"/>
                    </a:cubicBezTo>
                    <a:cubicBezTo>
                      <a:pt x="43" y="5"/>
                      <a:pt x="43" y="5"/>
                      <a:pt x="43" y="5"/>
                    </a:cubicBezTo>
                    <a:cubicBezTo>
                      <a:pt x="40" y="2"/>
                      <a:pt x="36" y="0"/>
                      <a:pt x="32"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61" name="Freeform 25">
                <a:extLst>
                  <a:ext uri="{FF2B5EF4-FFF2-40B4-BE49-F238E27FC236}">
                    <a16:creationId xmlns:a16="http://schemas.microsoft.com/office/drawing/2014/main" id="{C6CBC089-EBBD-492D-B996-BDBA183A2E27}"/>
                  </a:ext>
                </a:extLst>
              </p:cNvPr>
              <p:cNvSpPr>
                <a:spLocks/>
              </p:cNvSpPr>
              <p:nvPr/>
            </p:nvSpPr>
            <p:spPr bwMode="auto">
              <a:xfrm>
                <a:off x="1371545" y="3642225"/>
                <a:ext cx="69249" cy="148163"/>
              </a:xfrm>
              <a:custGeom>
                <a:avLst/>
                <a:gdLst>
                  <a:gd name="T0" fmla="*/ 0 w 43"/>
                  <a:gd name="T1" fmla="*/ 0 h 92"/>
                  <a:gd name="T2" fmla="*/ 43 w 43"/>
                  <a:gd name="T3" fmla="*/ 0 h 92"/>
                  <a:gd name="T4" fmla="*/ 43 w 43"/>
                  <a:gd name="T5" fmla="*/ 92 h 92"/>
                  <a:gd name="T6" fmla="*/ 0 w 43"/>
                  <a:gd name="T7" fmla="*/ 92 h 92"/>
                  <a:gd name="T8" fmla="*/ 0 w 43"/>
                  <a:gd name="T9" fmla="*/ 0 h 92"/>
                  <a:gd name="T10" fmla="*/ 0 w 43"/>
                  <a:gd name="T11" fmla="*/ 0 h 92"/>
                </a:gdLst>
                <a:ahLst/>
                <a:cxnLst>
                  <a:cxn ang="0">
                    <a:pos x="T0" y="T1"/>
                  </a:cxn>
                  <a:cxn ang="0">
                    <a:pos x="T2" y="T3"/>
                  </a:cxn>
                  <a:cxn ang="0">
                    <a:pos x="T4" y="T5"/>
                  </a:cxn>
                  <a:cxn ang="0">
                    <a:pos x="T6" y="T7"/>
                  </a:cxn>
                  <a:cxn ang="0">
                    <a:pos x="T8" y="T9"/>
                  </a:cxn>
                  <a:cxn ang="0">
                    <a:pos x="T10" y="T11"/>
                  </a:cxn>
                </a:cxnLst>
                <a:rect l="0" t="0" r="r" b="b"/>
                <a:pathLst>
                  <a:path w="43" h="92">
                    <a:moveTo>
                      <a:pt x="0" y="0"/>
                    </a:moveTo>
                    <a:lnTo>
                      <a:pt x="43" y="0"/>
                    </a:lnTo>
                    <a:lnTo>
                      <a:pt x="43" y="92"/>
                    </a:lnTo>
                    <a:lnTo>
                      <a:pt x="0" y="92"/>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62" name="Freeform 26">
                <a:extLst>
                  <a:ext uri="{FF2B5EF4-FFF2-40B4-BE49-F238E27FC236}">
                    <a16:creationId xmlns:a16="http://schemas.microsoft.com/office/drawing/2014/main" id="{0E870310-49FE-4174-B719-9C3AABF823E8}"/>
                  </a:ext>
                </a:extLst>
              </p:cNvPr>
              <p:cNvSpPr>
                <a:spLocks/>
              </p:cNvSpPr>
              <p:nvPr/>
            </p:nvSpPr>
            <p:spPr bwMode="auto">
              <a:xfrm>
                <a:off x="1371545" y="3642225"/>
                <a:ext cx="156215" cy="59588"/>
              </a:xfrm>
              <a:custGeom>
                <a:avLst/>
                <a:gdLst>
                  <a:gd name="T0" fmla="*/ 0 w 97"/>
                  <a:gd name="T1" fmla="*/ 0 h 37"/>
                  <a:gd name="T2" fmla="*/ 97 w 97"/>
                  <a:gd name="T3" fmla="*/ 0 h 37"/>
                  <a:gd name="T4" fmla="*/ 97 w 97"/>
                  <a:gd name="T5" fmla="*/ 37 h 37"/>
                  <a:gd name="T6" fmla="*/ 0 w 97"/>
                  <a:gd name="T7" fmla="*/ 37 h 37"/>
                  <a:gd name="T8" fmla="*/ 0 w 97"/>
                  <a:gd name="T9" fmla="*/ 0 h 37"/>
                  <a:gd name="T10" fmla="*/ 0 w 97"/>
                  <a:gd name="T11" fmla="*/ 0 h 37"/>
                </a:gdLst>
                <a:ahLst/>
                <a:cxnLst>
                  <a:cxn ang="0">
                    <a:pos x="T0" y="T1"/>
                  </a:cxn>
                  <a:cxn ang="0">
                    <a:pos x="T2" y="T3"/>
                  </a:cxn>
                  <a:cxn ang="0">
                    <a:pos x="T4" y="T5"/>
                  </a:cxn>
                  <a:cxn ang="0">
                    <a:pos x="T6" y="T7"/>
                  </a:cxn>
                  <a:cxn ang="0">
                    <a:pos x="T8" y="T9"/>
                  </a:cxn>
                  <a:cxn ang="0">
                    <a:pos x="T10" y="T11"/>
                  </a:cxn>
                </a:cxnLst>
                <a:rect l="0" t="0" r="r" b="b"/>
                <a:pathLst>
                  <a:path w="97" h="37">
                    <a:moveTo>
                      <a:pt x="0" y="0"/>
                    </a:moveTo>
                    <a:lnTo>
                      <a:pt x="97" y="0"/>
                    </a:lnTo>
                    <a:lnTo>
                      <a:pt x="97" y="37"/>
                    </a:lnTo>
                    <a:lnTo>
                      <a:pt x="0" y="37"/>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63" name="Freeform 27">
                <a:extLst>
                  <a:ext uri="{FF2B5EF4-FFF2-40B4-BE49-F238E27FC236}">
                    <a16:creationId xmlns:a16="http://schemas.microsoft.com/office/drawing/2014/main" id="{2A4ED14E-0405-4CAC-A192-EC26E695DBA2}"/>
                  </a:ext>
                </a:extLst>
              </p:cNvPr>
              <p:cNvSpPr>
                <a:spLocks/>
              </p:cNvSpPr>
              <p:nvPr/>
            </p:nvSpPr>
            <p:spPr bwMode="auto">
              <a:xfrm>
                <a:off x="1622777" y="3642225"/>
                <a:ext cx="161046" cy="59588"/>
              </a:xfrm>
              <a:custGeom>
                <a:avLst/>
                <a:gdLst>
                  <a:gd name="T0" fmla="*/ 0 w 100"/>
                  <a:gd name="T1" fmla="*/ 37 h 37"/>
                  <a:gd name="T2" fmla="*/ 0 w 100"/>
                  <a:gd name="T3" fmla="*/ 0 h 37"/>
                  <a:gd name="T4" fmla="*/ 100 w 100"/>
                  <a:gd name="T5" fmla="*/ 0 h 37"/>
                  <a:gd name="T6" fmla="*/ 64 w 100"/>
                  <a:gd name="T7" fmla="*/ 37 h 37"/>
                  <a:gd name="T8" fmla="*/ 0 w 100"/>
                  <a:gd name="T9" fmla="*/ 37 h 37"/>
                  <a:gd name="T10" fmla="*/ 0 w 100"/>
                  <a:gd name="T11" fmla="*/ 37 h 37"/>
                  <a:gd name="T12" fmla="*/ 0 w 100"/>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100" h="37">
                    <a:moveTo>
                      <a:pt x="0" y="37"/>
                    </a:moveTo>
                    <a:lnTo>
                      <a:pt x="0" y="0"/>
                    </a:lnTo>
                    <a:lnTo>
                      <a:pt x="100" y="0"/>
                    </a:lnTo>
                    <a:lnTo>
                      <a:pt x="64" y="37"/>
                    </a:lnTo>
                    <a:lnTo>
                      <a:pt x="0" y="37"/>
                    </a:lnTo>
                    <a:lnTo>
                      <a:pt x="0" y="37"/>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64" name="Freeform 28">
                <a:extLst>
                  <a:ext uri="{FF2B5EF4-FFF2-40B4-BE49-F238E27FC236}">
                    <a16:creationId xmlns:a16="http://schemas.microsoft.com/office/drawing/2014/main" id="{E69A08F6-0260-4863-BC36-807A90C9715E}"/>
                  </a:ext>
                </a:extLst>
              </p:cNvPr>
              <p:cNvSpPr>
                <a:spLocks/>
              </p:cNvSpPr>
              <p:nvPr/>
            </p:nvSpPr>
            <p:spPr bwMode="auto">
              <a:xfrm>
                <a:off x="1622777" y="4212330"/>
                <a:ext cx="161046" cy="72471"/>
              </a:xfrm>
              <a:custGeom>
                <a:avLst/>
                <a:gdLst>
                  <a:gd name="T0" fmla="*/ 0 w 100"/>
                  <a:gd name="T1" fmla="*/ 0 h 45"/>
                  <a:gd name="T2" fmla="*/ 100 w 100"/>
                  <a:gd name="T3" fmla="*/ 0 h 45"/>
                  <a:gd name="T4" fmla="*/ 100 w 100"/>
                  <a:gd name="T5" fmla="*/ 45 h 45"/>
                  <a:gd name="T6" fmla="*/ 0 w 100"/>
                  <a:gd name="T7" fmla="*/ 45 h 45"/>
                  <a:gd name="T8" fmla="*/ 0 w 100"/>
                  <a:gd name="T9" fmla="*/ 0 h 45"/>
                  <a:gd name="T10" fmla="*/ 0 w 100"/>
                  <a:gd name="T11" fmla="*/ 0 h 45"/>
                </a:gdLst>
                <a:ahLst/>
                <a:cxnLst>
                  <a:cxn ang="0">
                    <a:pos x="T0" y="T1"/>
                  </a:cxn>
                  <a:cxn ang="0">
                    <a:pos x="T2" y="T3"/>
                  </a:cxn>
                  <a:cxn ang="0">
                    <a:pos x="T4" y="T5"/>
                  </a:cxn>
                  <a:cxn ang="0">
                    <a:pos x="T6" y="T7"/>
                  </a:cxn>
                  <a:cxn ang="0">
                    <a:pos x="T8" y="T9"/>
                  </a:cxn>
                  <a:cxn ang="0">
                    <a:pos x="T10" y="T11"/>
                  </a:cxn>
                </a:cxnLst>
                <a:rect l="0" t="0" r="r" b="b"/>
                <a:pathLst>
                  <a:path w="100" h="45">
                    <a:moveTo>
                      <a:pt x="0" y="0"/>
                    </a:moveTo>
                    <a:lnTo>
                      <a:pt x="100" y="0"/>
                    </a:lnTo>
                    <a:lnTo>
                      <a:pt x="100"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65" name="Freeform 29">
                <a:extLst>
                  <a:ext uri="{FF2B5EF4-FFF2-40B4-BE49-F238E27FC236}">
                    <a16:creationId xmlns:a16="http://schemas.microsoft.com/office/drawing/2014/main" id="{D9993AB6-5600-47CC-9BFF-75E2B5D976EB}"/>
                  </a:ext>
                </a:extLst>
              </p:cNvPr>
              <p:cNvSpPr>
                <a:spLocks/>
              </p:cNvSpPr>
              <p:nvPr/>
            </p:nvSpPr>
            <p:spPr bwMode="auto">
              <a:xfrm>
                <a:off x="1371545"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66" name="Freeform 30">
                <a:extLst>
                  <a:ext uri="{FF2B5EF4-FFF2-40B4-BE49-F238E27FC236}">
                    <a16:creationId xmlns:a16="http://schemas.microsoft.com/office/drawing/2014/main" id="{C388207B-D7C2-43BA-BB6A-C97AECAE5057}"/>
                  </a:ext>
                </a:extLst>
              </p:cNvPr>
              <p:cNvSpPr>
                <a:spLocks/>
              </p:cNvSpPr>
              <p:nvPr/>
            </p:nvSpPr>
            <p:spPr bwMode="auto">
              <a:xfrm>
                <a:off x="1371545"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67" name="Freeform 31">
                <a:extLst>
                  <a:ext uri="{FF2B5EF4-FFF2-40B4-BE49-F238E27FC236}">
                    <a16:creationId xmlns:a16="http://schemas.microsoft.com/office/drawing/2014/main" id="{8C3BAD4F-8A5E-4C24-A6DC-AE8AC45B6A45}"/>
                  </a:ext>
                </a:extLst>
              </p:cNvPr>
              <p:cNvSpPr>
                <a:spLocks/>
              </p:cNvSpPr>
              <p:nvPr/>
            </p:nvSpPr>
            <p:spPr bwMode="auto">
              <a:xfrm>
                <a:off x="1371545"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68" name="Freeform 32">
                <a:extLst>
                  <a:ext uri="{FF2B5EF4-FFF2-40B4-BE49-F238E27FC236}">
                    <a16:creationId xmlns:a16="http://schemas.microsoft.com/office/drawing/2014/main" id="{1FF2993C-A8BE-4FF8-A84E-8C3842DBCF87}"/>
                  </a:ext>
                </a:extLst>
              </p:cNvPr>
              <p:cNvSpPr>
                <a:spLocks/>
              </p:cNvSpPr>
              <p:nvPr/>
            </p:nvSpPr>
            <p:spPr bwMode="auto">
              <a:xfrm>
                <a:off x="1969027"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69" name="Freeform 33">
                <a:extLst>
                  <a:ext uri="{FF2B5EF4-FFF2-40B4-BE49-F238E27FC236}">
                    <a16:creationId xmlns:a16="http://schemas.microsoft.com/office/drawing/2014/main" id="{BF420D8B-239E-43C0-AAAB-94125C752D2A}"/>
                  </a:ext>
                </a:extLst>
              </p:cNvPr>
              <p:cNvSpPr>
                <a:spLocks/>
              </p:cNvSpPr>
              <p:nvPr/>
            </p:nvSpPr>
            <p:spPr bwMode="auto">
              <a:xfrm>
                <a:off x="1882062"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70" name="Freeform 34">
                <a:extLst>
                  <a:ext uri="{FF2B5EF4-FFF2-40B4-BE49-F238E27FC236}">
                    <a16:creationId xmlns:a16="http://schemas.microsoft.com/office/drawing/2014/main" id="{5F045FC5-6CFE-42A7-8EFC-6827ADC4BC79}"/>
                  </a:ext>
                </a:extLst>
              </p:cNvPr>
              <p:cNvSpPr>
                <a:spLocks/>
              </p:cNvSpPr>
              <p:nvPr/>
            </p:nvSpPr>
            <p:spPr bwMode="auto">
              <a:xfrm>
                <a:off x="1969027"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71" name="Freeform 35">
                <a:extLst>
                  <a:ext uri="{FF2B5EF4-FFF2-40B4-BE49-F238E27FC236}">
                    <a16:creationId xmlns:a16="http://schemas.microsoft.com/office/drawing/2014/main" id="{44E22E70-3AAA-4A6A-A504-F2AE8C67E6BA}"/>
                  </a:ext>
                </a:extLst>
              </p:cNvPr>
              <p:cNvSpPr>
                <a:spLocks/>
              </p:cNvSpPr>
              <p:nvPr/>
            </p:nvSpPr>
            <p:spPr bwMode="auto">
              <a:xfrm>
                <a:off x="1725847" y="3466684"/>
                <a:ext cx="468645" cy="471867"/>
              </a:xfrm>
              <a:custGeom>
                <a:avLst/>
                <a:gdLst>
                  <a:gd name="T0" fmla="*/ 208 w 291"/>
                  <a:gd name="T1" fmla="*/ 0 h 293"/>
                  <a:gd name="T2" fmla="*/ 0 w 291"/>
                  <a:gd name="T3" fmla="*/ 196 h 293"/>
                  <a:gd name="T4" fmla="*/ 92 w 291"/>
                  <a:gd name="T5" fmla="*/ 293 h 293"/>
                  <a:gd name="T6" fmla="*/ 291 w 291"/>
                  <a:gd name="T7" fmla="*/ 94 h 293"/>
                  <a:gd name="T8" fmla="*/ 208 w 291"/>
                  <a:gd name="T9" fmla="*/ 0 h 293"/>
                  <a:gd name="T10" fmla="*/ 208 w 291"/>
                  <a:gd name="T11" fmla="*/ 0 h 293"/>
                  <a:gd name="T12" fmla="*/ 208 w 291"/>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91" h="293">
                    <a:moveTo>
                      <a:pt x="208" y="0"/>
                    </a:moveTo>
                    <a:lnTo>
                      <a:pt x="0" y="196"/>
                    </a:lnTo>
                    <a:lnTo>
                      <a:pt x="92" y="293"/>
                    </a:lnTo>
                    <a:lnTo>
                      <a:pt x="291" y="94"/>
                    </a:lnTo>
                    <a:lnTo>
                      <a:pt x="208" y="0"/>
                    </a:lnTo>
                    <a:lnTo>
                      <a:pt x="208" y="0"/>
                    </a:lnTo>
                    <a:lnTo>
                      <a:pt x="20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72" name="Freeform 36">
                <a:extLst>
                  <a:ext uri="{FF2B5EF4-FFF2-40B4-BE49-F238E27FC236}">
                    <a16:creationId xmlns:a16="http://schemas.microsoft.com/office/drawing/2014/main" id="{9A0EC5A9-CB4F-467D-9365-F6FEAB1DF92B}"/>
                  </a:ext>
                </a:extLst>
              </p:cNvPr>
              <p:cNvSpPr>
                <a:spLocks/>
              </p:cNvSpPr>
              <p:nvPr/>
            </p:nvSpPr>
            <p:spPr bwMode="auto">
              <a:xfrm>
                <a:off x="1619556" y="3849975"/>
                <a:ext cx="190035" cy="172320"/>
              </a:xfrm>
              <a:custGeom>
                <a:avLst/>
                <a:gdLst>
                  <a:gd name="T0" fmla="*/ 35 w 118"/>
                  <a:gd name="T1" fmla="*/ 0 h 107"/>
                  <a:gd name="T2" fmla="*/ 0 w 118"/>
                  <a:gd name="T3" fmla="*/ 107 h 107"/>
                  <a:gd name="T4" fmla="*/ 118 w 118"/>
                  <a:gd name="T5" fmla="*/ 81 h 107"/>
                  <a:gd name="T6" fmla="*/ 35 w 118"/>
                  <a:gd name="T7" fmla="*/ 0 h 107"/>
                  <a:gd name="T8" fmla="*/ 35 w 118"/>
                  <a:gd name="T9" fmla="*/ 0 h 107"/>
                  <a:gd name="T10" fmla="*/ 35 w 118"/>
                  <a:gd name="T11" fmla="*/ 0 h 107"/>
                </a:gdLst>
                <a:ahLst/>
                <a:cxnLst>
                  <a:cxn ang="0">
                    <a:pos x="T0" y="T1"/>
                  </a:cxn>
                  <a:cxn ang="0">
                    <a:pos x="T2" y="T3"/>
                  </a:cxn>
                  <a:cxn ang="0">
                    <a:pos x="T4" y="T5"/>
                  </a:cxn>
                  <a:cxn ang="0">
                    <a:pos x="T6" y="T7"/>
                  </a:cxn>
                  <a:cxn ang="0">
                    <a:pos x="T8" y="T9"/>
                  </a:cxn>
                  <a:cxn ang="0">
                    <a:pos x="T10" y="T11"/>
                  </a:cxn>
                </a:cxnLst>
                <a:rect l="0" t="0" r="r" b="b"/>
                <a:pathLst>
                  <a:path w="118" h="107">
                    <a:moveTo>
                      <a:pt x="35" y="0"/>
                    </a:moveTo>
                    <a:lnTo>
                      <a:pt x="0" y="107"/>
                    </a:lnTo>
                    <a:lnTo>
                      <a:pt x="118" y="81"/>
                    </a:lnTo>
                    <a:lnTo>
                      <a:pt x="35" y="0"/>
                    </a:lnTo>
                    <a:lnTo>
                      <a:pt x="35" y="0"/>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p:sp>
        <p:nvSpPr>
          <p:cNvPr id="173" name="TextBox 172">
            <a:extLst>
              <a:ext uri="{FF2B5EF4-FFF2-40B4-BE49-F238E27FC236}">
                <a16:creationId xmlns:a16="http://schemas.microsoft.com/office/drawing/2014/main" id="{7FEB8853-A073-4D3B-8F58-D9A8074A6050}"/>
              </a:ext>
            </a:extLst>
          </p:cNvPr>
          <p:cNvSpPr txBox="1"/>
          <p:nvPr/>
        </p:nvSpPr>
        <p:spPr>
          <a:xfrm>
            <a:off x="5382276" y="4721759"/>
            <a:ext cx="17310544" cy="2597378"/>
          </a:xfrm>
          <a:prstGeom prst="rect">
            <a:avLst/>
          </a:prstGeom>
          <a:noFill/>
        </p:spPr>
        <p:txBody>
          <a:bodyPr wrap="square">
            <a:spAutoFit/>
          </a:bodyPr>
          <a:lstStyle/>
          <a:p>
            <a:pPr>
              <a:lnSpc>
                <a:spcPct val="107000"/>
              </a:lnSpc>
              <a:spcAft>
                <a:spcPts val="800"/>
              </a:spcAft>
            </a:pPr>
            <a:r>
              <a:rPr lang="vi-VN" sz="4800" b="1">
                <a:latin typeface="Tahoma" panose="020B0604030504040204" pitchFamily="34" charset="0"/>
                <a:ea typeface="Tahoma" panose="020B0604030504040204" pitchFamily="34" charset="0"/>
                <a:cs typeface="Tahoma" panose="020B0604030504040204" pitchFamily="34" charset="0"/>
              </a:rPr>
              <a:t>Trong các câu ở </a:t>
            </a:r>
            <a:r>
              <a:rPr lang="en-US" sz="4800" b="1">
                <a:latin typeface="Tahoma" panose="020B0604030504040204" pitchFamily="34" charset="0"/>
                <a:ea typeface="Tahoma" panose="020B0604030504040204" pitchFamily="34" charset="0"/>
                <a:cs typeface="Tahoma" panose="020B0604030504040204" pitchFamily="34" charset="0"/>
              </a:rPr>
              <a:t>tình huống mở đầu :</a:t>
            </a:r>
          </a:p>
          <a:p>
            <a:pPr>
              <a:lnSpc>
                <a:spcPct val="107000"/>
              </a:lnSpc>
              <a:spcAft>
                <a:spcPts val="800"/>
              </a:spcAft>
            </a:pPr>
            <a:r>
              <a:rPr lang="en-US" sz="4800" b="1">
                <a:latin typeface="Tahoma" panose="020B0604030504040204" pitchFamily="34" charset="0"/>
                <a:ea typeface="Tahoma" panose="020B0604030504040204" pitchFamily="34" charset="0"/>
                <a:cs typeface="Tahoma" panose="020B0604030504040204" pitchFamily="34" charset="0"/>
              </a:rPr>
              <a:t>a) Câu nào đúng?		b) Câu nào sai?</a:t>
            </a:r>
          </a:p>
          <a:p>
            <a:pPr algn="just">
              <a:lnSpc>
                <a:spcPct val="107000"/>
              </a:lnSpc>
              <a:spcAft>
                <a:spcPts val="800"/>
              </a:spcAft>
            </a:pPr>
            <a:r>
              <a:rPr lang="en-US" sz="4800" b="1">
                <a:latin typeface="Tahoma" panose="020B0604030504040204" pitchFamily="34" charset="0"/>
                <a:ea typeface="Tahoma" panose="020B0604030504040204" pitchFamily="34" charset="0"/>
                <a:cs typeface="Tahoma" panose="020B0604030504040204" pitchFamily="34" charset="0"/>
              </a:rPr>
              <a:t>c) Câu nào không xác định được tính đúng sai?</a:t>
            </a:r>
          </a:p>
        </p:txBody>
      </p:sp>
      <p:sp>
        <p:nvSpPr>
          <p:cNvPr id="174" name="Rounded Rectangle 4">
            <a:extLst>
              <a:ext uri="{FF2B5EF4-FFF2-40B4-BE49-F238E27FC236}">
                <a16:creationId xmlns:a16="http://schemas.microsoft.com/office/drawing/2014/main" id="{1CFB6FAC-C074-4C3B-9E4D-FA6BE0F2C587}"/>
              </a:ext>
            </a:extLst>
          </p:cNvPr>
          <p:cNvSpPr/>
          <p:nvPr/>
        </p:nvSpPr>
        <p:spPr>
          <a:xfrm>
            <a:off x="1084355" y="7881995"/>
            <a:ext cx="22378999" cy="5376805"/>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99FF99"/>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75" name="Group 174">
            <a:extLst>
              <a:ext uri="{FF2B5EF4-FFF2-40B4-BE49-F238E27FC236}">
                <a16:creationId xmlns:a16="http://schemas.microsoft.com/office/drawing/2014/main" id="{B7A903F2-4334-4577-AD19-259AAF73AC44}"/>
              </a:ext>
            </a:extLst>
          </p:cNvPr>
          <p:cNvGrpSpPr/>
          <p:nvPr/>
        </p:nvGrpSpPr>
        <p:grpSpPr>
          <a:xfrm>
            <a:off x="1617759" y="7543800"/>
            <a:ext cx="3600000" cy="828000"/>
            <a:chOff x="1275608" y="6322796"/>
            <a:chExt cx="3572909" cy="828631"/>
          </a:xfrm>
        </p:grpSpPr>
        <p:sp>
          <p:nvSpPr>
            <p:cNvPr id="176" name="Freeform 20">
              <a:extLst>
                <a:ext uri="{FF2B5EF4-FFF2-40B4-BE49-F238E27FC236}">
                  <a16:creationId xmlns:a16="http://schemas.microsoft.com/office/drawing/2014/main" id="{6BD0D65F-C6F8-4914-B0C2-45D119EADA9C}"/>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77" name="TextBox 176">
              <a:extLst>
                <a:ext uri="{FF2B5EF4-FFF2-40B4-BE49-F238E27FC236}">
                  <a16:creationId xmlns:a16="http://schemas.microsoft.com/office/drawing/2014/main" id="{12D934ED-92BF-4577-BDE7-84ED6253F231}"/>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178" name="Round Diagonal Corner Rectangle 8">
              <a:extLst>
                <a:ext uri="{FF2B5EF4-FFF2-40B4-BE49-F238E27FC236}">
                  <a16:creationId xmlns:a16="http://schemas.microsoft.com/office/drawing/2014/main" id="{FF573D45-0E72-406D-B5B4-BA7C94095F29}"/>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79" name="Freeform 9">
              <a:extLst>
                <a:ext uri="{FF2B5EF4-FFF2-40B4-BE49-F238E27FC236}">
                  <a16:creationId xmlns:a16="http://schemas.microsoft.com/office/drawing/2014/main" id="{302E8198-CD70-4900-8AC0-5C0C52E85ABB}"/>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80" name="Rectangle 179">
            <a:extLst>
              <a:ext uri="{FF2B5EF4-FFF2-40B4-BE49-F238E27FC236}">
                <a16:creationId xmlns:a16="http://schemas.microsoft.com/office/drawing/2014/main" id="{FFDD48CF-2E20-4D63-B63E-76D7927B2F3F}"/>
              </a:ext>
            </a:extLst>
          </p:cNvPr>
          <p:cNvSpPr/>
          <p:nvPr/>
        </p:nvSpPr>
        <p:spPr>
          <a:xfrm>
            <a:off x="1389156" y="8534400"/>
            <a:ext cx="21394644" cy="3785652"/>
          </a:xfrm>
          <a:prstGeom prst="rect">
            <a:avLst/>
          </a:prstGeom>
        </p:spPr>
        <p:txBody>
          <a:bodyPr wrap="square">
            <a:spAutoFit/>
          </a:bodyPr>
          <a:lstStyle/>
          <a:p>
            <a:r>
              <a:rPr lang="en-US" sz="4800" b="1">
                <a:latin typeface="Tahoma" panose="020B0604030504040204" pitchFamily="34" charset="0"/>
                <a:ea typeface="Tahoma" panose="020B0604030504040204" pitchFamily="34" charset="0"/>
                <a:cs typeface="Tahoma" panose="020B0604030504040204" pitchFamily="34" charset="0"/>
              </a:rPr>
              <a:t>Những câu nói của An và Khoa là những khẳng định có tính đúng hoặc sai. Người ta gọi mỗi câu như vậy là một </a:t>
            </a:r>
            <a:r>
              <a:rPr lang="en-US" sz="4800" b="1">
                <a:solidFill>
                  <a:srgbClr val="FF0000"/>
                </a:solidFill>
                <a:latin typeface="Tahoma" panose="020B0604030504040204" pitchFamily="34" charset="0"/>
                <a:ea typeface="Tahoma" panose="020B0604030504040204" pitchFamily="34" charset="0"/>
                <a:cs typeface="Tahoma" panose="020B0604030504040204" pitchFamily="34" charset="0"/>
              </a:rPr>
              <a:t>mệnh đề lôgic </a:t>
            </a:r>
            <a:r>
              <a:rPr lang="en-US" sz="4800" b="1">
                <a:latin typeface="Tahoma" panose="020B0604030504040204" pitchFamily="34" charset="0"/>
                <a:ea typeface="Tahoma" panose="020B0604030504040204" pitchFamily="34" charset="0"/>
                <a:cs typeface="Tahoma" panose="020B0604030504040204" pitchFamily="34" charset="0"/>
              </a:rPr>
              <a:t>(gọi tắt là mệnh đề). </a:t>
            </a:r>
          </a:p>
          <a:p>
            <a:r>
              <a:rPr lang="en-US" sz="4800" b="1">
                <a:latin typeface="Tahoma" panose="020B0604030504040204" pitchFamily="34" charset="0"/>
                <a:ea typeface="Tahoma" panose="020B0604030504040204" pitchFamily="34" charset="0"/>
                <a:cs typeface="Tahoma" panose="020B0604030504040204" pitchFamily="34" charset="0"/>
              </a:rPr>
              <a:t>Những câu không xác định được tính đúng sai không phải là mệnh đề.</a:t>
            </a:r>
          </a:p>
        </p:txBody>
      </p:sp>
      <p:sp>
        <p:nvSpPr>
          <p:cNvPr id="182" name="Rounded Rectangle 18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86" name="TextBox 18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8435776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5"/>
                                        </p:tgtEl>
                                        <p:attrNameLst>
                                          <p:attrName>style.visibility</p:attrName>
                                        </p:attrNameLst>
                                      </p:cBhvr>
                                      <p:to>
                                        <p:strVal val="visible"/>
                                      </p:to>
                                    </p:set>
                                    <p:animEffect transition="in" filter="barn(inVertical)">
                                      <p:cBhvr>
                                        <p:cTn id="7" dur="500"/>
                                        <p:tgtEl>
                                          <p:spTgt spid="175"/>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74"/>
                                        </p:tgtEl>
                                        <p:attrNameLst>
                                          <p:attrName>style.visibility</p:attrName>
                                        </p:attrNameLst>
                                      </p:cBhvr>
                                      <p:to>
                                        <p:strVal val="visible"/>
                                      </p:to>
                                    </p:set>
                                    <p:animEffect transition="in" filter="wipe(down)">
                                      <p:cBhvr>
                                        <p:cTn id="11" dur="500"/>
                                        <p:tgtEl>
                                          <p:spTgt spid="17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80"/>
                                        </p:tgtEl>
                                        <p:attrNameLst>
                                          <p:attrName>style.visibility</p:attrName>
                                        </p:attrNameLst>
                                      </p:cBhvr>
                                      <p:to>
                                        <p:strVal val="visible"/>
                                      </p:to>
                                    </p:set>
                                    <p:animEffect transition="in" filter="wipe(left)">
                                      <p:cBhvr>
                                        <p:cTn id="16" dur="500"/>
                                        <p:tgtEl>
                                          <p:spTgt spid="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 grpId="0" animBg="1"/>
      <p:bldP spid="18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65746" y="1986361"/>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391031"/>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5" name="Rectangle: Rounded Corners 4">
            <a:extLst>
              <a:ext uri="{FF2B5EF4-FFF2-40B4-BE49-F238E27FC236}">
                <a16:creationId xmlns:a16="http://schemas.microsoft.com/office/drawing/2014/main" id="{BC9241F9-91D7-4A3D-A90D-019A4502C525}"/>
              </a:ext>
            </a:extLst>
          </p:cNvPr>
          <p:cNvSpPr/>
          <p:nvPr/>
        </p:nvSpPr>
        <p:spPr>
          <a:xfrm>
            <a:off x="4495800" y="5596551"/>
            <a:ext cx="14630400" cy="194725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a:p>
            <a:r>
              <a:rPr lang="en-US" sz="4800" b="1">
                <a:latin typeface="Tahoma" panose="020B0604030504040204" pitchFamily="34" charset="0"/>
                <a:ea typeface="Tahoma" panose="020B0604030504040204" pitchFamily="34" charset="0"/>
                <a:cs typeface="Tahoma" panose="020B0604030504040204" pitchFamily="34" charset="0"/>
              </a:rPr>
              <a:t>Mỗi mệnh đề phải hoặc đúng hoặc sai.</a:t>
            </a:r>
          </a:p>
          <a:p>
            <a:r>
              <a:rPr lang="en-US" sz="4800" b="1">
                <a:latin typeface="Tahoma" panose="020B0604030504040204" pitchFamily="34" charset="0"/>
                <a:ea typeface="Tahoma" panose="020B0604030504040204" pitchFamily="34" charset="0"/>
                <a:cs typeface="Tahoma" panose="020B0604030504040204" pitchFamily="34" charset="0"/>
              </a:rPr>
              <a:t>Một mệnh đề không thể vừa đúng vừa sai</a:t>
            </a:r>
          </a:p>
          <a:p>
            <a:pPr algn="ctr"/>
            <a:endParaRPr lang="en-US" sz="4800"/>
          </a:p>
        </p:txBody>
      </p:sp>
      <p:grpSp>
        <p:nvGrpSpPr>
          <p:cNvPr id="31" name="Group 30">
            <a:extLst>
              <a:ext uri="{FF2B5EF4-FFF2-40B4-BE49-F238E27FC236}">
                <a16:creationId xmlns:a16="http://schemas.microsoft.com/office/drawing/2014/main" id="{53238435-C3C0-422B-97B1-86CCB5C531DF}"/>
              </a:ext>
            </a:extLst>
          </p:cNvPr>
          <p:cNvGrpSpPr/>
          <p:nvPr/>
        </p:nvGrpSpPr>
        <p:grpSpPr>
          <a:xfrm>
            <a:off x="991619" y="7899190"/>
            <a:ext cx="22325581" cy="2499628"/>
            <a:chOff x="1076414" y="4377894"/>
            <a:chExt cx="22325581" cy="2583881"/>
          </a:xfrm>
        </p:grpSpPr>
        <p:grpSp>
          <p:nvGrpSpPr>
            <p:cNvPr id="32" name="Group 5">
              <a:extLst>
                <a:ext uri="{FF2B5EF4-FFF2-40B4-BE49-F238E27FC236}">
                  <a16:creationId xmlns:a16="http://schemas.microsoft.com/office/drawing/2014/main" id="{2EFA16DD-AAAD-4CE7-97D0-F22F8A6F30F5}"/>
                </a:ext>
              </a:extLst>
            </p:cNvPr>
            <p:cNvGrpSpPr/>
            <p:nvPr/>
          </p:nvGrpSpPr>
          <p:grpSpPr>
            <a:xfrm>
              <a:off x="1533269" y="4671092"/>
              <a:ext cx="21868726" cy="2290683"/>
              <a:chOff x="637542" y="1083939"/>
              <a:chExt cx="8611674" cy="901852"/>
            </a:xfrm>
          </p:grpSpPr>
          <p:sp>
            <p:nvSpPr>
              <p:cNvPr id="48" name="Rounded Rectangle 35">
                <a:extLst>
                  <a:ext uri="{FF2B5EF4-FFF2-40B4-BE49-F238E27FC236}">
                    <a16:creationId xmlns:a16="http://schemas.microsoft.com/office/drawing/2014/main" id="{61DED5C2-493D-407D-BA89-004061861EF7}"/>
                  </a:ext>
                </a:extLst>
              </p:cNvPr>
              <p:cNvSpPr/>
              <p:nvPr/>
            </p:nvSpPr>
            <p:spPr>
              <a:xfrm>
                <a:off x="637542" y="1083939"/>
                <a:ext cx="8611674" cy="790228"/>
              </a:xfrm>
              <a:prstGeom prst="roundRect">
                <a:avLst>
                  <a:gd name="adj" fmla="val 4110"/>
                </a:avLst>
              </a:prstGeom>
              <a:solidFill>
                <a:srgbClr val="BEDCF4"/>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a:latin typeface="Tahoma" pitchFamily="34" charset="0"/>
                  <a:ea typeface="Tahoma" pitchFamily="34" charset="0"/>
                  <a:cs typeface="Tahoma" pitchFamily="34" charset="0"/>
                </a:endParaRPr>
              </a:p>
            </p:txBody>
          </p:sp>
          <p:sp>
            <p:nvSpPr>
              <p:cNvPr id="49" name="TextBox 48">
                <a:extLst>
                  <a:ext uri="{FF2B5EF4-FFF2-40B4-BE49-F238E27FC236}">
                    <a16:creationId xmlns:a16="http://schemas.microsoft.com/office/drawing/2014/main" id="{D06CA642-F90E-4D7D-8472-2AB70D110CC5}"/>
                  </a:ext>
                </a:extLst>
              </p:cNvPr>
              <p:cNvSpPr txBox="1"/>
              <p:nvPr/>
            </p:nvSpPr>
            <p:spPr>
              <a:xfrm>
                <a:off x="1007731" y="1742814"/>
                <a:ext cx="7867095" cy="242977"/>
              </a:xfrm>
              <a:prstGeom prst="rect">
                <a:avLst/>
              </a:prstGeom>
              <a:noFill/>
            </p:spPr>
            <p:txBody>
              <a:bodyPr wrap="square" rtlCol="0">
                <a:spAutoFit/>
              </a:bodyPr>
              <a:lstStyle/>
              <a:p>
                <a:pPr algn="just">
                  <a:lnSpc>
                    <a:spcPts val="4000"/>
                  </a:lnSpc>
                </a:pPr>
                <a:endParaRPr lang="en-US" sz="4600" dirty="0">
                  <a:latin typeface="Tahoma" pitchFamily="34" charset="0"/>
                  <a:ea typeface="Tahoma" pitchFamily="34" charset="0"/>
                  <a:cs typeface="Tahoma" pitchFamily="34" charset="0"/>
                </a:endParaRPr>
              </a:p>
            </p:txBody>
          </p:sp>
        </p:grpSp>
        <p:grpSp>
          <p:nvGrpSpPr>
            <p:cNvPr id="33" name="Group 65">
              <a:extLst>
                <a:ext uri="{FF2B5EF4-FFF2-40B4-BE49-F238E27FC236}">
                  <a16:creationId xmlns:a16="http://schemas.microsoft.com/office/drawing/2014/main" id="{40CB5A3C-2889-4FCA-83B1-9079D2B59EFE}"/>
                </a:ext>
              </a:extLst>
            </p:cNvPr>
            <p:cNvGrpSpPr/>
            <p:nvPr/>
          </p:nvGrpSpPr>
          <p:grpSpPr>
            <a:xfrm>
              <a:off x="1076414" y="4377894"/>
              <a:ext cx="3776573" cy="781943"/>
              <a:chOff x="166396" y="8755081"/>
              <a:chExt cx="3776573" cy="781943"/>
            </a:xfrm>
          </p:grpSpPr>
          <p:sp>
            <p:nvSpPr>
              <p:cNvPr id="34" name="Freeform 20">
                <a:extLst>
                  <a:ext uri="{FF2B5EF4-FFF2-40B4-BE49-F238E27FC236}">
                    <a16:creationId xmlns:a16="http://schemas.microsoft.com/office/drawing/2014/main" id="{E9937DA9-A318-4FDF-8811-55270D2B60FD}"/>
                  </a:ext>
                </a:extLst>
              </p:cNvPr>
              <p:cNvSpPr>
                <a:spLocks/>
              </p:cNvSpPr>
              <p:nvPr/>
            </p:nvSpPr>
            <p:spPr bwMode="auto">
              <a:xfrm>
                <a:off x="384522" y="8755081"/>
                <a:ext cx="3558447" cy="781943"/>
              </a:xfrm>
              <a:prstGeom prst="roundRect">
                <a:avLst/>
              </a:prstGeom>
              <a:solidFill>
                <a:srgbClr val="0072BC"/>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grpSp>
            <p:nvGrpSpPr>
              <p:cNvPr id="35" name="Group 7">
                <a:extLst>
                  <a:ext uri="{FF2B5EF4-FFF2-40B4-BE49-F238E27FC236}">
                    <a16:creationId xmlns:a16="http://schemas.microsoft.com/office/drawing/2014/main" id="{C3DA5112-B581-45E3-BACF-CD6CD6DF3EF3}"/>
                  </a:ext>
                </a:extLst>
              </p:cNvPr>
              <p:cNvGrpSpPr/>
              <p:nvPr/>
            </p:nvGrpSpPr>
            <p:grpSpPr>
              <a:xfrm>
                <a:off x="166396" y="8780577"/>
                <a:ext cx="702538" cy="572229"/>
                <a:chOff x="-145995" y="8633545"/>
                <a:chExt cx="787401" cy="641352"/>
              </a:xfrm>
            </p:grpSpPr>
            <p:sp>
              <p:nvSpPr>
                <p:cNvPr id="36" name="Freeform 45">
                  <a:extLst>
                    <a:ext uri="{FF2B5EF4-FFF2-40B4-BE49-F238E27FC236}">
                      <a16:creationId xmlns:a16="http://schemas.microsoft.com/office/drawing/2014/main" id="{9A57DC7E-43AB-48C6-8824-3B0BDFDC1D84}"/>
                    </a:ext>
                  </a:extLst>
                </p:cNvPr>
                <p:cNvSpPr>
                  <a:spLocks/>
                </p:cNvSpPr>
                <p:nvPr/>
              </p:nvSpPr>
              <p:spPr bwMode="auto">
                <a:xfrm>
                  <a:off x="255643" y="9062171"/>
                  <a:ext cx="363538" cy="88900"/>
                </a:xfrm>
                <a:custGeom>
                  <a:avLst/>
                  <a:gdLst>
                    <a:gd name="T0" fmla="*/ 6 w 97"/>
                    <a:gd name="T1" fmla="*/ 24 h 24"/>
                    <a:gd name="T2" fmla="*/ 0 w 97"/>
                    <a:gd name="T3" fmla="*/ 18 h 24"/>
                    <a:gd name="T4" fmla="*/ 0 w 97"/>
                    <a:gd name="T5" fmla="*/ 6 h 24"/>
                    <a:gd name="T6" fmla="*/ 6 w 97"/>
                    <a:gd name="T7" fmla="*/ 0 h 24"/>
                    <a:gd name="T8" fmla="*/ 91 w 97"/>
                    <a:gd name="T9" fmla="*/ 0 h 24"/>
                    <a:gd name="T10" fmla="*/ 97 w 97"/>
                    <a:gd name="T11" fmla="*/ 6 h 24"/>
                    <a:gd name="T12" fmla="*/ 97 w 97"/>
                    <a:gd name="T13" fmla="*/ 18 h 24"/>
                    <a:gd name="T14" fmla="*/ 91 w 97"/>
                    <a:gd name="T15" fmla="*/ 24 h 24"/>
                    <a:gd name="T16" fmla="*/ 6 w 97"/>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24">
                      <a:moveTo>
                        <a:pt x="6" y="24"/>
                      </a:moveTo>
                      <a:cubicBezTo>
                        <a:pt x="3" y="24"/>
                        <a:pt x="0" y="21"/>
                        <a:pt x="0" y="18"/>
                      </a:cubicBezTo>
                      <a:cubicBezTo>
                        <a:pt x="0" y="6"/>
                        <a:pt x="0" y="6"/>
                        <a:pt x="0" y="6"/>
                      </a:cubicBezTo>
                      <a:cubicBezTo>
                        <a:pt x="0" y="3"/>
                        <a:pt x="3" y="0"/>
                        <a:pt x="6" y="0"/>
                      </a:cubicBezTo>
                      <a:cubicBezTo>
                        <a:pt x="91" y="0"/>
                        <a:pt x="91" y="0"/>
                        <a:pt x="91" y="0"/>
                      </a:cubicBezTo>
                      <a:cubicBezTo>
                        <a:pt x="95" y="0"/>
                        <a:pt x="97" y="3"/>
                        <a:pt x="97" y="6"/>
                      </a:cubicBezTo>
                      <a:cubicBezTo>
                        <a:pt x="97" y="18"/>
                        <a:pt x="97" y="18"/>
                        <a:pt x="97" y="18"/>
                      </a:cubicBezTo>
                      <a:cubicBezTo>
                        <a:pt x="97" y="21"/>
                        <a:pt x="95" y="24"/>
                        <a:pt x="91" y="24"/>
                      </a:cubicBezTo>
                      <a:lnTo>
                        <a:pt x="6" y="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37" name="Freeform 46">
                  <a:extLst>
                    <a:ext uri="{FF2B5EF4-FFF2-40B4-BE49-F238E27FC236}">
                      <a16:creationId xmlns:a16="http://schemas.microsoft.com/office/drawing/2014/main" id="{2ECCD499-D189-45A2-88FF-92A2026CB03A}"/>
                    </a:ext>
                  </a:extLst>
                </p:cNvPr>
                <p:cNvSpPr>
                  <a:spLocks noEditPoints="1"/>
                </p:cNvSpPr>
                <p:nvPr/>
              </p:nvSpPr>
              <p:spPr bwMode="auto">
                <a:xfrm>
                  <a:off x="233418" y="9039946"/>
                  <a:ext cx="407988" cy="134938"/>
                </a:xfrm>
                <a:custGeom>
                  <a:avLst/>
                  <a:gdLst>
                    <a:gd name="T0" fmla="*/ 97 w 109"/>
                    <a:gd name="T1" fmla="*/ 12 h 36"/>
                    <a:gd name="T2" fmla="*/ 97 w 109"/>
                    <a:gd name="T3" fmla="*/ 24 h 36"/>
                    <a:gd name="T4" fmla="*/ 12 w 109"/>
                    <a:gd name="T5" fmla="*/ 24 h 36"/>
                    <a:gd name="T6" fmla="*/ 12 w 109"/>
                    <a:gd name="T7" fmla="*/ 12 h 36"/>
                    <a:gd name="T8" fmla="*/ 97 w 109"/>
                    <a:gd name="T9" fmla="*/ 12 h 36"/>
                    <a:gd name="T10" fmla="*/ 97 w 109"/>
                    <a:gd name="T11" fmla="*/ 0 h 36"/>
                    <a:gd name="T12" fmla="*/ 12 w 109"/>
                    <a:gd name="T13" fmla="*/ 0 h 36"/>
                    <a:gd name="T14" fmla="*/ 0 w 109"/>
                    <a:gd name="T15" fmla="*/ 12 h 36"/>
                    <a:gd name="T16" fmla="*/ 0 w 109"/>
                    <a:gd name="T17" fmla="*/ 24 h 36"/>
                    <a:gd name="T18" fmla="*/ 12 w 109"/>
                    <a:gd name="T19" fmla="*/ 36 h 36"/>
                    <a:gd name="T20" fmla="*/ 97 w 109"/>
                    <a:gd name="T21" fmla="*/ 36 h 36"/>
                    <a:gd name="T22" fmla="*/ 109 w 109"/>
                    <a:gd name="T23" fmla="*/ 24 h 36"/>
                    <a:gd name="T24" fmla="*/ 109 w 109"/>
                    <a:gd name="T25" fmla="*/ 12 h 36"/>
                    <a:gd name="T26" fmla="*/ 97 w 109"/>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9" h="36">
                      <a:moveTo>
                        <a:pt x="97" y="12"/>
                      </a:moveTo>
                      <a:cubicBezTo>
                        <a:pt x="97" y="24"/>
                        <a:pt x="97" y="24"/>
                        <a:pt x="97" y="24"/>
                      </a:cubicBezTo>
                      <a:cubicBezTo>
                        <a:pt x="12" y="24"/>
                        <a:pt x="12" y="24"/>
                        <a:pt x="12" y="24"/>
                      </a:cubicBezTo>
                      <a:cubicBezTo>
                        <a:pt x="12" y="12"/>
                        <a:pt x="12" y="12"/>
                        <a:pt x="12" y="12"/>
                      </a:cubicBezTo>
                      <a:cubicBezTo>
                        <a:pt x="97" y="12"/>
                        <a:pt x="97" y="12"/>
                        <a:pt x="97" y="12"/>
                      </a:cubicBezTo>
                      <a:moveTo>
                        <a:pt x="97" y="0"/>
                      </a:moveTo>
                      <a:cubicBezTo>
                        <a:pt x="12" y="0"/>
                        <a:pt x="12" y="0"/>
                        <a:pt x="12" y="0"/>
                      </a:cubicBezTo>
                      <a:cubicBezTo>
                        <a:pt x="5" y="0"/>
                        <a:pt x="0" y="6"/>
                        <a:pt x="0" y="12"/>
                      </a:cubicBezTo>
                      <a:cubicBezTo>
                        <a:pt x="0" y="24"/>
                        <a:pt x="0" y="24"/>
                        <a:pt x="0" y="24"/>
                      </a:cubicBezTo>
                      <a:cubicBezTo>
                        <a:pt x="0" y="30"/>
                        <a:pt x="5" y="36"/>
                        <a:pt x="12" y="36"/>
                      </a:cubicBezTo>
                      <a:cubicBezTo>
                        <a:pt x="97" y="36"/>
                        <a:pt x="97" y="36"/>
                        <a:pt x="97" y="36"/>
                      </a:cubicBezTo>
                      <a:cubicBezTo>
                        <a:pt x="104" y="36"/>
                        <a:pt x="109" y="30"/>
                        <a:pt x="109" y="24"/>
                      </a:cubicBezTo>
                      <a:cubicBezTo>
                        <a:pt x="109" y="12"/>
                        <a:pt x="109" y="12"/>
                        <a:pt x="109" y="12"/>
                      </a:cubicBezTo>
                      <a:cubicBezTo>
                        <a:pt x="109" y="6"/>
                        <a:pt x="104" y="0"/>
                        <a:pt x="97" y="0"/>
                      </a:cubicBezTo>
                      <a:close/>
                    </a:path>
                  </a:pathLst>
                </a:custGeom>
                <a:solidFill>
                  <a:srgbClr val="0072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38" name="Freeform 47">
                  <a:extLst>
                    <a:ext uri="{FF2B5EF4-FFF2-40B4-BE49-F238E27FC236}">
                      <a16:creationId xmlns:a16="http://schemas.microsoft.com/office/drawing/2014/main" id="{B0DAC554-931D-4097-9724-3ADA4B4899A0}"/>
                    </a:ext>
                  </a:extLst>
                </p:cNvPr>
                <p:cNvSpPr>
                  <a:spLocks/>
                </p:cNvSpPr>
                <p:nvPr/>
              </p:nvSpPr>
              <p:spPr bwMode="auto">
                <a:xfrm>
                  <a:off x="255643" y="9136784"/>
                  <a:ext cx="363538" cy="90488"/>
                </a:xfrm>
                <a:custGeom>
                  <a:avLst/>
                  <a:gdLst>
                    <a:gd name="T0" fmla="*/ 6 w 97"/>
                    <a:gd name="T1" fmla="*/ 24 h 24"/>
                    <a:gd name="T2" fmla="*/ 0 w 97"/>
                    <a:gd name="T3" fmla="*/ 18 h 24"/>
                    <a:gd name="T4" fmla="*/ 0 w 97"/>
                    <a:gd name="T5" fmla="*/ 6 h 24"/>
                    <a:gd name="T6" fmla="*/ 6 w 97"/>
                    <a:gd name="T7" fmla="*/ 0 h 24"/>
                    <a:gd name="T8" fmla="*/ 91 w 97"/>
                    <a:gd name="T9" fmla="*/ 0 h 24"/>
                    <a:gd name="T10" fmla="*/ 97 w 97"/>
                    <a:gd name="T11" fmla="*/ 6 h 24"/>
                    <a:gd name="T12" fmla="*/ 97 w 97"/>
                    <a:gd name="T13" fmla="*/ 18 h 24"/>
                    <a:gd name="T14" fmla="*/ 91 w 97"/>
                    <a:gd name="T15" fmla="*/ 24 h 24"/>
                    <a:gd name="T16" fmla="*/ 6 w 97"/>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24">
                      <a:moveTo>
                        <a:pt x="6" y="24"/>
                      </a:moveTo>
                      <a:cubicBezTo>
                        <a:pt x="3" y="24"/>
                        <a:pt x="0" y="21"/>
                        <a:pt x="0" y="18"/>
                      </a:cubicBezTo>
                      <a:cubicBezTo>
                        <a:pt x="0" y="6"/>
                        <a:pt x="0" y="6"/>
                        <a:pt x="0" y="6"/>
                      </a:cubicBezTo>
                      <a:cubicBezTo>
                        <a:pt x="0" y="3"/>
                        <a:pt x="3" y="0"/>
                        <a:pt x="6" y="0"/>
                      </a:cubicBezTo>
                      <a:cubicBezTo>
                        <a:pt x="91" y="0"/>
                        <a:pt x="91" y="0"/>
                        <a:pt x="91" y="0"/>
                      </a:cubicBezTo>
                      <a:cubicBezTo>
                        <a:pt x="95" y="0"/>
                        <a:pt x="97" y="3"/>
                        <a:pt x="97" y="6"/>
                      </a:cubicBezTo>
                      <a:cubicBezTo>
                        <a:pt x="97" y="18"/>
                        <a:pt x="97" y="18"/>
                        <a:pt x="97" y="18"/>
                      </a:cubicBezTo>
                      <a:cubicBezTo>
                        <a:pt x="97" y="21"/>
                        <a:pt x="95" y="24"/>
                        <a:pt x="91" y="24"/>
                      </a:cubicBezTo>
                      <a:lnTo>
                        <a:pt x="6" y="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39" name="Freeform 48">
                  <a:extLst>
                    <a:ext uri="{FF2B5EF4-FFF2-40B4-BE49-F238E27FC236}">
                      <a16:creationId xmlns:a16="http://schemas.microsoft.com/office/drawing/2014/main" id="{8F0048E2-3907-49E3-AE6E-3F28DCEDBAE5}"/>
                    </a:ext>
                  </a:extLst>
                </p:cNvPr>
                <p:cNvSpPr>
                  <a:spLocks noEditPoints="1"/>
                </p:cNvSpPr>
                <p:nvPr/>
              </p:nvSpPr>
              <p:spPr bwMode="auto">
                <a:xfrm>
                  <a:off x="233418" y="9114559"/>
                  <a:ext cx="407988" cy="134938"/>
                </a:xfrm>
                <a:custGeom>
                  <a:avLst/>
                  <a:gdLst>
                    <a:gd name="T0" fmla="*/ 97 w 109"/>
                    <a:gd name="T1" fmla="*/ 12 h 36"/>
                    <a:gd name="T2" fmla="*/ 97 w 109"/>
                    <a:gd name="T3" fmla="*/ 24 h 36"/>
                    <a:gd name="T4" fmla="*/ 12 w 109"/>
                    <a:gd name="T5" fmla="*/ 24 h 36"/>
                    <a:gd name="T6" fmla="*/ 12 w 109"/>
                    <a:gd name="T7" fmla="*/ 12 h 36"/>
                    <a:gd name="T8" fmla="*/ 97 w 109"/>
                    <a:gd name="T9" fmla="*/ 12 h 36"/>
                    <a:gd name="T10" fmla="*/ 97 w 109"/>
                    <a:gd name="T11" fmla="*/ 0 h 36"/>
                    <a:gd name="T12" fmla="*/ 12 w 109"/>
                    <a:gd name="T13" fmla="*/ 0 h 36"/>
                    <a:gd name="T14" fmla="*/ 0 w 109"/>
                    <a:gd name="T15" fmla="*/ 12 h 36"/>
                    <a:gd name="T16" fmla="*/ 0 w 109"/>
                    <a:gd name="T17" fmla="*/ 24 h 36"/>
                    <a:gd name="T18" fmla="*/ 12 w 109"/>
                    <a:gd name="T19" fmla="*/ 36 h 36"/>
                    <a:gd name="T20" fmla="*/ 97 w 109"/>
                    <a:gd name="T21" fmla="*/ 36 h 36"/>
                    <a:gd name="T22" fmla="*/ 109 w 109"/>
                    <a:gd name="T23" fmla="*/ 24 h 36"/>
                    <a:gd name="T24" fmla="*/ 109 w 109"/>
                    <a:gd name="T25" fmla="*/ 12 h 36"/>
                    <a:gd name="T26" fmla="*/ 97 w 109"/>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9" h="36">
                      <a:moveTo>
                        <a:pt x="97" y="12"/>
                      </a:moveTo>
                      <a:cubicBezTo>
                        <a:pt x="97" y="24"/>
                        <a:pt x="97" y="24"/>
                        <a:pt x="97" y="24"/>
                      </a:cubicBezTo>
                      <a:cubicBezTo>
                        <a:pt x="12" y="24"/>
                        <a:pt x="12" y="24"/>
                        <a:pt x="12" y="24"/>
                      </a:cubicBezTo>
                      <a:cubicBezTo>
                        <a:pt x="12" y="12"/>
                        <a:pt x="12" y="12"/>
                        <a:pt x="12" y="12"/>
                      </a:cubicBezTo>
                      <a:cubicBezTo>
                        <a:pt x="97" y="12"/>
                        <a:pt x="97" y="12"/>
                        <a:pt x="97" y="12"/>
                      </a:cubicBezTo>
                      <a:moveTo>
                        <a:pt x="97" y="0"/>
                      </a:moveTo>
                      <a:cubicBezTo>
                        <a:pt x="12" y="0"/>
                        <a:pt x="12" y="0"/>
                        <a:pt x="12" y="0"/>
                      </a:cubicBezTo>
                      <a:cubicBezTo>
                        <a:pt x="5" y="0"/>
                        <a:pt x="0" y="6"/>
                        <a:pt x="0" y="12"/>
                      </a:cubicBezTo>
                      <a:cubicBezTo>
                        <a:pt x="0" y="24"/>
                        <a:pt x="0" y="24"/>
                        <a:pt x="0" y="24"/>
                      </a:cubicBezTo>
                      <a:cubicBezTo>
                        <a:pt x="0" y="31"/>
                        <a:pt x="5" y="36"/>
                        <a:pt x="12" y="36"/>
                      </a:cubicBezTo>
                      <a:cubicBezTo>
                        <a:pt x="97" y="36"/>
                        <a:pt x="97" y="36"/>
                        <a:pt x="97" y="36"/>
                      </a:cubicBezTo>
                      <a:cubicBezTo>
                        <a:pt x="104" y="36"/>
                        <a:pt x="109" y="31"/>
                        <a:pt x="109" y="24"/>
                      </a:cubicBezTo>
                      <a:cubicBezTo>
                        <a:pt x="109" y="12"/>
                        <a:pt x="109" y="12"/>
                        <a:pt x="109" y="12"/>
                      </a:cubicBezTo>
                      <a:cubicBezTo>
                        <a:pt x="109" y="6"/>
                        <a:pt x="104" y="0"/>
                        <a:pt x="97" y="0"/>
                      </a:cubicBezTo>
                      <a:close/>
                    </a:path>
                  </a:pathLst>
                </a:custGeom>
                <a:solidFill>
                  <a:srgbClr val="0072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40" name="Freeform 49">
                  <a:extLst>
                    <a:ext uri="{FF2B5EF4-FFF2-40B4-BE49-F238E27FC236}">
                      <a16:creationId xmlns:a16="http://schemas.microsoft.com/office/drawing/2014/main" id="{5747E503-F015-46F8-BBCF-73CF243B3F40}"/>
                    </a:ext>
                  </a:extLst>
                </p:cNvPr>
                <p:cNvSpPr>
                  <a:spLocks/>
                </p:cNvSpPr>
                <p:nvPr/>
              </p:nvSpPr>
              <p:spPr bwMode="auto">
                <a:xfrm>
                  <a:off x="217543" y="8657358"/>
                  <a:ext cx="263525" cy="254000"/>
                </a:xfrm>
                <a:custGeom>
                  <a:avLst/>
                  <a:gdLst>
                    <a:gd name="T0" fmla="*/ 50 w 70"/>
                    <a:gd name="T1" fmla="*/ 68 h 68"/>
                    <a:gd name="T2" fmla="*/ 45 w 70"/>
                    <a:gd name="T3" fmla="*/ 67 h 68"/>
                    <a:gd name="T4" fmla="*/ 2 w 70"/>
                    <a:gd name="T5" fmla="*/ 23 h 68"/>
                    <a:gd name="T6" fmla="*/ 2 w 70"/>
                    <a:gd name="T7" fmla="*/ 15 h 68"/>
                    <a:gd name="T8" fmla="*/ 14 w 70"/>
                    <a:gd name="T9" fmla="*/ 3 h 68"/>
                    <a:gd name="T10" fmla="*/ 22 w 70"/>
                    <a:gd name="T11" fmla="*/ 0 h 68"/>
                    <a:gd name="T12" fmla="*/ 31 w 70"/>
                    <a:gd name="T13" fmla="*/ 3 h 68"/>
                    <a:gd name="T14" fmla="*/ 65 w 70"/>
                    <a:gd name="T15" fmla="*/ 38 h 68"/>
                    <a:gd name="T16" fmla="*/ 65 w 70"/>
                    <a:gd name="T17" fmla="*/ 55 h 68"/>
                    <a:gd name="T18" fmla="*/ 54 w 70"/>
                    <a:gd name="T19" fmla="*/ 67 h 68"/>
                    <a:gd name="T20" fmla="*/ 50 w 70"/>
                    <a:gd name="T21" fmla="*/ 68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68">
                      <a:moveTo>
                        <a:pt x="50" y="68"/>
                      </a:moveTo>
                      <a:cubicBezTo>
                        <a:pt x="48" y="68"/>
                        <a:pt x="47" y="68"/>
                        <a:pt x="45" y="67"/>
                      </a:cubicBezTo>
                      <a:cubicBezTo>
                        <a:pt x="2" y="23"/>
                        <a:pt x="2" y="23"/>
                        <a:pt x="2" y="23"/>
                      </a:cubicBezTo>
                      <a:cubicBezTo>
                        <a:pt x="0" y="21"/>
                        <a:pt x="0" y="17"/>
                        <a:pt x="2" y="15"/>
                      </a:cubicBezTo>
                      <a:cubicBezTo>
                        <a:pt x="14" y="3"/>
                        <a:pt x="14" y="3"/>
                        <a:pt x="14" y="3"/>
                      </a:cubicBezTo>
                      <a:cubicBezTo>
                        <a:pt x="16" y="1"/>
                        <a:pt x="19" y="0"/>
                        <a:pt x="22" y="0"/>
                      </a:cubicBezTo>
                      <a:cubicBezTo>
                        <a:pt x="26" y="0"/>
                        <a:pt x="29" y="1"/>
                        <a:pt x="31" y="3"/>
                      </a:cubicBezTo>
                      <a:cubicBezTo>
                        <a:pt x="65" y="38"/>
                        <a:pt x="65" y="38"/>
                        <a:pt x="65" y="38"/>
                      </a:cubicBezTo>
                      <a:cubicBezTo>
                        <a:pt x="70" y="42"/>
                        <a:pt x="70" y="50"/>
                        <a:pt x="65" y="55"/>
                      </a:cubicBezTo>
                      <a:cubicBezTo>
                        <a:pt x="54" y="67"/>
                        <a:pt x="54" y="67"/>
                        <a:pt x="54" y="67"/>
                      </a:cubicBezTo>
                      <a:cubicBezTo>
                        <a:pt x="53" y="68"/>
                        <a:pt x="51" y="68"/>
                        <a:pt x="50" y="6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41" name="Freeform 50">
                  <a:extLst>
                    <a:ext uri="{FF2B5EF4-FFF2-40B4-BE49-F238E27FC236}">
                      <a16:creationId xmlns:a16="http://schemas.microsoft.com/office/drawing/2014/main" id="{03FD747F-803F-428F-9245-D8F2A7C11F8B}"/>
                    </a:ext>
                  </a:extLst>
                </p:cNvPr>
                <p:cNvSpPr>
                  <a:spLocks noEditPoints="1"/>
                </p:cNvSpPr>
                <p:nvPr/>
              </p:nvSpPr>
              <p:spPr bwMode="auto">
                <a:xfrm>
                  <a:off x="192143" y="8633545"/>
                  <a:ext cx="314325" cy="300038"/>
                </a:xfrm>
                <a:custGeom>
                  <a:avLst/>
                  <a:gdLst>
                    <a:gd name="T0" fmla="*/ 29 w 84"/>
                    <a:gd name="T1" fmla="*/ 12 h 80"/>
                    <a:gd name="T2" fmla="*/ 34 w 84"/>
                    <a:gd name="T3" fmla="*/ 13 h 80"/>
                    <a:gd name="T4" fmla="*/ 68 w 84"/>
                    <a:gd name="T5" fmla="*/ 48 h 80"/>
                    <a:gd name="T6" fmla="*/ 68 w 84"/>
                    <a:gd name="T7" fmla="*/ 57 h 80"/>
                    <a:gd name="T8" fmla="*/ 57 w 84"/>
                    <a:gd name="T9" fmla="*/ 68 h 80"/>
                    <a:gd name="T10" fmla="*/ 13 w 84"/>
                    <a:gd name="T11" fmla="*/ 25 h 80"/>
                    <a:gd name="T12" fmla="*/ 25 w 84"/>
                    <a:gd name="T13" fmla="*/ 13 h 80"/>
                    <a:gd name="T14" fmla="*/ 29 w 84"/>
                    <a:gd name="T15" fmla="*/ 12 h 80"/>
                    <a:gd name="T16" fmla="*/ 29 w 84"/>
                    <a:gd name="T17" fmla="*/ 0 h 80"/>
                    <a:gd name="T18" fmla="*/ 16 w 84"/>
                    <a:gd name="T19" fmla="*/ 5 h 80"/>
                    <a:gd name="T20" fmla="*/ 5 w 84"/>
                    <a:gd name="T21" fmla="*/ 16 h 80"/>
                    <a:gd name="T22" fmla="*/ 5 w 84"/>
                    <a:gd name="T23" fmla="*/ 33 h 80"/>
                    <a:gd name="T24" fmla="*/ 48 w 84"/>
                    <a:gd name="T25" fmla="*/ 77 h 80"/>
                    <a:gd name="T26" fmla="*/ 57 w 84"/>
                    <a:gd name="T27" fmla="*/ 80 h 80"/>
                    <a:gd name="T28" fmla="*/ 57 w 84"/>
                    <a:gd name="T29" fmla="*/ 80 h 80"/>
                    <a:gd name="T30" fmla="*/ 65 w 84"/>
                    <a:gd name="T31" fmla="*/ 77 h 80"/>
                    <a:gd name="T32" fmla="*/ 77 w 84"/>
                    <a:gd name="T33" fmla="*/ 65 h 80"/>
                    <a:gd name="T34" fmla="*/ 77 w 84"/>
                    <a:gd name="T35" fmla="*/ 39 h 80"/>
                    <a:gd name="T36" fmla="*/ 42 w 84"/>
                    <a:gd name="T37" fmla="*/ 5 h 80"/>
                    <a:gd name="T38" fmla="*/ 29 w 84"/>
                    <a:gd name="T39"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4" h="80">
                      <a:moveTo>
                        <a:pt x="29" y="12"/>
                      </a:moveTo>
                      <a:cubicBezTo>
                        <a:pt x="31" y="12"/>
                        <a:pt x="33" y="12"/>
                        <a:pt x="34" y="13"/>
                      </a:cubicBezTo>
                      <a:cubicBezTo>
                        <a:pt x="34" y="13"/>
                        <a:pt x="34" y="13"/>
                        <a:pt x="68" y="48"/>
                      </a:cubicBezTo>
                      <a:cubicBezTo>
                        <a:pt x="71" y="50"/>
                        <a:pt x="71" y="54"/>
                        <a:pt x="68" y="57"/>
                      </a:cubicBezTo>
                      <a:cubicBezTo>
                        <a:pt x="68" y="57"/>
                        <a:pt x="68" y="57"/>
                        <a:pt x="57" y="68"/>
                      </a:cubicBezTo>
                      <a:cubicBezTo>
                        <a:pt x="57" y="68"/>
                        <a:pt x="57" y="68"/>
                        <a:pt x="13" y="25"/>
                      </a:cubicBezTo>
                      <a:cubicBezTo>
                        <a:pt x="13" y="25"/>
                        <a:pt x="13" y="25"/>
                        <a:pt x="25" y="13"/>
                      </a:cubicBezTo>
                      <a:cubicBezTo>
                        <a:pt x="26" y="12"/>
                        <a:pt x="28" y="12"/>
                        <a:pt x="29" y="12"/>
                      </a:cubicBezTo>
                      <a:moveTo>
                        <a:pt x="29" y="0"/>
                      </a:moveTo>
                      <a:cubicBezTo>
                        <a:pt x="24" y="0"/>
                        <a:pt x="20" y="2"/>
                        <a:pt x="16" y="5"/>
                      </a:cubicBezTo>
                      <a:cubicBezTo>
                        <a:pt x="5" y="16"/>
                        <a:pt x="5" y="16"/>
                        <a:pt x="5" y="16"/>
                      </a:cubicBezTo>
                      <a:cubicBezTo>
                        <a:pt x="0" y="21"/>
                        <a:pt x="0" y="29"/>
                        <a:pt x="5" y="33"/>
                      </a:cubicBezTo>
                      <a:cubicBezTo>
                        <a:pt x="48" y="77"/>
                        <a:pt x="48" y="77"/>
                        <a:pt x="48" y="77"/>
                      </a:cubicBezTo>
                      <a:cubicBezTo>
                        <a:pt x="50" y="79"/>
                        <a:pt x="53" y="80"/>
                        <a:pt x="57" y="80"/>
                      </a:cubicBezTo>
                      <a:cubicBezTo>
                        <a:pt x="57" y="80"/>
                        <a:pt x="57" y="80"/>
                        <a:pt x="57" y="80"/>
                      </a:cubicBezTo>
                      <a:cubicBezTo>
                        <a:pt x="60" y="80"/>
                        <a:pt x="63" y="79"/>
                        <a:pt x="65" y="77"/>
                      </a:cubicBezTo>
                      <a:cubicBezTo>
                        <a:pt x="77" y="65"/>
                        <a:pt x="77" y="65"/>
                        <a:pt x="77" y="65"/>
                      </a:cubicBezTo>
                      <a:cubicBezTo>
                        <a:pt x="84" y="58"/>
                        <a:pt x="84" y="47"/>
                        <a:pt x="77" y="39"/>
                      </a:cubicBezTo>
                      <a:cubicBezTo>
                        <a:pt x="42" y="5"/>
                        <a:pt x="42" y="5"/>
                        <a:pt x="42" y="5"/>
                      </a:cubicBezTo>
                      <a:cubicBezTo>
                        <a:pt x="39" y="2"/>
                        <a:pt x="34" y="0"/>
                        <a:pt x="29" y="0"/>
                      </a:cubicBezTo>
                      <a:close/>
                    </a:path>
                  </a:pathLst>
                </a:custGeom>
                <a:solidFill>
                  <a:srgbClr val="0072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42" name="Freeform 51">
                  <a:extLst>
                    <a:ext uri="{FF2B5EF4-FFF2-40B4-BE49-F238E27FC236}">
                      <a16:creationId xmlns:a16="http://schemas.microsoft.com/office/drawing/2014/main" id="{7BFB6BB7-D9C0-455A-9B60-D62B515DDBAF}"/>
                    </a:ext>
                  </a:extLst>
                </p:cNvPr>
                <p:cNvSpPr>
                  <a:spLocks noEditPoints="1"/>
                </p:cNvSpPr>
                <p:nvPr/>
              </p:nvSpPr>
              <p:spPr bwMode="auto">
                <a:xfrm>
                  <a:off x="-123770" y="8724033"/>
                  <a:ext cx="742950" cy="528639"/>
                </a:xfrm>
                <a:custGeom>
                  <a:avLst/>
                  <a:gdLst>
                    <a:gd name="T0" fmla="*/ 12 w 198"/>
                    <a:gd name="T1" fmla="*/ 141 h 141"/>
                    <a:gd name="T2" fmla="*/ 8 w 198"/>
                    <a:gd name="T3" fmla="*/ 140 h 141"/>
                    <a:gd name="T4" fmla="*/ 3 w 198"/>
                    <a:gd name="T5" fmla="*/ 134 h 141"/>
                    <a:gd name="T6" fmla="*/ 1 w 198"/>
                    <a:gd name="T7" fmla="*/ 128 h 141"/>
                    <a:gd name="T8" fmla="*/ 14 w 198"/>
                    <a:gd name="T9" fmla="*/ 77 h 141"/>
                    <a:gd name="T10" fmla="*/ 15 w 198"/>
                    <a:gd name="T11" fmla="*/ 75 h 141"/>
                    <a:gd name="T12" fmla="*/ 88 w 198"/>
                    <a:gd name="T13" fmla="*/ 1 h 141"/>
                    <a:gd name="T14" fmla="*/ 92 w 198"/>
                    <a:gd name="T15" fmla="*/ 0 h 141"/>
                    <a:gd name="T16" fmla="*/ 92 w 198"/>
                    <a:gd name="T17" fmla="*/ 0 h 141"/>
                    <a:gd name="T18" fmla="*/ 97 w 198"/>
                    <a:gd name="T19" fmla="*/ 1 h 141"/>
                    <a:gd name="T20" fmla="*/ 103 w 198"/>
                    <a:gd name="T21" fmla="*/ 8 h 141"/>
                    <a:gd name="T22" fmla="*/ 105 w 198"/>
                    <a:gd name="T23" fmla="*/ 12 h 141"/>
                    <a:gd name="T24" fmla="*/ 109 w 198"/>
                    <a:gd name="T25" fmla="*/ 13 h 141"/>
                    <a:gd name="T26" fmla="*/ 116 w 198"/>
                    <a:gd name="T27" fmla="*/ 21 h 141"/>
                    <a:gd name="T28" fmla="*/ 117 w 198"/>
                    <a:gd name="T29" fmla="*/ 24 h 141"/>
                    <a:gd name="T30" fmla="*/ 121 w 198"/>
                    <a:gd name="T31" fmla="*/ 26 h 141"/>
                    <a:gd name="T32" fmla="*/ 128 w 198"/>
                    <a:gd name="T33" fmla="*/ 33 h 141"/>
                    <a:gd name="T34" fmla="*/ 130 w 198"/>
                    <a:gd name="T35" fmla="*/ 37 h 141"/>
                    <a:gd name="T36" fmla="*/ 133 w 198"/>
                    <a:gd name="T37" fmla="*/ 38 h 141"/>
                    <a:gd name="T38" fmla="*/ 140 w 198"/>
                    <a:gd name="T39" fmla="*/ 45 h 141"/>
                    <a:gd name="T40" fmla="*/ 142 w 198"/>
                    <a:gd name="T41" fmla="*/ 49 h 141"/>
                    <a:gd name="T42" fmla="*/ 140 w 198"/>
                    <a:gd name="T43" fmla="*/ 53 h 141"/>
                    <a:gd name="T44" fmla="*/ 124 w 198"/>
                    <a:gd name="T45" fmla="*/ 70 h 141"/>
                    <a:gd name="T46" fmla="*/ 192 w 198"/>
                    <a:gd name="T47" fmla="*/ 70 h 141"/>
                    <a:gd name="T48" fmla="*/ 198 w 198"/>
                    <a:gd name="T49" fmla="*/ 76 h 141"/>
                    <a:gd name="T50" fmla="*/ 198 w 198"/>
                    <a:gd name="T51" fmla="*/ 87 h 141"/>
                    <a:gd name="T52" fmla="*/ 192 w 198"/>
                    <a:gd name="T53" fmla="*/ 93 h 141"/>
                    <a:gd name="T54" fmla="*/ 107 w 198"/>
                    <a:gd name="T55" fmla="*/ 93 h 141"/>
                    <a:gd name="T56" fmla="*/ 103 w 198"/>
                    <a:gd name="T57" fmla="*/ 91 h 141"/>
                    <a:gd name="T58" fmla="*/ 67 w 198"/>
                    <a:gd name="T59" fmla="*/ 127 h 141"/>
                    <a:gd name="T60" fmla="*/ 64 w 198"/>
                    <a:gd name="T61" fmla="*/ 128 h 141"/>
                    <a:gd name="T62" fmla="*/ 14 w 198"/>
                    <a:gd name="T63" fmla="*/ 141 h 141"/>
                    <a:gd name="T64" fmla="*/ 12 w 198"/>
                    <a:gd name="T65" fmla="*/ 141 h 141"/>
                    <a:gd name="T66" fmla="*/ 23 w 198"/>
                    <a:gd name="T67" fmla="*/ 119 h 141"/>
                    <a:gd name="T68" fmla="*/ 45 w 198"/>
                    <a:gd name="T69" fmla="*/ 113 h 141"/>
                    <a:gd name="T70" fmla="*/ 29 w 198"/>
                    <a:gd name="T71" fmla="*/ 97 h 141"/>
                    <a:gd name="T72" fmla="*/ 23 w 198"/>
                    <a:gd name="T73" fmla="*/ 119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8" h="141">
                      <a:moveTo>
                        <a:pt x="12" y="141"/>
                      </a:moveTo>
                      <a:cubicBezTo>
                        <a:pt x="11" y="141"/>
                        <a:pt x="9" y="141"/>
                        <a:pt x="8" y="140"/>
                      </a:cubicBezTo>
                      <a:cubicBezTo>
                        <a:pt x="3" y="134"/>
                        <a:pt x="3" y="134"/>
                        <a:pt x="3" y="134"/>
                      </a:cubicBezTo>
                      <a:cubicBezTo>
                        <a:pt x="1" y="133"/>
                        <a:pt x="0" y="131"/>
                        <a:pt x="1" y="128"/>
                      </a:cubicBezTo>
                      <a:cubicBezTo>
                        <a:pt x="14" y="77"/>
                        <a:pt x="14" y="77"/>
                        <a:pt x="14" y="77"/>
                      </a:cubicBezTo>
                      <a:cubicBezTo>
                        <a:pt x="14" y="76"/>
                        <a:pt x="15" y="75"/>
                        <a:pt x="15" y="75"/>
                      </a:cubicBezTo>
                      <a:cubicBezTo>
                        <a:pt x="88" y="1"/>
                        <a:pt x="88" y="1"/>
                        <a:pt x="88" y="1"/>
                      </a:cubicBezTo>
                      <a:cubicBezTo>
                        <a:pt x="89" y="0"/>
                        <a:pt x="91" y="0"/>
                        <a:pt x="92" y="0"/>
                      </a:cubicBezTo>
                      <a:cubicBezTo>
                        <a:pt x="92" y="0"/>
                        <a:pt x="92" y="0"/>
                        <a:pt x="92" y="0"/>
                      </a:cubicBezTo>
                      <a:cubicBezTo>
                        <a:pt x="94" y="0"/>
                        <a:pt x="96" y="0"/>
                        <a:pt x="97" y="1"/>
                      </a:cubicBezTo>
                      <a:cubicBezTo>
                        <a:pt x="103" y="8"/>
                        <a:pt x="103" y="8"/>
                        <a:pt x="103" y="8"/>
                      </a:cubicBezTo>
                      <a:cubicBezTo>
                        <a:pt x="104" y="9"/>
                        <a:pt x="105" y="10"/>
                        <a:pt x="105" y="12"/>
                      </a:cubicBezTo>
                      <a:cubicBezTo>
                        <a:pt x="106" y="12"/>
                        <a:pt x="108" y="12"/>
                        <a:pt x="109" y="13"/>
                      </a:cubicBezTo>
                      <a:cubicBezTo>
                        <a:pt x="116" y="21"/>
                        <a:pt x="116" y="21"/>
                        <a:pt x="116" y="21"/>
                      </a:cubicBezTo>
                      <a:cubicBezTo>
                        <a:pt x="117" y="22"/>
                        <a:pt x="117" y="23"/>
                        <a:pt x="117" y="24"/>
                      </a:cubicBezTo>
                      <a:cubicBezTo>
                        <a:pt x="119" y="24"/>
                        <a:pt x="120" y="25"/>
                        <a:pt x="121" y="26"/>
                      </a:cubicBezTo>
                      <a:cubicBezTo>
                        <a:pt x="128" y="33"/>
                        <a:pt x="128" y="33"/>
                        <a:pt x="128" y="33"/>
                      </a:cubicBezTo>
                      <a:cubicBezTo>
                        <a:pt x="129" y="34"/>
                        <a:pt x="130" y="35"/>
                        <a:pt x="130" y="37"/>
                      </a:cubicBezTo>
                      <a:cubicBezTo>
                        <a:pt x="131" y="37"/>
                        <a:pt x="132" y="37"/>
                        <a:pt x="133" y="38"/>
                      </a:cubicBezTo>
                      <a:cubicBezTo>
                        <a:pt x="140" y="45"/>
                        <a:pt x="140" y="45"/>
                        <a:pt x="140" y="45"/>
                      </a:cubicBezTo>
                      <a:cubicBezTo>
                        <a:pt x="141" y="46"/>
                        <a:pt x="142" y="47"/>
                        <a:pt x="142" y="49"/>
                      </a:cubicBezTo>
                      <a:cubicBezTo>
                        <a:pt x="142" y="51"/>
                        <a:pt x="141" y="52"/>
                        <a:pt x="140" y="53"/>
                      </a:cubicBezTo>
                      <a:cubicBezTo>
                        <a:pt x="124" y="70"/>
                        <a:pt x="124" y="70"/>
                        <a:pt x="124" y="70"/>
                      </a:cubicBezTo>
                      <a:cubicBezTo>
                        <a:pt x="192" y="70"/>
                        <a:pt x="192" y="70"/>
                        <a:pt x="192" y="70"/>
                      </a:cubicBezTo>
                      <a:cubicBezTo>
                        <a:pt x="196" y="70"/>
                        <a:pt x="198" y="72"/>
                        <a:pt x="198" y="76"/>
                      </a:cubicBezTo>
                      <a:cubicBezTo>
                        <a:pt x="198" y="87"/>
                        <a:pt x="198" y="87"/>
                        <a:pt x="198" y="87"/>
                      </a:cubicBezTo>
                      <a:cubicBezTo>
                        <a:pt x="198" y="91"/>
                        <a:pt x="196" y="93"/>
                        <a:pt x="192" y="93"/>
                      </a:cubicBezTo>
                      <a:cubicBezTo>
                        <a:pt x="107" y="93"/>
                        <a:pt x="107" y="93"/>
                        <a:pt x="107" y="93"/>
                      </a:cubicBezTo>
                      <a:cubicBezTo>
                        <a:pt x="105" y="93"/>
                        <a:pt x="104" y="92"/>
                        <a:pt x="103" y="91"/>
                      </a:cubicBezTo>
                      <a:cubicBezTo>
                        <a:pt x="67" y="127"/>
                        <a:pt x="67" y="127"/>
                        <a:pt x="67" y="127"/>
                      </a:cubicBezTo>
                      <a:cubicBezTo>
                        <a:pt x="66" y="127"/>
                        <a:pt x="65" y="128"/>
                        <a:pt x="64" y="128"/>
                      </a:cubicBezTo>
                      <a:cubicBezTo>
                        <a:pt x="14" y="141"/>
                        <a:pt x="14" y="141"/>
                        <a:pt x="14" y="141"/>
                      </a:cubicBezTo>
                      <a:cubicBezTo>
                        <a:pt x="13" y="141"/>
                        <a:pt x="13" y="141"/>
                        <a:pt x="12" y="141"/>
                      </a:cubicBezTo>
                      <a:close/>
                      <a:moveTo>
                        <a:pt x="23" y="119"/>
                      </a:moveTo>
                      <a:cubicBezTo>
                        <a:pt x="45" y="113"/>
                        <a:pt x="45" y="113"/>
                        <a:pt x="45" y="113"/>
                      </a:cubicBezTo>
                      <a:cubicBezTo>
                        <a:pt x="29" y="97"/>
                        <a:pt x="29" y="97"/>
                        <a:pt x="29" y="97"/>
                      </a:cubicBezTo>
                      <a:lnTo>
                        <a:pt x="23" y="11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43" name="Freeform 52">
                  <a:extLst>
                    <a:ext uri="{FF2B5EF4-FFF2-40B4-BE49-F238E27FC236}">
                      <a16:creationId xmlns:a16="http://schemas.microsoft.com/office/drawing/2014/main" id="{CEFB602B-AE41-43D4-8311-129CBAFFA2CB}"/>
                    </a:ext>
                  </a:extLst>
                </p:cNvPr>
                <p:cNvSpPr>
                  <a:spLocks noEditPoints="1"/>
                </p:cNvSpPr>
                <p:nvPr/>
              </p:nvSpPr>
              <p:spPr bwMode="auto">
                <a:xfrm>
                  <a:off x="-145995" y="8701808"/>
                  <a:ext cx="787400" cy="573089"/>
                </a:xfrm>
                <a:custGeom>
                  <a:avLst/>
                  <a:gdLst>
                    <a:gd name="T0" fmla="*/ 98 w 210"/>
                    <a:gd name="T1" fmla="*/ 12 h 153"/>
                    <a:gd name="T2" fmla="*/ 105 w 210"/>
                    <a:gd name="T3" fmla="*/ 18 h 153"/>
                    <a:gd name="T4" fmla="*/ 37 w 210"/>
                    <a:gd name="T5" fmla="*/ 86 h 153"/>
                    <a:gd name="T6" fmla="*/ 43 w 210"/>
                    <a:gd name="T7" fmla="*/ 92 h 153"/>
                    <a:gd name="T8" fmla="*/ 110 w 210"/>
                    <a:gd name="T9" fmla="*/ 24 h 153"/>
                    <a:gd name="T10" fmla="*/ 118 w 210"/>
                    <a:gd name="T11" fmla="*/ 31 h 153"/>
                    <a:gd name="T12" fmla="*/ 50 w 210"/>
                    <a:gd name="T13" fmla="*/ 99 h 153"/>
                    <a:gd name="T14" fmla="*/ 55 w 210"/>
                    <a:gd name="T15" fmla="*/ 104 h 153"/>
                    <a:gd name="T16" fmla="*/ 123 w 210"/>
                    <a:gd name="T17" fmla="*/ 36 h 153"/>
                    <a:gd name="T18" fmla="*/ 130 w 210"/>
                    <a:gd name="T19" fmla="*/ 43 h 153"/>
                    <a:gd name="T20" fmla="*/ 62 w 210"/>
                    <a:gd name="T21" fmla="*/ 111 h 153"/>
                    <a:gd name="T22" fmla="*/ 68 w 210"/>
                    <a:gd name="T23" fmla="*/ 116 h 153"/>
                    <a:gd name="T24" fmla="*/ 135 w 210"/>
                    <a:gd name="T25" fmla="*/ 49 h 153"/>
                    <a:gd name="T26" fmla="*/ 142 w 210"/>
                    <a:gd name="T27" fmla="*/ 55 h 153"/>
                    <a:gd name="T28" fmla="*/ 115 w 210"/>
                    <a:gd name="T29" fmla="*/ 82 h 153"/>
                    <a:gd name="T30" fmla="*/ 198 w 210"/>
                    <a:gd name="T31" fmla="*/ 82 h 153"/>
                    <a:gd name="T32" fmla="*/ 198 w 210"/>
                    <a:gd name="T33" fmla="*/ 93 h 153"/>
                    <a:gd name="T34" fmla="*/ 113 w 210"/>
                    <a:gd name="T35" fmla="*/ 93 h 153"/>
                    <a:gd name="T36" fmla="*/ 113 w 210"/>
                    <a:gd name="T37" fmla="*/ 84 h 153"/>
                    <a:gd name="T38" fmla="*/ 69 w 210"/>
                    <a:gd name="T39" fmla="*/ 128 h 153"/>
                    <a:gd name="T40" fmla="*/ 18 w 210"/>
                    <a:gd name="T41" fmla="*/ 141 h 153"/>
                    <a:gd name="T42" fmla="*/ 13 w 210"/>
                    <a:gd name="T43" fmla="*/ 136 h 153"/>
                    <a:gd name="T44" fmla="*/ 26 w 210"/>
                    <a:gd name="T45" fmla="*/ 85 h 153"/>
                    <a:gd name="T46" fmla="*/ 98 w 210"/>
                    <a:gd name="T47" fmla="*/ 12 h 153"/>
                    <a:gd name="T48" fmla="*/ 21 w 210"/>
                    <a:gd name="T49" fmla="*/ 133 h 153"/>
                    <a:gd name="T50" fmla="*/ 62 w 210"/>
                    <a:gd name="T51" fmla="*/ 122 h 153"/>
                    <a:gd name="T52" fmla="*/ 32 w 210"/>
                    <a:gd name="T53" fmla="*/ 91 h 153"/>
                    <a:gd name="T54" fmla="*/ 21 w 210"/>
                    <a:gd name="T55" fmla="*/ 133 h 153"/>
                    <a:gd name="T56" fmla="*/ 98 w 210"/>
                    <a:gd name="T57" fmla="*/ 0 h 153"/>
                    <a:gd name="T58" fmla="*/ 98 w 210"/>
                    <a:gd name="T59" fmla="*/ 0 h 153"/>
                    <a:gd name="T60" fmla="*/ 90 w 210"/>
                    <a:gd name="T61" fmla="*/ 3 h 153"/>
                    <a:gd name="T62" fmla="*/ 17 w 210"/>
                    <a:gd name="T63" fmla="*/ 76 h 153"/>
                    <a:gd name="T64" fmla="*/ 14 w 210"/>
                    <a:gd name="T65" fmla="*/ 82 h 153"/>
                    <a:gd name="T66" fmla="*/ 1 w 210"/>
                    <a:gd name="T67" fmla="*/ 133 h 153"/>
                    <a:gd name="T68" fmla="*/ 4 w 210"/>
                    <a:gd name="T69" fmla="*/ 145 h 153"/>
                    <a:gd name="T70" fmla="*/ 10 w 210"/>
                    <a:gd name="T71" fmla="*/ 150 h 153"/>
                    <a:gd name="T72" fmla="*/ 18 w 210"/>
                    <a:gd name="T73" fmla="*/ 153 h 153"/>
                    <a:gd name="T74" fmla="*/ 21 w 210"/>
                    <a:gd name="T75" fmla="*/ 153 h 153"/>
                    <a:gd name="T76" fmla="*/ 72 w 210"/>
                    <a:gd name="T77" fmla="*/ 140 h 153"/>
                    <a:gd name="T78" fmla="*/ 77 w 210"/>
                    <a:gd name="T79" fmla="*/ 137 h 153"/>
                    <a:gd name="T80" fmla="*/ 109 w 210"/>
                    <a:gd name="T81" fmla="*/ 105 h 153"/>
                    <a:gd name="T82" fmla="*/ 113 w 210"/>
                    <a:gd name="T83" fmla="*/ 105 h 153"/>
                    <a:gd name="T84" fmla="*/ 198 w 210"/>
                    <a:gd name="T85" fmla="*/ 105 h 153"/>
                    <a:gd name="T86" fmla="*/ 210 w 210"/>
                    <a:gd name="T87" fmla="*/ 93 h 153"/>
                    <a:gd name="T88" fmla="*/ 210 w 210"/>
                    <a:gd name="T89" fmla="*/ 82 h 153"/>
                    <a:gd name="T90" fmla="*/ 198 w 210"/>
                    <a:gd name="T91" fmla="*/ 70 h 153"/>
                    <a:gd name="T92" fmla="*/ 144 w 210"/>
                    <a:gd name="T93" fmla="*/ 70 h 153"/>
                    <a:gd name="T94" fmla="*/ 150 w 210"/>
                    <a:gd name="T95" fmla="*/ 64 h 153"/>
                    <a:gd name="T96" fmla="*/ 154 w 210"/>
                    <a:gd name="T97" fmla="*/ 55 h 153"/>
                    <a:gd name="T98" fmla="*/ 150 w 210"/>
                    <a:gd name="T99" fmla="*/ 47 h 153"/>
                    <a:gd name="T100" fmla="*/ 144 w 210"/>
                    <a:gd name="T101" fmla="*/ 40 h 153"/>
                    <a:gd name="T102" fmla="*/ 140 w 210"/>
                    <a:gd name="T103" fmla="*/ 38 h 153"/>
                    <a:gd name="T104" fmla="*/ 138 w 210"/>
                    <a:gd name="T105" fmla="*/ 35 h 153"/>
                    <a:gd name="T106" fmla="*/ 131 w 210"/>
                    <a:gd name="T107" fmla="*/ 28 h 153"/>
                    <a:gd name="T108" fmla="*/ 128 w 210"/>
                    <a:gd name="T109" fmla="*/ 25 h 153"/>
                    <a:gd name="T110" fmla="*/ 126 w 210"/>
                    <a:gd name="T111" fmla="*/ 22 h 153"/>
                    <a:gd name="T112" fmla="*/ 119 w 210"/>
                    <a:gd name="T113" fmla="*/ 15 h 153"/>
                    <a:gd name="T114" fmla="*/ 116 w 210"/>
                    <a:gd name="T115" fmla="*/ 13 h 153"/>
                    <a:gd name="T116" fmla="*/ 113 w 210"/>
                    <a:gd name="T117" fmla="*/ 10 h 153"/>
                    <a:gd name="T118" fmla="*/ 107 w 210"/>
                    <a:gd name="T119" fmla="*/ 3 h 153"/>
                    <a:gd name="T120" fmla="*/ 98 w 210"/>
                    <a:gd name="T121"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0" h="153">
                      <a:moveTo>
                        <a:pt x="98" y="12"/>
                      </a:moveTo>
                      <a:cubicBezTo>
                        <a:pt x="105" y="18"/>
                        <a:pt x="105" y="18"/>
                        <a:pt x="105" y="18"/>
                      </a:cubicBezTo>
                      <a:cubicBezTo>
                        <a:pt x="37" y="86"/>
                        <a:pt x="37" y="86"/>
                        <a:pt x="37" y="86"/>
                      </a:cubicBezTo>
                      <a:cubicBezTo>
                        <a:pt x="43" y="92"/>
                        <a:pt x="43" y="92"/>
                        <a:pt x="43" y="92"/>
                      </a:cubicBezTo>
                      <a:cubicBezTo>
                        <a:pt x="110" y="24"/>
                        <a:pt x="110" y="24"/>
                        <a:pt x="110" y="24"/>
                      </a:cubicBezTo>
                      <a:cubicBezTo>
                        <a:pt x="118" y="31"/>
                        <a:pt x="118" y="31"/>
                        <a:pt x="118" y="31"/>
                      </a:cubicBezTo>
                      <a:cubicBezTo>
                        <a:pt x="50" y="99"/>
                        <a:pt x="50" y="99"/>
                        <a:pt x="50" y="99"/>
                      </a:cubicBezTo>
                      <a:cubicBezTo>
                        <a:pt x="55" y="104"/>
                        <a:pt x="55" y="104"/>
                        <a:pt x="55" y="104"/>
                      </a:cubicBezTo>
                      <a:cubicBezTo>
                        <a:pt x="123" y="36"/>
                        <a:pt x="123" y="36"/>
                        <a:pt x="123" y="36"/>
                      </a:cubicBezTo>
                      <a:cubicBezTo>
                        <a:pt x="130" y="43"/>
                        <a:pt x="130" y="43"/>
                        <a:pt x="130" y="43"/>
                      </a:cubicBezTo>
                      <a:cubicBezTo>
                        <a:pt x="62" y="111"/>
                        <a:pt x="62" y="111"/>
                        <a:pt x="62" y="111"/>
                      </a:cubicBezTo>
                      <a:cubicBezTo>
                        <a:pt x="68" y="116"/>
                        <a:pt x="68" y="116"/>
                        <a:pt x="68" y="116"/>
                      </a:cubicBezTo>
                      <a:cubicBezTo>
                        <a:pt x="135" y="49"/>
                        <a:pt x="135" y="49"/>
                        <a:pt x="135" y="49"/>
                      </a:cubicBezTo>
                      <a:cubicBezTo>
                        <a:pt x="142" y="55"/>
                        <a:pt x="142" y="55"/>
                        <a:pt x="142" y="55"/>
                      </a:cubicBezTo>
                      <a:cubicBezTo>
                        <a:pt x="115" y="82"/>
                        <a:pt x="115" y="82"/>
                        <a:pt x="115" y="82"/>
                      </a:cubicBezTo>
                      <a:cubicBezTo>
                        <a:pt x="198" y="82"/>
                        <a:pt x="198" y="82"/>
                        <a:pt x="198" y="82"/>
                      </a:cubicBezTo>
                      <a:cubicBezTo>
                        <a:pt x="198" y="93"/>
                        <a:pt x="198" y="93"/>
                        <a:pt x="198" y="93"/>
                      </a:cubicBezTo>
                      <a:cubicBezTo>
                        <a:pt x="113" y="93"/>
                        <a:pt x="113" y="93"/>
                        <a:pt x="113" y="93"/>
                      </a:cubicBezTo>
                      <a:cubicBezTo>
                        <a:pt x="113" y="84"/>
                        <a:pt x="113" y="84"/>
                        <a:pt x="113" y="84"/>
                      </a:cubicBezTo>
                      <a:cubicBezTo>
                        <a:pt x="69" y="128"/>
                        <a:pt x="69" y="128"/>
                        <a:pt x="69" y="128"/>
                      </a:cubicBezTo>
                      <a:cubicBezTo>
                        <a:pt x="18" y="141"/>
                        <a:pt x="18" y="141"/>
                        <a:pt x="18" y="141"/>
                      </a:cubicBezTo>
                      <a:cubicBezTo>
                        <a:pt x="13" y="136"/>
                        <a:pt x="13" y="136"/>
                        <a:pt x="13" y="136"/>
                      </a:cubicBezTo>
                      <a:cubicBezTo>
                        <a:pt x="26" y="85"/>
                        <a:pt x="26" y="85"/>
                        <a:pt x="26" y="85"/>
                      </a:cubicBezTo>
                      <a:cubicBezTo>
                        <a:pt x="98" y="12"/>
                        <a:pt x="98" y="12"/>
                        <a:pt x="98" y="12"/>
                      </a:cubicBezTo>
                      <a:moveTo>
                        <a:pt x="21" y="133"/>
                      </a:moveTo>
                      <a:cubicBezTo>
                        <a:pt x="62" y="122"/>
                        <a:pt x="62" y="122"/>
                        <a:pt x="62" y="122"/>
                      </a:cubicBezTo>
                      <a:cubicBezTo>
                        <a:pt x="32" y="91"/>
                        <a:pt x="32" y="91"/>
                        <a:pt x="32" y="91"/>
                      </a:cubicBezTo>
                      <a:cubicBezTo>
                        <a:pt x="21" y="133"/>
                        <a:pt x="21" y="133"/>
                        <a:pt x="21" y="133"/>
                      </a:cubicBezTo>
                      <a:moveTo>
                        <a:pt x="98" y="0"/>
                      </a:moveTo>
                      <a:cubicBezTo>
                        <a:pt x="98" y="0"/>
                        <a:pt x="98" y="0"/>
                        <a:pt x="98" y="0"/>
                      </a:cubicBezTo>
                      <a:cubicBezTo>
                        <a:pt x="95" y="0"/>
                        <a:pt x="92" y="1"/>
                        <a:pt x="90" y="3"/>
                      </a:cubicBezTo>
                      <a:cubicBezTo>
                        <a:pt x="17" y="76"/>
                        <a:pt x="17" y="76"/>
                        <a:pt x="17" y="76"/>
                      </a:cubicBezTo>
                      <a:cubicBezTo>
                        <a:pt x="16" y="78"/>
                        <a:pt x="15" y="80"/>
                        <a:pt x="14" y="82"/>
                      </a:cubicBezTo>
                      <a:cubicBezTo>
                        <a:pt x="1" y="133"/>
                        <a:pt x="1" y="133"/>
                        <a:pt x="1" y="133"/>
                      </a:cubicBezTo>
                      <a:cubicBezTo>
                        <a:pt x="0" y="137"/>
                        <a:pt x="1" y="142"/>
                        <a:pt x="4" y="145"/>
                      </a:cubicBezTo>
                      <a:cubicBezTo>
                        <a:pt x="10" y="150"/>
                        <a:pt x="10" y="150"/>
                        <a:pt x="10" y="150"/>
                      </a:cubicBezTo>
                      <a:cubicBezTo>
                        <a:pt x="12" y="152"/>
                        <a:pt x="15" y="153"/>
                        <a:pt x="18" y="153"/>
                      </a:cubicBezTo>
                      <a:cubicBezTo>
                        <a:pt x="19" y="153"/>
                        <a:pt x="20" y="153"/>
                        <a:pt x="21" y="153"/>
                      </a:cubicBezTo>
                      <a:cubicBezTo>
                        <a:pt x="72" y="140"/>
                        <a:pt x="72" y="140"/>
                        <a:pt x="72" y="140"/>
                      </a:cubicBezTo>
                      <a:cubicBezTo>
                        <a:pt x="74" y="140"/>
                        <a:pt x="76" y="138"/>
                        <a:pt x="77" y="137"/>
                      </a:cubicBezTo>
                      <a:cubicBezTo>
                        <a:pt x="109" y="105"/>
                        <a:pt x="109" y="105"/>
                        <a:pt x="109" y="105"/>
                      </a:cubicBezTo>
                      <a:cubicBezTo>
                        <a:pt x="111" y="105"/>
                        <a:pt x="112" y="105"/>
                        <a:pt x="113" y="105"/>
                      </a:cubicBezTo>
                      <a:cubicBezTo>
                        <a:pt x="198" y="105"/>
                        <a:pt x="198" y="105"/>
                        <a:pt x="198" y="105"/>
                      </a:cubicBezTo>
                      <a:cubicBezTo>
                        <a:pt x="205" y="105"/>
                        <a:pt x="210" y="100"/>
                        <a:pt x="210" y="93"/>
                      </a:cubicBezTo>
                      <a:cubicBezTo>
                        <a:pt x="210" y="82"/>
                        <a:pt x="210" y="82"/>
                        <a:pt x="210" y="82"/>
                      </a:cubicBezTo>
                      <a:cubicBezTo>
                        <a:pt x="210" y="75"/>
                        <a:pt x="205" y="70"/>
                        <a:pt x="198" y="70"/>
                      </a:cubicBezTo>
                      <a:cubicBezTo>
                        <a:pt x="144" y="70"/>
                        <a:pt x="144" y="70"/>
                        <a:pt x="144" y="70"/>
                      </a:cubicBezTo>
                      <a:cubicBezTo>
                        <a:pt x="150" y="64"/>
                        <a:pt x="150" y="64"/>
                        <a:pt x="150" y="64"/>
                      </a:cubicBezTo>
                      <a:cubicBezTo>
                        <a:pt x="153" y="61"/>
                        <a:pt x="154" y="58"/>
                        <a:pt x="154" y="55"/>
                      </a:cubicBezTo>
                      <a:cubicBezTo>
                        <a:pt x="154" y="52"/>
                        <a:pt x="152" y="49"/>
                        <a:pt x="150" y="47"/>
                      </a:cubicBezTo>
                      <a:cubicBezTo>
                        <a:pt x="144" y="40"/>
                        <a:pt x="144" y="40"/>
                        <a:pt x="144" y="40"/>
                      </a:cubicBezTo>
                      <a:cubicBezTo>
                        <a:pt x="143" y="39"/>
                        <a:pt x="142" y="39"/>
                        <a:pt x="140" y="38"/>
                      </a:cubicBezTo>
                      <a:cubicBezTo>
                        <a:pt x="140" y="37"/>
                        <a:pt x="139" y="36"/>
                        <a:pt x="138" y="35"/>
                      </a:cubicBezTo>
                      <a:cubicBezTo>
                        <a:pt x="131" y="28"/>
                        <a:pt x="131" y="28"/>
                        <a:pt x="131" y="28"/>
                      </a:cubicBezTo>
                      <a:cubicBezTo>
                        <a:pt x="131" y="27"/>
                        <a:pt x="129" y="26"/>
                        <a:pt x="128" y="25"/>
                      </a:cubicBezTo>
                      <a:cubicBezTo>
                        <a:pt x="128" y="24"/>
                        <a:pt x="127" y="23"/>
                        <a:pt x="126" y="22"/>
                      </a:cubicBezTo>
                      <a:cubicBezTo>
                        <a:pt x="119" y="15"/>
                        <a:pt x="119" y="15"/>
                        <a:pt x="119" y="15"/>
                      </a:cubicBezTo>
                      <a:cubicBezTo>
                        <a:pt x="118" y="14"/>
                        <a:pt x="117" y="13"/>
                        <a:pt x="116" y="13"/>
                      </a:cubicBezTo>
                      <a:cubicBezTo>
                        <a:pt x="115" y="12"/>
                        <a:pt x="114" y="10"/>
                        <a:pt x="113" y="10"/>
                      </a:cubicBezTo>
                      <a:cubicBezTo>
                        <a:pt x="107" y="3"/>
                        <a:pt x="107" y="3"/>
                        <a:pt x="107" y="3"/>
                      </a:cubicBezTo>
                      <a:cubicBezTo>
                        <a:pt x="105" y="1"/>
                        <a:pt x="102" y="0"/>
                        <a:pt x="98" y="0"/>
                      </a:cubicBezTo>
                      <a:close/>
                    </a:path>
                  </a:pathLst>
                </a:custGeom>
                <a:solidFill>
                  <a:srgbClr val="0072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44" name="Rectangle 53">
                  <a:extLst>
                    <a:ext uri="{FF2B5EF4-FFF2-40B4-BE49-F238E27FC236}">
                      <a16:creationId xmlns:a16="http://schemas.microsoft.com/office/drawing/2014/main" id="{084E2B0C-A281-4465-A9C2-8A7E9DE7F0D5}"/>
                    </a:ext>
                  </a:extLst>
                </p:cNvPr>
                <p:cNvSpPr>
                  <a:spLocks noChangeArrowheads="1"/>
                </p:cNvSpPr>
                <p:nvPr/>
              </p:nvSpPr>
              <p:spPr bwMode="auto">
                <a:xfrm>
                  <a:off x="277868" y="9084396"/>
                  <a:ext cx="319088" cy="444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45" name="Rectangle 54">
                  <a:extLst>
                    <a:ext uri="{FF2B5EF4-FFF2-40B4-BE49-F238E27FC236}">
                      <a16:creationId xmlns:a16="http://schemas.microsoft.com/office/drawing/2014/main" id="{1891029D-6FF2-473C-9726-1FA1AD84837C}"/>
                    </a:ext>
                  </a:extLst>
                </p:cNvPr>
                <p:cNvSpPr>
                  <a:spLocks noChangeArrowheads="1"/>
                </p:cNvSpPr>
                <p:nvPr/>
              </p:nvSpPr>
              <p:spPr bwMode="auto">
                <a:xfrm>
                  <a:off x="277868" y="9159009"/>
                  <a:ext cx="319088" cy="444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46" name="Freeform 55">
                  <a:extLst>
                    <a:ext uri="{FF2B5EF4-FFF2-40B4-BE49-F238E27FC236}">
                      <a16:creationId xmlns:a16="http://schemas.microsoft.com/office/drawing/2014/main" id="{8994C733-238E-4D4C-A0AF-F519E460E7BE}"/>
                    </a:ext>
                  </a:extLst>
                </p:cNvPr>
                <p:cNvSpPr>
                  <a:spLocks/>
                </p:cNvSpPr>
                <p:nvPr/>
              </p:nvSpPr>
              <p:spPr bwMode="auto">
                <a:xfrm>
                  <a:off x="239768" y="8674820"/>
                  <a:ext cx="217488" cy="214313"/>
                </a:xfrm>
                <a:custGeom>
                  <a:avLst/>
                  <a:gdLst>
                    <a:gd name="T0" fmla="*/ 55 w 58"/>
                    <a:gd name="T1" fmla="*/ 46 h 57"/>
                    <a:gd name="T2" fmla="*/ 55 w 58"/>
                    <a:gd name="T3" fmla="*/ 37 h 57"/>
                    <a:gd name="T4" fmla="*/ 21 w 58"/>
                    <a:gd name="T5" fmla="*/ 2 h 57"/>
                    <a:gd name="T6" fmla="*/ 12 w 58"/>
                    <a:gd name="T7" fmla="*/ 2 h 57"/>
                    <a:gd name="T8" fmla="*/ 0 w 58"/>
                    <a:gd name="T9" fmla="*/ 14 h 57"/>
                    <a:gd name="T10" fmla="*/ 44 w 58"/>
                    <a:gd name="T11" fmla="*/ 57 h 57"/>
                    <a:gd name="T12" fmla="*/ 55 w 58"/>
                    <a:gd name="T13" fmla="*/ 46 h 57"/>
                  </a:gdLst>
                  <a:ahLst/>
                  <a:cxnLst>
                    <a:cxn ang="0">
                      <a:pos x="T0" y="T1"/>
                    </a:cxn>
                    <a:cxn ang="0">
                      <a:pos x="T2" y="T3"/>
                    </a:cxn>
                    <a:cxn ang="0">
                      <a:pos x="T4" y="T5"/>
                    </a:cxn>
                    <a:cxn ang="0">
                      <a:pos x="T6" y="T7"/>
                    </a:cxn>
                    <a:cxn ang="0">
                      <a:pos x="T8" y="T9"/>
                    </a:cxn>
                    <a:cxn ang="0">
                      <a:pos x="T10" y="T11"/>
                    </a:cxn>
                    <a:cxn ang="0">
                      <a:pos x="T12" y="T13"/>
                    </a:cxn>
                  </a:cxnLst>
                  <a:rect l="0" t="0" r="r" b="b"/>
                  <a:pathLst>
                    <a:path w="58" h="57">
                      <a:moveTo>
                        <a:pt x="55" y="46"/>
                      </a:moveTo>
                      <a:cubicBezTo>
                        <a:pt x="58" y="43"/>
                        <a:pt x="58" y="39"/>
                        <a:pt x="55" y="37"/>
                      </a:cubicBezTo>
                      <a:cubicBezTo>
                        <a:pt x="21" y="2"/>
                        <a:pt x="21" y="2"/>
                        <a:pt x="21" y="2"/>
                      </a:cubicBezTo>
                      <a:cubicBezTo>
                        <a:pt x="18" y="0"/>
                        <a:pt x="14" y="0"/>
                        <a:pt x="12" y="2"/>
                      </a:cubicBezTo>
                      <a:cubicBezTo>
                        <a:pt x="0" y="14"/>
                        <a:pt x="0" y="14"/>
                        <a:pt x="0" y="14"/>
                      </a:cubicBezTo>
                      <a:cubicBezTo>
                        <a:pt x="44" y="57"/>
                        <a:pt x="44" y="57"/>
                        <a:pt x="44" y="57"/>
                      </a:cubicBezTo>
                      <a:cubicBezTo>
                        <a:pt x="55" y="46"/>
                        <a:pt x="55" y="46"/>
                        <a:pt x="55" y="4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47" name="Freeform 56">
                  <a:extLst>
                    <a:ext uri="{FF2B5EF4-FFF2-40B4-BE49-F238E27FC236}">
                      <a16:creationId xmlns:a16="http://schemas.microsoft.com/office/drawing/2014/main" id="{71D84B95-66A0-431B-89DA-046C61DEBFDA}"/>
                    </a:ext>
                  </a:extLst>
                </p:cNvPr>
                <p:cNvSpPr>
                  <a:spLocks noEditPoints="1"/>
                </p:cNvSpPr>
                <p:nvPr/>
              </p:nvSpPr>
              <p:spPr bwMode="auto">
                <a:xfrm>
                  <a:off x="-96782" y="8746258"/>
                  <a:ext cx="693738" cy="484189"/>
                </a:xfrm>
                <a:custGeom>
                  <a:avLst/>
                  <a:gdLst>
                    <a:gd name="T0" fmla="*/ 241 w 437"/>
                    <a:gd name="T1" fmla="*/ 166 h 305"/>
                    <a:gd name="T2" fmla="*/ 305 w 437"/>
                    <a:gd name="T3" fmla="*/ 102 h 305"/>
                    <a:gd name="T4" fmla="*/ 288 w 437"/>
                    <a:gd name="T5" fmla="*/ 88 h 305"/>
                    <a:gd name="T6" fmla="*/ 130 w 437"/>
                    <a:gd name="T7" fmla="*/ 246 h 305"/>
                    <a:gd name="T8" fmla="*/ 116 w 437"/>
                    <a:gd name="T9" fmla="*/ 234 h 305"/>
                    <a:gd name="T10" fmla="*/ 276 w 437"/>
                    <a:gd name="T11" fmla="*/ 74 h 305"/>
                    <a:gd name="T12" fmla="*/ 260 w 437"/>
                    <a:gd name="T13" fmla="*/ 57 h 305"/>
                    <a:gd name="T14" fmla="*/ 99 w 437"/>
                    <a:gd name="T15" fmla="*/ 218 h 305"/>
                    <a:gd name="T16" fmla="*/ 87 w 437"/>
                    <a:gd name="T17" fmla="*/ 206 h 305"/>
                    <a:gd name="T18" fmla="*/ 248 w 437"/>
                    <a:gd name="T19" fmla="*/ 45 h 305"/>
                    <a:gd name="T20" fmla="*/ 229 w 437"/>
                    <a:gd name="T21" fmla="*/ 29 h 305"/>
                    <a:gd name="T22" fmla="*/ 71 w 437"/>
                    <a:gd name="T23" fmla="*/ 189 h 305"/>
                    <a:gd name="T24" fmla="*/ 56 w 437"/>
                    <a:gd name="T25" fmla="*/ 175 h 305"/>
                    <a:gd name="T26" fmla="*/ 217 w 437"/>
                    <a:gd name="T27" fmla="*/ 14 h 305"/>
                    <a:gd name="T28" fmla="*/ 201 w 437"/>
                    <a:gd name="T29" fmla="*/ 0 h 305"/>
                    <a:gd name="T30" fmla="*/ 30 w 437"/>
                    <a:gd name="T31" fmla="*/ 173 h 305"/>
                    <a:gd name="T32" fmla="*/ 0 w 437"/>
                    <a:gd name="T33" fmla="*/ 293 h 305"/>
                    <a:gd name="T34" fmla="*/ 12 w 437"/>
                    <a:gd name="T35" fmla="*/ 305 h 305"/>
                    <a:gd name="T36" fmla="*/ 132 w 437"/>
                    <a:gd name="T37" fmla="*/ 274 h 305"/>
                    <a:gd name="T38" fmla="*/ 236 w 437"/>
                    <a:gd name="T39" fmla="*/ 170 h 305"/>
                    <a:gd name="T40" fmla="*/ 236 w 437"/>
                    <a:gd name="T41" fmla="*/ 192 h 305"/>
                    <a:gd name="T42" fmla="*/ 437 w 437"/>
                    <a:gd name="T43" fmla="*/ 192 h 305"/>
                    <a:gd name="T44" fmla="*/ 437 w 437"/>
                    <a:gd name="T45" fmla="*/ 166 h 305"/>
                    <a:gd name="T46" fmla="*/ 241 w 437"/>
                    <a:gd name="T47" fmla="*/ 166 h 305"/>
                    <a:gd name="T48" fmla="*/ 19 w 437"/>
                    <a:gd name="T49" fmla="*/ 286 h 305"/>
                    <a:gd name="T50" fmla="*/ 45 w 437"/>
                    <a:gd name="T51" fmla="*/ 187 h 305"/>
                    <a:gd name="T52" fmla="*/ 116 w 437"/>
                    <a:gd name="T53" fmla="*/ 260 h 305"/>
                    <a:gd name="T54" fmla="*/ 19 w 437"/>
                    <a:gd name="T55" fmla="*/ 286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37" h="305">
                      <a:moveTo>
                        <a:pt x="241" y="166"/>
                      </a:moveTo>
                      <a:lnTo>
                        <a:pt x="305" y="102"/>
                      </a:lnTo>
                      <a:lnTo>
                        <a:pt x="288" y="88"/>
                      </a:lnTo>
                      <a:lnTo>
                        <a:pt x="130" y="246"/>
                      </a:lnTo>
                      <a:lnTo>
                        <a:pt x="116" y="234"/>
                      </a:lnTo>
                      <a:lnTo>
                        <a:pt x="276" y="74"/>
                      </a:lnTo>
                      <a:lnTo>
                        <a:pt x="260" y="57"/>
                      </a:lnTo>
                      <a:lnTo>
                        <a:pt x="99" y="218"/>
                      </a:lnTo>
                      <a:lnTo>
                        <a:pt x="87" y="206"/>
                      </a:lnTo>
                      <a:lnTo>
                        <a:pt x="248" y="45"/>
                      </a:lnTo>
                      <a:lnTo>
                        <a:pt x="229" y="29"/>
                      </a:lnTo>
                      <a:lnTo>
                        <a:pt x="71" y="189"/>
                      </a:lnTo>
                      <a:lnTo>
                        <a:pt x="56" y="175"/>
                      </a:lnTo>
                      <a:lnTo>
                        <a:pt x="217" y="14"/>
                      </a:lnTo>
                      <a:lnTo>
                        <a:pt x="201" y="0"/>
                      </a:lnTo>
                      <a:lnTo>
                        <a:pt x="30" y="173"/>
                      </a:lnTo>
                      <a:lnTo>
                        <a:pt x="0" y="293"/>
                      </a:lnTo>
                      <a:lnTo>
                        <a:pt x="12" y="305"/>
                      </a:lnTo>
                      <a:lnTo>
                        <a:pt x="132" y="274"/>
                      </a:lnTo>
                      <a:lnTo>
                        <a:pt x="236" y="170"/>
                      </a:lnTo>
                      <a:lnTo>
                        <a:pt x="236" y="192"/>
                      </a:lnTo>
                      <a:lnTo>
                        <a:pt x="437" y="192"/>
                      </a:lnTo>
                      <a:lnTo>
                        <a:pt x="437" y="166"/>
                      </a:lnTo>
                      <a:lnTo>
                        <a:pt x="241" y="166"/>
                      </a:lnTo>
                      <a:close/>
                      <a:moveTo>
                        <a:pt x="19" y="286"/>
                      </a:moveTo>
                      <a:lnTo>
                        <a:pt x="45" y="187"/>
                      </a:lnTo>
                      <a:lnTo>
                        <a:pt x="116" y="260"/>
                      </a:lnTo>
                      <a:lnTo>
                        <a:pt x="19" y="28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grpSp>
        </p:grpSp>
      </p:grpSp>
      <mc:AlternateContent xmlns:mc="http://schemas.openxmlformats.org/markup-compatibility/2006" xmlns:a14="http://schemas.microsoft.com/office/drawing/2010/main">
        <mc:Choice Requires="a14">
          <p:sp>
            <p:nvSpPr>
              <p:cNvPr id="50" name="Text Box 19">
                <a:extLst>
                  <a:ext uri="{FF2B5EF4-FFF2-40B4-BE49-F238E27FC236}">
                    <a16:creationId xmlns:a16="http://schemas.microsoft.com/office/drawing/2014/main" id="{C9F9211E-F316-4168-A1CF-987A3BEBA6B7}"/>
                  </a:ext>
                </a:extLst>
              </p:cNvPr>
              <p:cNvSpPr txBox="1">
                <a:spLocks noChangeArrowheads="1"/>
              </p:cNvSpPr>
              <p:nvPr/>
            </p:nvSpPr>
            <p:spPr bwMode="auto">
              <a:xfrm>
                <a:off x="1654499" y="8922603"/>
                <a:ext cx="21662702" cy="83099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4800" b="1">
                    <a:latin typeface="Tahoma" panose="020B0604030504040204" pitchFamily="34" charset="0"/>
                    <a:ea typeface="Tahoma" panose="020B0604030504040204" pitchFamily="34" charset="0"/>
                    <a:cs typeface="Tahoma" panose="020B0604030504040204" pitchFamily="34" charset="0"/>
                  </a:rPr>
                  <a:t>Người ta thường sử dụng các chữ cái </a:t>
                </a:r>
                <a14:m>
                  <m:oMath xmlns:m="http://schemas.openxmlformats.org/officeDocument/2006/math">
                    <m:r>
                      <a:rPr lang="en-US" sz="4800" b="1" i="1">
                        <a:latin typeface="Cambria Math" panose="02040503050406030204" pitchFamily="18" charset="0"/>
                      </a:rPr>
                      <m:t>𝑷</m:t>
                    </m:r>
                    <m:r>
                      <a:rPr lang="en-US" sz="4800" b="1" i="1">
                        <a:latin typeface="Cambria Math" panose="02040503050406030204" pitchFamily="18" charset="0"/>
                      </a:rPr>
                      <m:t>,</m:t>
                    </m:r>
                    <m:r>
                      <a:rPr lang="en-US" sz="4800" b="1" i="1">
                        <a:latin typeface="Cambria Math" panose="02040503050406030204" pitchFamily="18" charset="0"/>
                      </a:rPr>
                      <m:t>𝑸</m:t>
                    </m:r>
                    <m:r>
                      <a:rPr lang="en-US" sz="4800" b="1" i="1">
                        <a:latin typeface="Cambria Math" panose="02040503050406030204" pitchFamily="18" charset="0"/>
                      </a:rPr>
                      <m:t>,</m:t>
                    </m:r>
                    <m:r>
                      <a:rPr lang="en-US" sz="4800" b="1" i="1">
                        <a:latin typeface="Cambria Math" panose="02040503050406030204" pitchFamily="18" charset="0"/>
                      </a:rPr>
                      <m:t>𝑹</m:t>
                    </m:r>
                  </m:oMath>
                </a14:m>
                <a:r>
                  <a:rPr lang="en-US" sz="4800" b="1">
                    <a:latin typeface="Tahoma" panose="020B0604030504040204" pitchFamily="34" charset="0"/>
                    <a:ea typeface="Tahoma" panose="020B0604030504040204" pitchFamily="34" charset="0"/>
                    <a:cs typeface="Tahoma" panose="020B0604030504040204" pitchFamily="34" charset="0"/>
                  </a:rPr>
                  <a:t>,…để biểu thị các mệnh đề.</a:t>
                </a:r>
                <a:endParaRPr lang="en-US" sz="4800" b="1" dirty="0">
                  <a:latin typeface="Tahoma" pitchFamily="34" charset="0"/>
                  <a:ea typeface="Tahoma" pitchFamily="34" charset="0"/>
                  <a:cs typeface="Tahoma" pitchFamily="34" charset="0"/>
                </a:endParaRPr>
              </a:p>
            </p:txBody>
          </p:sp>
        </mc:Choice>
        <mc:Fallback xmlns="">
          <p:sp>
            <p:nvSpPr>
              <p:cNvPr id="50" name="Text Box 19">
                <a:extLst>
                  <a:ext uri="{FF2B5EF4-FFF2-40B4-BE49-F238E27FC236}">
                    <a16:creationId xmlns:a16="http://schemas.microsoft.com/office/drawing/2014/main" id="{C9F9211E-F316-4168-A1CF-987A3BEBA6B7}"/>
                  </a:ext>
                </a:extLst>
              </p:cNvPr>
              <p:cNvSpPr txBox="1">
                <a:spLocks noRot="1" noChangeAspect="1" noMove="1" noResize="1" noEditPoints="1" noAdjustHandles="1" noChangeArrowheads="1" noChangeShapeType="1" noTextEdit="1"/>
              </p:cNvSpPr>
              <p:nvPr/>
            </p:nvSpPr>
            <p:spPr bwMode="auto">
              <a:xfrm>
                <a:off x="1654499" y="8922603"/>
                <a:ext cx="21662702" cy="830997"/>
              </a:xfrm>
              <a:prstGeom prst="rect">
                <a:avLst/>
              </a:prstGeom>
              <a:blipFill>
                <a:blip r:embed="rId4"/>
                <a:stretch>
                  <a:fillRect l="-1266" t="-17647" r="-1266" b="-375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57" name="TextBox 56">
            <a:extLst>
              <a:ext uri="{FF2B5EF4-FFF2-40B4-BE49-F238E27FC236}">
                <a16:creationId xmlns:a16="http://schemas.microsoft.com/office/drawing/2014/main" id="{AF7AD8F1-EE12-4AFA-8C92-49D29A8DC3E2}"/>
              </a:ext>
            </a:extLst>
          </p:cNvPr>
          <p:cNvSpPr txBox="1"/>
          <p:nvPr/>
        </p:nvSpPr>
        <p:spPr>
          <a:xfrm>
            <a:off x="1839065" y="7841143"/>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grpSp>
        <p:nvGrpSpPr>
          <p:cNvPr id="29" name="Group 28">
            <a:extLst>
              <a:ext uri="{FF2B5EF4-FFF2-40B4-BE49-F238E27FC236}">
                <a16:creationId xmlns:a16="http://schemas.microsoft.com/office/drawing/2014/main" id="{3AD854D2-D080-49D4-B2D0-1A559F151E42}"/>
              </a:ext>
            </a:extLst>
          </p:cNvPr>
          <p:cNvGrpSpPr/>
          <p:nvPr/>
        </p:nvGrpSpPr>
        <p:grpSpPr>
          <a:xfrm>
            <a:off x="990600" y="3200400"/>
            <a:ext cx="18592800" cy="830997"/>
            <a:chOff x="777875" y="1892299"/>
            <a:chExt cx="18592800" cy="830995"/>
          </a:xfrm>
        </p:grpSpPr>
        <p:sp>
          <p:nvSpPr>
            <p:cNvPr id="30" name="Rounded Rectangle 71">
              <a:extLst>
                <a:ext uri="{FF2B5EF4-FFF2-40B4-BE49-F238E27FC236}">
                  <a16:creationId xmlns:a16="http://schemas.microsoft.com/office/drawing/2014/main" id="{DBEBFDDA-C8C1-4563-8089-C820EA8CDE5C}"/>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3B4807F8-DA80-4A74-88A0-4C96C53D4CD3}"/>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1.</a:t>
              </a:r>
            </a:p>
          </p:txBody>
        </p:sp>
        <p:sp>
          <p:nvSpPr>
            <p:cNvPr id="52" name="TextBox 51">
              <a:extLst>
                <a:ext uri="{FF2B5EF4-FFF2-40B4-BE49-F238E27FC236}">
                  <a16:creationId xmlns:a16="http://schemas.microsoft.com/office/drawing/2014/main" id="{2578D995-971E-49D0-91A3-E842E8E9C76D}"/>
                </a:ext>
              </a:extLst>
            </p:cNvPr>
            <p:cNvSpPr txBox="1"/>
            <p:nvPr/>
          </p:nvSpPr>
          <p:spPr>
            <a:xfrm>
              <a:off x="2087561" y="1892299"/>
              <a:ext cx="17283114" cy="830995"/>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MỆNH ĐỀ. MỆNH ĐỀ CHỨA BIẾN</a:t>
              </a:r>
            </a:p>
          </p:txBody>
        </p:sp>
      </p:grpSp>
      <p:grpSp>
        <p:nvGrpSpPr>
          <p:cNvPr id="53" name="Group 52">
            <a:extLst>
              <a:ext uri="{FF2B5EF4-FFF2-40B4-BE49-F238E27FC236}">
                <a16:creationId xmlns:a16="http://schemas.microsoft.com/office/drawing/2014/main" id="{45CF31BC-0198-404B-9BAE-F86F63C14380}"/>
              </a:ext>
            </a:extLst>
          </p:cNvPr>
          <p:cNvGrpSpPr/>
          <p:nvPr/>
        </p:nvGrpSpPr>
        <p:grpSpPr>
          <a:xfrm>
            <a:off x="2193087" y="4191000"/>
            <a:ext cx="10837113" cy="852016"/>
            <a:chOff x="895143" y="2795826"/>
            <a:chExt cx="10417389" cy="852016"/>
          </a:xfrm>
        </p:grpSpPr>
        <p:sp>
          <p:nvSpPr>
            <p:cNvPr id="54" name="TextBox 53">
              <a:extLst>
                <a:ext uri="{FF2B5EF4-FFF2-40B4-BE49-F238E27FC236}">
                  <a16:creationId xmlns:a16="http://schemas.microsoft.com/office/drawing/2014/main" id="{F7217F08-0562-410D-B049-94BD909ED9D7}"/>
                </a:ext>
              </a:extLst>
            </p:cNvPr>
            <p:cNvSpPr txBox="1"/>
            <p:nvPr/>
          </p:nvSpPr>
          <p:spPr>
            <a:xfrm>
              <a:off x="2320932" y="2816845"/>
              <a:ext cx="8991600" cy="830997"/>
            </a:xfrm>
            <a:prstGeom prst="rect">
              <a:avLst/>
            </a:prstGeom>
            <a:noFill/>
          </p:spPr>
          <p:txBody>
            <a:bodyPr wrap="square" rtlCol="0">
              <a:spAutoFit/>
            </a:bodyPr>
            <a:lstStyle/>
            <a:p>
              <a:r>
                <a:rPr lang="en-US" sz="4800" b="1" dirty="0" err="1">
                  <a:solidFill>
                    <a:srgbClr val="145F82"/>
                  </a:solidFill>
                  <a:latin typeface="Tahoma" pitchFamily="34" charset="0"/>
                  <a:ea typeface="Tahoma" pitchFamily="34" charset="0"/>
                  <a:cs typeface="Tahoma" pitchFamily="34" charset="0"/>
                </a:rPr>
                <a:t>Mệnh</a:t>
              </a:r>
              <a:r>
                <a:rPr lang="en-US" sz="4800" b="1" dirty="0">
                  <a:solidFill>
                    <a:srgbClr val="145F82"/>
                  </a:solidFill>
                  <a:latin typeface="Tahoma" pitchFamily="34" charset="0"/>
                  <a:ea typeface="Tahoma" pitchFamily="34" charset="0"/>
                  <a:cs typeface="Tahoma" pitchFamily="34" charset="0"/>
                </a:rPr>
                <a:t> </a:t>
              </a:r>
              <a:r>
                <a:rPr lang="en-US" sz="4800" b="1" dirty="0" err="1">
                  <a:solidFill>
                    <a:srgbClr val="145F82"/>
                  </a:solidFill>
                  <a:latin typeface="Tahoma" pitchFamily="34" charset="0"/>
                  <a:ea typeface="Tahoma" pitchFamily="34" charset="0"/>
                  <a:cs typeface="Tahoma" pitchFamily="34" charset="0"/>
                </a:rPr>
                <a:t>đề</a:t>
              </a:r>
              <a:endParaRPr lang="en-US" sz="4800" b="1" dirty="0">
                <a:solidFill>
                  <a:srgbClr val="145F82"/>
                </a:solidFill>
                <a:latin typeface="Tahoma" pitchFamily="34" charset="0"/>
                <a:ea typeface="Tahoma" pitchFamily="34" charset="0"/>
                <a:cs typeface="Tahoma" pitchFamily="34" charset="0"/>
              </a:endParaRPr>
            </a:p>
          </p:txBody>
        </p:sp>
        <p:sp>
          <p:nvSpPr>
            <p:cNvPr id="55" name="Rounded Rectangle 7">
              <a:extLst>
                <a:ext uri="{FF2B5EF4-FFF2-40B4-BE49-F238E27FC236}">
                  <a16:creationId xmlns:a16="http://schemas.microsoft.com/office/drawing/2014/main" id="{ACE93A7D-C0B6-4AA2-8495-5C7003A7709B}"/>
                </a:ext>
              </a:extLst>
            </p:cNvPr>
            <p:cNvSpPr/>
            <p:nvPr/>
          </p:nvSpPr>
          <p:spPr>
            <a:xfrm>
              <a:off x="895143" y="2823876"/>
              <a:ext cx="895051"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34D2556F-B216-4C2C-A523-6ED7F9906DCE}"/>
                </a:ext>
              </a:extLst>
            </p:cNvPr>
            <p:cNvSpPr txBox="1"/>
            <p:nvPr/>
          </p:nvSpPr>
          <p:spPr>
            <a:xfrm>
              <a:off x="927984" y="2795826"/>
              <a:ext cx="672149" cy="769441"/>
            </a:xfrm>
            <a:prstGeom prst="rect">
              <a:avLst/>
            </a:prstGeom>
            <a:noFill/>
          </p:spPr>
          <p:txBody>
            <a:bodyPr wrap="none" rtlCol="0">
              <a:spAutoFit/>
            </a:bodyPr>
            <a:lstStyle/>
            <a:p>
              <a:pPr algn="ctr"/>
              <a:r>
                <a:rPr lang="en-US" sz="4400" b="1">
                  <a:solidFill>
                    <a:schemeClr val="bg1"/>
                  </a:solidFill>
                  <a:latin typeface="Tahoma" pitchFamily="34" charset="0"/>
                  <a:ea typeface="Tahoma" pitchFamily="34" charset="0"/>
                  <a:cs typeface="Tahoma" pitchFamily="34" charset="0"/>
                </a:rPr>
                <a:t>a.</a:t>
              </a:r>
            </a:p>
          </p:txBody>
        </p:sp>
      </p:grpSp>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113706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arn(inVertical)">
                                      <p:cBhvr>
                                        <p:cTn id="7" dur="500"/>
                                        <p:tgtEl>
                                          <p:spTgt spid="29"/>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barn(inVertical)">
                                      <p:cBhvr>
                                        <p:cTn id="11" dur="500"/>
                                        <p:tgtEl>
                                          <p:spTgt spid="5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barn(inVertical)">
                                      <p:cBhvr>
                                        <p:cTn id="20" dur="500"/>
                                        <p:tgtEl>
                                          <p:spTgt spid="31"/>
                                        </p:tgtEl>
                                      </p:cBhvr>
                                    </p:animEffect>
                                  </p:childTnLst>
                                </p:cTn>
                              </p:par>
                            </p:childTnLst>
                          </p:cTn>
                        </p:par>
                        <p:par>
                          <p:cTn id="21" fill="hold">
                            <p:stCondLst>
                              <p:cond delay="500"/>
                            </p:stCondLst>
                            <p:childTnLst>
                              <p:par>
                                <p:cTn id="22" presetID="16" presetClass="entr" presetSubtype="21" fill="hold" grpId="0" nodeType="afterEffect">
                                  <p:stCondLst>
                                    <p:cond delay="0"/>
                                  </p:stCondLst>
                                  <p:childTnLst>
                                    <p:set>
                                      <p:cBhvr>
                                        <p:cTn id="23" dur="1" fill="hold">
                                          <p:stCondLst>
                                            <p:cond delay="0"/>
                                          </p:stCondLst>
                                        </p:cTn>
                                        <p:tgtEl>
                                          <p:spTgt spid="50"/>
                                        </p:tgtEl>
                                        <p:attrNameLst>
                                          <p:attrName>style.visibility</p:attrName>
                                        </p:attrNameLst>
                                      </p:cBhvr>
                                      <p:to>
                                        <p:strVal val="visible"/>
                                      </p:to>
                                    </p:set>
                                    <p:animEffect transition="in" filter="barn(inVertical)">
                                      <p:cBhvr>
                                        <p:cTn id="24"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Rectangle 13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7" name="TextBox 26">
            <a:extLst>
              <a:ext uri="{FF2B5EF4-FFF2-40B4-BE49-F238E27FC236}">
                <a16:creationId xmlns:a16="http://schemas.microsoft.com/office/drawing/2014/main" id="{3A653732-9210-4228-AD0D-1B9B77B02426}"/>
              </a:ext>
            </a:extLst>
          </p:cNvPr>
          <p:cNvSpPr txBox="1"/>
          <p:nvPr/>
        </p:nvSpPr>
        <p:spPr>
          <a:xfrm>
            <a:off x="1839065" y="4640743"/>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49" name="Rounded Rectangle 61">
            <a:extLst>
              <a:ext uri="{FF2B5EF4-FFF2-40B4-BE49-F238E27FC236}">
                <a16:creationId xmlns:a16="http://schemas.microsoft.com/office/drawing/2014/main" id="{8C4F66B5-9F53-45FC-B951-E4D1E076FC2C}"/>
              </a:ext>
            </a:extLst>
          </p:cNvPr>
          <p:cNvSpPr/>
          <p:nvPr/>
        </p:nvSpPr>
        <p:spPr>
          <a:xfrm>
            <a:off x="1055781" y="2726937"/>
            <a:ext cx="10910794" cy="8273970"/>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50" name="Group 67">
            <a:extLst>
              <a:ext uri="{FF2B5EF4-FFF2-40B4-BE49-F238E27FC236}">
                <a16:creationId xmlns:a16="http://schemas.microsoft.com/office/drawing/2014/main" id="{BAE863BA-DDC7-40A3-BD63-B632301C2DDF}"/>
              </a:ext>
            </a:extLst>
          </p:cNvPr>
          <p:cNvGrpSpPr/>
          <p:nvPr/>
        </p:nvGrpSpPr>
        <p:grpSpPr>
          <a:xfrm>
            <a:off x="1526208" y="2362200"/>
            <a:ext cx="3579192" cy="940513"/>
            <a:chOff x="1311958" y="3405486"/>
            <a:chExt cx="3579192" cy="940513"/>
          </a:xfrm>
        </p:grpSpPr>
        <p:sp>
          <p:nvSpPr>
            <p:cNvPr id="51" name="Freeform 20">
              <a:extLst>
                <a:ext uri="{FF2B5EF4-FFF2-40B4-BE49-F238E27FC236}">
                  <a16:creationId xmlns:a16="http://schemas.microsoft.com/office/drawing/2014/main" id="{15D07D9B-5448-498A-B68D-C65FD69E3A6E}"/>
                </a:ext>
              </a:extLst>
            </p:cNvPr>
            <p:cNvSpPr>
              <a:spLocks/>
            </p:cNvSpPr>
            <p:nvPr/>
          </p:nvSpPr>
          <p:spPr bwMode="auto">
            <a:xfrm rot="5400000">
              <a:off x="3085216" y="2507252"/>
              <a:ext cx="793396" cy="2818473"/>
            </a:xfrm>
            <a:prstGeom prst="round2SameRect">
              <a:avLst/>
            </a:prstGeom>
            <a:solidFill>
              <a:srgbClr val="70AD47">
                <a:lumMod val="75000"/>
              </a:srgbClr>
            </a:solidFill>
            <a:ln w="57150">
              <a:solidFill>
                <a:srgbClr val="70AD47">
                  <a:lumMod val="75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2" name="TextBox 51">
              <a:extLst>
                <a:ext uri="{FF2B5EF4-FFF2-40B4-BE49-F238E27FC236}">
                  <a16:creationId xmlns:a16="http://schemas.microsoft.com/office/drawing/2014/main" id="{38ADCDEF-9ADE-4990-911D-DB4A647079A9}"/>
                </a:ext>
              </a:extLst>
            </p:cNvPr>
            <p:cNvSpPr txBox="1"/>
            <p:nvPr/>
          </p:nvSpPr>
          <p:spPr>
            <a:xfrm>
              <a:off x="2316645" y="3484582"/>
              <a:ext cx="2231701" cy="8002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0" cap="none" spc="0" normalizeH="0" baseline="0" noProof="0" dirty="0" err="1">
                  <a:ln>
                    <a:noFill/>
                  </a:ln>
                  <a:solidFill>
                    <a:prstClr val="white"/>
                  </a:solidFill>
                  <a:effectLst/>
                  <a:uLnTx/>
                  <a:uFillTx/>
                  <a:latin typeface="Tahoma" pitchFamily="34" charset="0"/>
                  <a:ea typeface="Tahoma" pitchFamily="34" charset="0"/>
                  <a:cs typeface="Tahoma" pitchFamily="34" charset="0"/>
                </a:rPr>
                <a:t>Ví</a:t>
              </a:r>
              <a:r>
                <a:rPr kumimoji="0" lang="en-US" sz="4600" b="1" i="0" u="none" strike="noStrike" kern="0" cap="none" spc="0" normalizeH="0" baseline="0" noProof="0" dirty="0">
                  <a:ln>
                    <a:noFill/>
                  </a:ln>
                  <a:solidFill>
                    <a:prstClr val="white"/>
                  </a:solidFill>
                  <a:effectLst/>
                  <a:uLnTx/>
                  <a:uFillTx/>
                  <a:latin typeface="Tahoma" pitchFamily="34" charset="0"/>
                  <a:ea typeface="Tahoma" pitchFamily="34" charset="0"/>
                  <a:cs typeface="Tahoma" pitchFamily="34" charset="0"/>
                </a:rPr>
                <a:t> </a:t>
              </a:r>
              <a:r>
                <a:rPr kumimoji="0" lang="en-US" sz="4600" b="1" i="0" u="none" strike="noStrike" kern="0" cap="none" spc="0" normalizeH="0" baseline="0" noProof="0" err="1">
                  <a:ln>
                    <a:noFill/>
                  </a:ln>
                  <a:solidFill>
                    <a:prstClr val="white"/>
                  </a:solidFill>
                  <a:effectLst/>
                  <a:uLnTx/>
                  <a:uFillTx/>
                  <a:latin typeface="Tahoma" pitchFamily="34" charset="0"/>
                  <a:ea typeface="Tahoma" pitchFamily="34" charset="0"/>
                  <a:cs typeface="Tahoma" pitchFamily="34" charset="0"/>
                </a:rPr>
                <a:t>dụ</a:t>
              </a:r>
              <a:r>
                <a:rPr kumimoji="0" lang="en-US" sz="4600" b="1" i="0" u="none" strike="noStrike" kern="0" cap="none" spc="0" normalizeH="0" baseline="0" noProof="0">
                  <a:ln>
                    <a:noFill/>
                  </a:ln>
                  <a:solidFill>
                    <a:prstClr val="white"/>
                  </a:solidFill>
                  <a:effectLst/>
                  <a:uLnTx/>
                  <a:uFillTx/>
                  <a:latin typeface="Tahoma" pitchFamily="34" charset="0"/>
                  <a:ea typeface="Tahoma" pitchFamily="34" charset="0"/>
                  <a:cs typeface="Tahoma" pitchFamily="34" charset="0"/>
                </a:rPr>
                <a:t> </a:t>
              </a:r>
              <a:r>
                <a:rPr lang="en-US" sz="4600" b="1" kern="0" dirty="0">
                  <a:solidFill>
                    <a:prstClr val="white"/>
                  </a:solidFill>
                  <a:latin typeface="Tahoma" pitchFamily="34" charset="0"/>
                  <a:ea typeface="Tahoma" pitchFamily="34" charset="0"/>
                  <a:cs typeface="Tahoma" pitchFamily="34" charset="0"/>
                </a:rPr>
                <a:t>1</a:t>
              </a:r>
              <a:endParaRPr kumimoji="0" lang="en-US" sz="4600" b="1" i="0" u="none" strike="noStrike" kern="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p:grpSp>
          <p:nvGrpSpPr>
            <p:cNvPr id="53" name="Group 70">
              <a:extLst>
                <a:ext uri="{FF2B5EF4-FFF2-40B4-BE49-F238E27FC236}">
                  <a16:creationId xmlns:a16="http://schemas.microsoft.com/office/drawing/2014/main" id="{9DB54C55-6C13-4C06-B677-EB45AED0EF74}"/>
                </a:ext>
              </a:extLst>
            </p:cNvPr>
            <p:cNvGrpSpPr/>
            <p:nvPr/>
          </p:nvGrpSpPr>
          <p:grpSpPr>
            <a:xfrm>
              <a:off x="1311958" y="3405486"/>
              <a:ext cx="950173" cy="940513"/>
              <a:chOff x="1311958" y="3405486"/>
              <a:chExt cx="950173" cy="940513"/>
            </a:xfrm>
          </p:grpSpPr>
          <p:sp>
            <p:nvSpPr>
              <p:cNvPr id="54" name="Rectangle 53">
                <a:extLst>
                  <a:ext uri="{FF2B5EF4-FFF2-40B4-BE49-F238E27FC236}">
                    <a16:creationId xmlns:a16="http://schemas.microsoft.com/office/drawing/2014/main" id="{F43D8799-9111-4045-A7B0-7DF40BFE6CB2}"/>
                  </a:ext>
                </a:extLst>
              </p:cNvPr>
              <p:cNvSpPr/>
              <p:nvPr/>
            </p:nvSpPr>
            <p:spPr>
              <a:xfrm>
                <a:off x="1406975" y="3672018"/>
                <a:ext cx="596676" cy="54031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5" name="Freeform 13">
                <a:extLst>
                  <a:ext uri="{FF2B5EF4-FFF2-40B4-BE49-F238E27FC236}">
                    <a16:creationId xmlns:a16="http://schemas.microsoft.com/office/drawing/2014/main" id="{0964B461-7639-42FF-9628-5AEBCC705C50}"/>
                  </a:ext>
                </a:extLst>
              </p:cNvPr>
              <p:cNvSpPr>
                <a:spLocks noEditPoints="1"/>
              </p:cNvSpPr>
              <p:nvPr/>
            </p:nvSpPr>
            <p:spPr bwMode="auto">
              <a:xfrm>
                <a:off x="1311958" y="3581027"/>
                <a:ext cx="190035" cy="268948"/>
              </a:xfrm>
              <a:custGeom>
                <a:avLst/>
                <a:gdLst>
                  <a:gd name="T0" fmla="*/ 34 w 50"/>
                  <a:gd name="T1" fmla="*/ 16 h 71"/>
                  <a:gd name="T2" fmla="*/ 34 w 50"/>
                  <a:gd name="T3" fmla="*/ 55 h 71"/>
                  <a:gd name="T4" fmla="*/ 16 w 50"/>
                  <a:gd name="T5" fmla="*/ 55 h 71"/>
                  <a:gd name="T6" fmla="*/ 16 w 50"/>
                  <a:gd name="T7" fmla="*/ 16 h 71"/>
                  <a:gd name="T8" fmla="*/ 34 w 50"/>
                  <a:gd name="T9" fmla="*/ 16 h 71"/>
                  <a:gd name="T10" fmla="*/ 34 w 50"/>
                  <a:gd name="T11" fmla="*/ 0 h 71"/>
                  <a:gd name="T12" fmla="*/ 16 w 50"/>
                  <a:gd name="T13" fmla="*/ 0 h 71"/>
                  <a:gd name="T14" fmla="*/ 0 w 50"/>
                  <a:gd name="T15" fmla="*/ 16 h 71"/>
                  <a:gd name="T16" fmla="*/ 0 w 50"/>
                  <a:gd name="T17" fmla="*/ 55 h 71"/>
                  <a:gd name="T18" fmla="*/ 16 w 50"/>
                  <a:gd name="T19" fmla="*/ 71 h 71"/>
                  <a:gd name="T20" fmla="*/ 34 w 50"/>
                  <a:gd name="T21" fmla="*/ 71 h 71"/>
                  <a:gd name="T22" fmla="*/ 50 w 50"/>
                  <a:gd name="T23" fmla="*/ 55 h 71"/>
                  <a:gd name="T24" fmla="*/ 50 w 50"/>
                  <a:gd name="T25" fmla="*/ 16 h 71"/>
                  <a:gd name="T26" fmla="*/ 34 w 50"/>
                  <a:gd name="T2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1">
                    <a:moveTo>
                      <a:pt x="34" y="16"/>
                    </a:moveTo>
                    <a:cubicBezTo>
                      <a:pt x="34" y="55"/>
                      <a:pt x="34" y="55"/>
                      <a:pt x="34" y="55"/>
                    </a:cubicBezTo>
                    <a:cubicBezTo>
                      <a:pt x="16" y="55"/>
                      <a:pt x="16" y="55"/>
                      <a:pt x="16" y="55"/>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5"/>
                      <a:pt x="0" y="55"/>
                      <a:pt x="0" y="55"/>
                    </a:cubicBezTo>
                    <a:cubicBezTo>
                      <a:pt x="0" y="64"/>
                      <a:pt x="7" y="71"/>
                      <a:pt x="16" y="71"/>
                    </a:cubicBezTo>
                    <a:cubicBezTo>
                      <a:pt x="34" y="71"/>
                      <a:pt x="34" y="71"/>
                      <a:pt x="34" y="71"/>
                    </a:cubicBezTo>
                    <a:cubicBezTo>
                      <a:pt x="43" y="71"/>
                      <a:pt x="50" y="64"/>
                      <a:pt x="50" y="55"/>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6" name="Freeform 14">
                <a:extLst>
                  <a:ext uri="{FF2B5EF4-FFF2-40B4-BE49-F238E27FC236}">
                    <a16:creationId xmlns:a16="http://schemas.microsoft.com/office/drawing/2014/main" id="{2BD50541-A2D2-439A-9CFF-5A2D5CF0EAFB}"/>
                  </a:ext>
                </a:extLst>
              </p:cNvPr>
              <p:cNvSpPr>
                <a:spLocks noEditPoints="1"/>
              </p:cNvSpPr>
              <p:nvPr/>
            </p:nvSpPr>
            <p:spPr bwMode="auto">
              <a:xfrm>
                <a:off x="1311958" y="3581027"/>
                <a:ext cx="277000" cy="181983"/>
              </a:xfrm>
              <a:custGeom>
                <a:avLst/>
                <a:gdLst>
                  <a:gd name="T0" fmla="*/ 57 w 73"/>
                  <a:gd name="T1" fmla="*/ 16 h 48"/>
                  <a:gd name="T2" fmla="*/ 57 w 73"/>
                  <a:gd name="T3" fmla="*/ 32 h 48"/>
                  <a:gd name="T4" fmla="*/ 16 w 73"/>
                  <a:gd name="T5" fmla="*/ 32 h 48"/>
                  <a:gd name="T6" fmla="*/ 16 w 73"/>
                  <a:gd name="T7" fmla="*/ 16 h 48"/>
                  <a:gd name="T8" fmla="*/ 57 w 73"/>
                  <a:gd name="T9" fmla="*/ 16 h 48"/>
                  <a:gd name="T10" fmla="*/ 57 w 73"/>
                  <a:gd name="T11" fmla="*/ 0 h 48"/>
                  <a:gd name="T12" fmla="*/ 16 w 73"/>
                  <a:gd name="T13" fmla="*/ 0 h 48"/>
                  <a:gd name="T14" fmla="*/ 0 w 73"/>
                  <a:gd name="T15" fmla="*/ 16 h 48"/>
                  <a:gd name="T16" fmla="*/ 0 w 73"/>
                  <a:gd name="T17" fmla="*/ 32 h 48"/>
                  <a:gd name="T18" fmla="*/ 16 w 73"/>
                  <a:gd name="T19" fmla="*/ 48 h 48"/>
                  <a:gd name="T20" fmla="*/ 57 w 73"/>
                  <a:gd name="T21" fmla="*/ 48 h 48"/>
                  <a:gd name="T22" fmla="*/ 73 w 73"/>
                  <a:gd name="T23" fmla="*/ 32 h 48"/>
                  <a:gd name="T24" fmla="*/ 73 w 73"/>
                  <a:gd name="T25" fmla="*/ 16 h 48"/>
                  <a:gd name="T26" fmla="*/ 57 w 73"/>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8">
                    <a:moveTo>
                      <a:pt x="57" y="16"/>
                    </a:moveTo>
                    <a:cubicBezTo>
                      <a:pt x="57" y="32"/>
                      <a:pt x="57" y="32"/>
                      <a:pt x="57" y="32"/>
                    </a:cubicBezTo>
                    <a:cubicBezTo>
                      <a:pt x="16" y="32"/>
                      <a:pt x="16" y="32"/>
                      <a:pt x="16" y="32"/>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2"/>
                      <a:pt x="0" y="32"/>
                      <a:pt x="0" y="32"/>
                    </a:cubicBezTo>
                    <a:cubicBezTo>
                      <a:pt x="0" y="41"/>
                      <a:pt x="7" y="48"/>
                      <a:pt x="16" y="48"/>
                    </a:cubicBezTo>
                    <a:cubicBezTo>
                      <a:pt x="57" y="48"/>
                      <a:pt x="57" y="48"/>
                      <a:pt x="57" y="48"/>
                    </a:cubicBezTo>
                    <a:cubicBezTo>
                      <a:pt x="66" y="48"/>
                      <a:pt x="73" y="41"/>
                      <a:pt x="73" y="32"/>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7" name="Freeform 15">
                <a:extLst>
                  <a:ext uri="{FF2B5EF4-FFF2-40B4-BE49-F238E27FC236}">
                    <a16:creationId xmlns:a16="http://schemas.microsoft.com/office/drawing/2014/main" id="{25BBDF65-0816-4435-86C9-CE992D59BA26}"/>
                  </a:ext>
                </a:extLst>
              </p:cNvPr>
              <p:cNvSpPr>
                <a:spLocks noEditPoints="1"/>
              </p:cNvSpPr>
              <p:nvPr/>
            </p:nvSpPr>
            <p:spPr bwMode="auto">
              <a:xfrm>
                <a:off x="1563190" y="3581027"/>
                <a:ext cx="285052" cy="181983"/>
              </a:xfrm>
              <a:custGeom>
                <a:avLst/>
                <a:gdLst>
                  <a:gd name="T0" fmla="*/ 58 w 75"/>
                  <a:gd name="T1" fmla="*/ 16 h 48"/>
                  <a:gd name="T2" fmla="*/ 43 w 75"/>
                  <a:gd name="T3" fmla="*/ 32 h 48"/>
                  <a:gd name="T4" fmla="*/ 16 w 75"/>
                  <a:gd name="T5" fmla="*/ 32 h 48"/>
                  <a:gd name="T6" fmla="*/ 16 w 75"/>
                  <a:gd name="T7" fmla="*/ 16 h 48"/>
                  <a:gd name="T8" fmla="*/ 58 w 75"/>
                  <a:gd name="T9" fmla="*/ 16 h 48"/>
                  <a:gd name="T10" fmla="*/ 58 w 75"/>
                  <a:gd name="T11" fmla="*/ 0 h 48"/>
                  <a:gd name="T12" fmla="*/ 16 w 75"/>
                  <a:gd name="T13" fmla="*/ 0 h 48"/>
                  <a:gd name="T14" fmla="*/ 0 w 75"/>
                  <a:gd name="T15" fmla="*/ 16 h 48"/>
                  <a:gd name="T16" fmla="*/ 0 w 75"/>
                  <a:gd name="T17" fmla="*/ 32 h 48"/>
                  <a:gd name="T18" fmla="*/ 16 w 75"/>
                  <a:gd name="T19" fmla="*/ 48 h 48"/>
                  <a:gd name="T20" fmla="*/ 43 w 75"/>
                  <a:gd name="T21" fmla="*/ 48 h 48"/>
                  <a:gd name="T22" fmla="*/ 55 w 75"/>
                  <a:gd name="T23" fmla="*/ 43 h 48"/>
                  <a:gd name="T24" fmla="*/ 70 w 75"/>
                  <a:gd name="T25" fmla="*/ 26 h 48"/>
                  <a:gd name="T26" fmla="*/ 73 w 75"/>
                  <a:gd name="T27" fmla="*/ 9 h 48"/>
                  <a:gd name="T28" fmla="*/ 58 w 75"/>
                  <a:gd name="T2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8">
                    <a:moveTo>
                      <a:pt x="58" y="16"/>
                    </a:moveTo>
                    <a:cubicBezTo>
                      <a:pt x="43" y="32"/>
                      <a:pt x="43" y="32"/>
                      <a:pt x="43" y="32"/>
                    </a:cubicBezTo>
                    <a:cubicBezTo>
                      <a:pt x="16" y="32"/>
                      <a:pt x="16" y="32"/>
                      <a:pt x="16" y="32"/>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2"/>
                      <a:pt x="0" y="32"/>
                      <a:pt x="0" y="32"/>
                    </a:cubicBezTo>
                    <a:cubicBezTo>
                      <a:pt x="0" y="41"/>
                      <a:pt x="8" y="48"/>
                      <a:pt x="16" y="48"/>
                    </a:cubicBezTo>
                    <a:cubicBezTo>
                      <a:pt x="43" y="48"/>
                      <a:pt x="43" y="48"/>
                      <a:pt x="43" y="48"/>
                    </a:cubicBezTo>
                    <a:cubicBezTo>
                      <a:pt x="48" y="48"/>
                      <a:pt x="52" y="46"/>
                      <a:pt x="55" y="43"/>
                    </a:cubicBezTo>
                    <a:cubicBezTo>
                      <a:pt x="70" y="26"/>
                      <a:pt x="70" y="26"/>
                      <a:pt x="70" y="26"/>
                    </a:cubicBezTo>
                    <a:cubicBezTo>
                      <a:pt x="74" y="22"/>
                      <a:pt x="75" y="15"/>
                      <a:pt x="73" y="9"/>
                    </a:cubicBezTo>
                    <a:cubicBezTo>
                      <a:pt x="70" y="3"/>
                      <a:pt x="64"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8" name="Freeform 16">
                <a:extLst>
                  <a:ext uri="{FF2B5EF4-FFF2-40B4-BE49-F238E27FC236}">
                    <a16:creationId xmlns:a16="http://schemas.microsoft.com/office/drawing/2014/main" id="{D17517C7-E177-434D-8C4D-A78AAA7627E4}"/>
                  </a:ext>
                </a:extLst>
              </p:cNvPr>
              <p:cNvSpPr>
                <a:spLocks noEditPoints="1"/>
              </p:cNvSpPr>
              <p:nvPr/>
            </p:nvSpPr>
            <p:spPr bwMode="auto">
              <a:xfrm>
                <a:off x="1563190" y="4151132"/>
                <a:ext cx="280221" cy="194867"/>
              </a:xfrm>
              <a:custGeom>
                <a:avLst/>
                <a:gdLst>
                  <a:gd name="T0" fmla="*/ 58 w 74"/>
                  <a:gd name="T1" fmla="*/ 16 h 51"/>
                  <a:gd name="T2" fmla="*/ 58 w 74"/>
                  <a:gd name="T3" fmla="*/ 35 h 51"/>
                  <a:gd name="T4" fmla="*/ 16 w 74"/>
                  <a:gd name="T5" fmla="*/ 35 h 51"/>
                  <a:gd name="T6" fmla="*/ 16 w 74"/>
                  <a:gd name="T7" fmla="*/ 16 h 51"/>
                  <a:gd name="T8" fmla="*/ 58 w 74"/>
                  <a:gd name="T9" fmla="*/ 16 h 51"/>
                  <a:gd name="T10" fmla="*/ 58 w 74"/>
                  <a:gd name="T11" fmla="*/ 0 h 51"/>
                  <a:gd name="T12" fmla="*/ 16 w 74"/>
                  <a:gd name="T13" fmla="*/ 0 h 51"/>
                  <a:gd name="T14" fmla="*/ 0 w 74"/>
                  <a:gd name="T15" fmla="*/ 16 h 51"/>
                  <a:gd name="T16" fmla="*/ 0 w 74"/>
                  <a:gd name="T17" fmla="*/ 35 h 51"/>
                  <a:gd name="T18" fmla="*/ 16 w 74"/>
                  <a:gd name="T19" fmla="*/ 51 h 51"/>
                  <a:gd name="T20" fmla="*/ 58 w 74"/>
                  <a:gd name="T21" fmla="*/ 51 h 51"/>
                  <a:gd name="T22" fmla="*/ 74 w 74"/>
                  <a:gd name="T23" fmla="*/ 35 h 51"/>
                  <a:gd name="T24" fmla="*/ 74 w 74"/>
                  <a:gd name="T25" fmla="*/ 16 h 51"/>
                  <a:gd name="T26" fmla="*/ 58 w 74"/>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1">
                    <a:moveTo>
                      <a:pt x="58" y="16"/>
                    </a:moveTo>
                    <a:cubicBezTo>
                      <a:pt x="58" y="35"/>
                      <a:pt x="58" y="35"/>
                      <a:pt x="58" y="35"/>
                    </a:cubicBezTo>
                    <a:cubicBezTo>
                      <a:pt x="16" y="35"/>
                      <a:pt x="16" y="35"/>
                      <a:pt x="16" y="35"/>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5"/>
                      <a:pt x="0" y="35"/>
                      <a:pt x="0" y="35"/>
                    </a:cubicBezTo>
                    <a:cubicBezTo>
                      <a:pt x="0" y="43"/>
                      <a:pt x="8" y="51"/>
                      <a:pt x="16" y="51"/>
                    </a:cubicBezTo>
                    <a:cubicBezTo>
                      <a:pt x="58" y="51"/>
                      <a:pt x="58" y="51"/>
                      <a:pt x="58" y="51"/>
                    </a:cubicBezTo>
                    <a:cubicBezTo>
                      <a:pt x="67" y="51"/>
                      <a:pt x="74" y="43"/>
                      <a:pt x="74" y="35"/>
                    </a:cubicBezTo>
                    <a:cubicBezTo>
                      <a:pt x="74" y="16"/>
                      <a:pt x="74" y="16"/>
                      <a:pt x="74" y="16"/>
                    </a:cubicBezTo>
                    <a:cubicBezTo>
                      <a:pt x="74" y="7"/>
                      <a:pt x="67"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9" name="Freeform 17">
                <a:extLst>
                  <a:ext uri="{FF2B5EF4-FFF2-40B4-BE49-F238E27FC236}">
                    <a16:creationId xmlns:a16="http://schemas.microsoft.com/office/drawing/2014/main" id="{9B01B60B-B2FF-4665-8ED7-490257C21EAE}"/>
                  </a:ext>
                </a:extLst>
              </p:cNvPr>
              <p:cNvSpPr>
                <a:spLocks noEditPoints="1"/>
              </p:cNvSpPr>
              <p:nvPr/>
            </p:nvSpPr>
            <p:spPr bwMode="auto">
              <a:xfrm>
                <a:off x="1311958" y="4064167"/>
                <a:ext cx="19003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0" name="Freeform 18">
                <a:extLst>
                  <a:ext uri="{FF2B5EF4-FFF2-40B4-BE49-F238E27FC236}">
                    <a16:creationId xmlns:a16="http://schemas.microsoft.com/office/drawing/2014/main" id="{19109C17-AF6D-4476-A672-55EC71EF9A0D}"/>
                  </a:ext>
                </a:extLst>
              </p:cNvPr>
              <p:cNvSpPr>
                <a:spLocks noEditPoints="1"/>
              </p:cNvSpPr>
              <p:nvPr/>
            </p:nvSpPr>
            <p:spPr bwMode="auto">
              <a:xfrm>
                <a:off x="1311958" y="4151132"/>
                <a:ext cx="27700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1" name="Freeform 19">
                <a:extLst>
                  <a:ext uri="{FF2B5EF4-FFF2-40B4-BE49-F238E27FC236}">
                    <a16:creationId xmlns:a16="http://schemas.microsoft.com/office/drawing/2014/main" id="{81AC942F-911A-4CB3-9629-21F5E1B5FBC6}"/>
                  </a:ext>
                </a:extLst>
              </p:cNvPr>
              <p:cNvSpPr>
                <a:spLocks noEditPoints="1"/>
              </p:cNvSpPr>
              <p:nvPr/>
            </p:nvSpPr>
            <p:spPr bwMode="auto">
              <a:xfrm>
                <a:off x="1311958" y="3820986"/>
                <a:ext cx="19003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2" name="Freeform 20">
                <a:extLst>
                  <a:ext uri="{FF2B5EF4-FFF2-40B4-BE49-F238E27FC236}">
                    <a16:creationId xmlns:a16="http://schemas.microsoft.com/office/drawing/2014/main" id="{D9F382EA-F4E2-4501-BC82-C78D2C810BC9}"/>
                  </a:ext>
                </a:extLst>
              </p:cNvPr>
              <p:cNvSpPr>
                <a:spLocks noEditPoints="1"/>
              </p:cNvSpPr>
              <p:nvPr/>
            </p:nvSpPr>
            <p:spPr bwMode="auto">
              <a:xfrm>
                <a:off x="1907830" y="4064167"/>
                <a:ext cx="19164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3" name="Freeform 21">
                <a:extLst>
                  <a:ext uri="{FF2B5EF4-FFF2-40B4-BE49-F238E27FC236}">
                    <a16:creationId xmlns:a16="http://schemas.microsoft.com/office/drawing/2014/main" id="{F1ECB0E6-4452-4C42-BAAB-DC3E74C35AE2}"/>
                  </a:ext>
                </a:extLst>
              </p:cNvPr>
              <p:cNvSpPr>
                <a:spLocks noEditPoints="1"/>
              </p:cNvSpPr>
              <p:nvPr/>
            </p:nvSpPr>
            <p:spPr bwMode="auto">
              <a:xfrm>
                <a:off x="1820865" y="4151132"/>
                <a:ext cx="27861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4" name="Freeform 22">
                <a:extLst>
                  <a:ext uri="{FF2B5EF4-FFF2-40B4-BE49-F238E27FC236}">
                    <a16:creationId xmlns:a16="http://schemas.microsoft.com/office/drawing/2014/main" id="{4BAED771-D18E-4AB8-90C4-545B70E84253}"/>
                  </a:ext>
                </a:extLst>
              </p:cNvPr>
              <p:cNvSpPr>
                <a:spLocks noEditPoints="1"/>
              </p:cNvSpPr>
              <p:nvPr/>
            </p:nvSpPr>
            <p:spPr bwMode="auto">
              <a:xfrm>
                <a:off x="1907830" y="3820986"/>
                <a:ext cx="19164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5" name="Freeform 23">
                <a:extLst>
                  <a:ext uri="{FF2B5EF4-FFF2-40B4-BE49-F238E27FC236}">
                    <a16:creationId xmlns:a16="http://schemas.microsoft.com/office/drawing/2014/main" id="{9015FA6A-8E42-44EB-BD0B-B4F3C8124FCA}"/>
                  </a:ext>
                </a:extLst>
              </p:cNvPr>
              <p:cNvSpPr>
                <a:spLocks noEditPoints="1"/>
              </p:cNvSpPr>
              <p:nvPr/>
            </p:nvSpPr>
            <p:spPr bwMode="auto">
              <a:xfrm>
                <a:off x="1661428" y="3405486"/>
                <a:ext cx="600703" cy="594262"/>
              </a:xfrm>
              <a:custGeom>
                <a:avLst/>
                <a:gdLst>
                  <a:gd name="T0" fmla="*/ 105 w 158"/>
                  <a:gd name="T1" fmla="*/ 16 h 156"/>
                  <a:gd name="T2" fmla="*/ 140 w 158"/>
                  <a:gd name="T3" fmla="*/ 56 h 156"/>
                  <a:gd name="T4" fmla="*/ 56 w 158"/>
                  <a:gd name="T5" fmla="*/ 140 h 156"/>
                  <a:gd name="T6" fmla="*/ 17 w 158"/>
                  <a:gd name="T7" fmla="*/ 99 h 156"/>
                  <a:gd name="T8" fmla="*/ 105 w 158"/>
                  <a:gd name="T9" fmla="*/ 16 h 156"/>
                  <a:gd name="T10" fmla="*/ 105 w 158"/>
                  <a:gd name="T11" fmla="*/ 0 h 156"/>
                  <a:gd name="T12" fmla="*/ 94 w 158"/>
                  <a:gd name="T13" fmla="*/ 5 h 156"/>
                  <a:gd name="T14" fmla="*/ 6 w 158"/>
                  <a:gd name="T15" fmla="*/ 87 h 156"/>
                  <a:gd name="T16" fmla="*/ 5 w 158"/>
                  <a:gd name="T17" fmla="*/ 109 h 156"/>
                  <a:gd name="T18" fmla="*/ 44 w 158"/>
                  <a:gd name="T19" fmla="*/ 151 h 156"/>
                  <a:gd name="T20" fmla="*/ 55 w 158"/>
                  <a:gd name="T21" fmla="*/ 156 h 156"/>
                  <a:gd name="T22" fmla="*/ 56 w 158"/>
                  <a:gd name="T23" fmla="*/ 156 h 156"/>
                  <a:gd name="T24" fmla="*/ 67 w 158"/>
                  <a:gd name="T25" fmla="*/ 152 h 156"/>
                  <a:gd name="T26" fmla="*/ 151 w 158"/>
                  <a:gd name="T27" fmla="*/ 67 h 156"/>
                  <a:gd name="T28" fmla="*/ 152 w 158"/>
                  <a:gd name="T29" fmla="*/ 45 h 156"/>
                  <a:gd name="T30" fmla="*/ 117 w 158"/>
                  <a:gd name="T31" fmla="*/ 6 h 156"/>
                  <a:gd name="T32" fmla="*/ 105 w 158"/>
                  <a:gd name="T33" fmla="*/ 0 h 156"/>
                  <a:gd name="T34" fmla="*/ 105 w 158"/>
                  <a:gd name="T3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 h="156">
                    <a:moveTo>
                      <a:pt x="105" y="16"/>
                    </a:moveTo>
                    <a:cubicBezTo>
                      <a:pt x="140" y="56"/>
                      <a:pt x="140" y="56"/>
                      <a:pt x="140" y="56"/>
                    </a:cubicBezTo>
                    <a:cubicBezTo>
                      <a:pt x="56" y="140"/>
                      <a:pt x="56" y="140"/>
                      <a:pt x="56" y="140"/>
                    </a:cubicBezTo>
                    <a:cubicBezTo>
                      <a:pt x="17" y="99"/>
                      <a:pt x="17" y="99"/>
                      <a:pt x="17" y="99"/>
                    </a:cubicBezTo>
                    <a:cubicBezTo>
                      <a:pt x="105" y="16"/>
                      <a:pt x="105" y="16"/>
                      <a:pt x="105" y="16"/>
                    </a:cubicBezTo>
                    <a:moveTo>
                      <a:pt x="105" y="0"/>
                    </a:moveTo>
                    <a:cubicBezTo>
                      <a:pt x="101" y="0"/>
                      <a:pt x="97" y="2"/>
                      <a:pt x="94" y="5"/>
                    </a:cubicBezTo>
                    <a:cubicBezTo>
                      <a:pt x="6" y="87"/>
                      <a:pt x="6" y="87"/>
                      <a:pt x="6" y="87"/>
                    </a:cubicBezTo>
                    <a:cubicBezTo>
                      <a:pt x="0" y="93"/>
                      <a:pt x="0" y="103"/>
                      <a:pt x="5" y="109"/>
                    </a:cubicBezTo>
                    <a:cubicBezTo>
                      <a:pt x="44" y="151"/>
                      <a:pt x="44" y="151"/>
                      <a:pt x="44" y="151"/>
                    </a:cubicBezTo>
                    <a:cubicBezTo>
                      <a:pt x="47" y="154"/>
                      <a:pt x="51" y="156"/>
                      <a:pt x="55" y="156"/>
                    </a:cubicBezTo>
                    <a:cubicBezTo>
                      <a:pt x="55" y="156"/>
                      <a:pt x="56" y="156"/>
                      <a:pt x="56" y="156"/>
                    </a:cubicBezTo>
                    <a:cubicBezTo>
                      <a:pt x="60" y="156"/>
                      <a:pt x="64" y="155"/>
                      <a:pt x="67" y="152"/>
                    </a:cubicBezTo>
                    <a:cubicBezTo>
                      <a:pt x="151" y="67"/>
                      <a:pt x="151" y="67"/>
                      <a:pt x="151" y="67"/>
                    </a:cubicBezTo>
                    <a:cubicBezTo>
                      <a:pt x="157" y="61"/>
                      <a:pt x="158" y="52"/>
                      <a:pt x="152" y="45"/>
                    </a:cubicBezTo>
                    <a:cubicBezTo>
                      <a:pt x="117" y="6"/>
                      <a:pt x="117" y="6"/>
                      <a:pt x="117" y="6"/>
                    </a:cubicBezTo>
                    <a:cubicBezTo>
                      <a:pt x="114" y="3"/>
                      <a:pt x="110" y="1"/>
                      <a:pt x="105" y="0"/>
                    </a:cubicBezTo>
                    <a:cubicBezTo>
                      <a:pt x="105" y="0"/>
                      <a:pt x="105" y="0"/>
                      <a:pt x="105"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6" name="Freeform 24">
                <a:extLst>
                  <a:ext uri="{FF2B5EF4-FFF2-40B4-BE49-F238E27FC236}">
                    <a16:creationId xmlns:a16="http://schemas.microsoft.com/office/drawing/2014/main" id="{67CF42F9-44A5-43B1-8433-A9E6B4A6ADC5}"/>
                  </a:ext>
                </a:extLst>
              </p:cNvPr>
              <p:cNvSpPr>
                <a:spLocks noEditPoints="1"/>
              </p:cNvSpPr>
              <p:nvPr/>
            </p:nvSpPr>
            <p:spPr bwMode="auto">
              <a:xfrm>
                <a:off x="1555138" y="3790388"/>
                <a:ext cx="318872" cy="293105"/>
              </a:xfrm>
              <a:custGeom>
                <a:avLst/>
                <a:gdLst>
                  <a:gd name="T0" fmla="*/ 32 w 84"/>
                  <a:gd name="T1" fmla="*/ 16 h 77"/>
                  <a:gd name="T2" fmla="*/ 67 w 84"/>
                  <a:gd name="T3" fmla="*/ 50 h 77"/>
                  <a:gd name="T4" fmla="*/ 17 w 84"/>
                  <a:gd name="T5" fmla="*/ 61 h 77"/>
                  <a:gd name="T6" fmla="*/ 32 w 84"/>
                  <a:gd name="T7" fmla="*/ 16 h 77"/>
                  <a:gd name="T8" fmla="*/ 32 w 84"/>
                  <a:gd name="T9" fmla="*/ 0 h 77"/>
                  <a:gd name="T10" fmla="*/ 28 w 84"/>
                  <a:gd name="T11" fmla="*/ 1 h 77"/>
                  <a:gd name="T12" fmla="*/ 17 w 84"/>
                  <a:gd name="T13" fmla="*/ 11 h 77"/>
                  <a:gd name="T14" fmla="*/ 2 w 84"/>
                  <a:gd name="T15" fmla="*/ 56 h 77"/>
                  <a:gd name="T16" fmla="*/ 5 w 84"/>
                  <a:gd name="T17" fmla="*/ 72 h 77"/>
                  <a:gd name="T18" fmla="*/ 17 w 84"/>
                  <a:gd name="T19" fmla="*/ 77 h 77"/>
                  <a:gd name="T20" fmla="*/ 20 w 84"/>
                  <a:gd name="T21" fmla="*/ 76 h 77"/>
                  <a:gd name="T22" fmla="*/ 71 w 84"/>
                  <a:gd name="T23" fmla="*/ 65 h 77"/>
                  <a:gd name="T24" fmla="*/ 83 w 84"/>
                  <a:gd name="T25" fmla="*/ 54 h 77"/>
                  <a:gd name="T26" fmla="*/ 78 w 84"/>
                  <a:gd name="T27" fmla="*/ 38 h 77"/>
                  <a:gd name="T28" fmla="*/ 43 w 84"/>
                  <a:gd name="T29" fmla="*/ 5 h 77"/>
                  <a:gd name="T30" fmla="*/ 32 w 84"/>
                  <a:gd name="T3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77">
                    <a:moveTo>
                      <a:pt x="32" y="16"/>
                    </a:moveTo>
                    <a:cubicBezTo>
                      <a:pt x="67" y="50"/>
                      <a:pt x="67" y="50"/>
                      <a:pt x="67" y="50"/>
                    </a:cubicBezTo>
                    <a:cubicBezTo>
                      <a:pt x="17" y="61"/>
                      <a:pt x="17" y="61"/>
                      <a:pt x="17" y="61"/>
                    </a:cubicBezTo>
                    <a:cubicBezTo>
                      <a:pt x="32" y="16"/>
                      <a:pt x="32" y="16"/>
                      <a:pt x="32" y="16"/>
                    </a:cubicBezTo>
                    <a:moveTo>
                      <a:pt x="32" y="0"/>
                    </a:moveTo>
                    <a:cubicBezTo>
                      <a:pt x="31" y="0"/>
                      <a:pt x="29" y="0"/>
                      <a:pt x="28" y="1"/>
                    </a:cubicBezTo>
                    <a:cubicBezTo>
                      <a:pt x="23" y="2"/>
                      <a:pt x="18" y="6"/>
                      <a:pt x="17" y="11"/>
                    </a:cubicBezTo>
                    <a:cubicBezTo>
                      <a:pt x="2" y="56"/>
                      <a:pt x="2" y="56"/>
                      <a:pt x="2" y="56"/>
                    </a:cubicBezTo>
                    <a:cubicBezTo>
                      <a:pt x="0" y="61"/>
                      <a:pt x="1" y="67"/>
                      <a:pt x="5" y="72"/>
                    </a:cubicBezTo>
                    <a:cubicBezTo>
                      <a:pt x="8" y="75"/>
                      <a:pt x="12" y="77"/>
                      <a:pt x="17" y="77"/>
                    </a:cubicBezTo>
                    <a:cubicBezTo>
                      <a:pt x="18" y="77"/>
                      <a:pt x="19" y="77"/>
                      <a:pt x="20" y="76"/>
                    </a:cubicBezTo>
                    <a:cubicBezTo>
                      <a:pt x="71" y="65"/>
                      <a:pt x="71" y="65"/>
                      <a:pt x="71" y="65"/>
                    </a:cubicBezTo>
                    <a:cubicBezTo>
                      <a:pt x="77" y="64"/>
                      <a:pt x="81" y="59"/>
                      <a:pt x="83" y="54"/>
                    </a:cubicBezTo>
                    <a:cubicBezTo>
                      <a:pt x="84" y="48"/>
                      <a:pt x="83" y="42"/>
                      <a:pt x="78" y="38"/>
                    </a:cubicBezTo>
                    <a:cubicBezTo>
                      <a:pt x="43" y="5"/>
                      <a:pt x="43" y="5"/>
                      <a:pt x="43" y="5"/>
                    </a:cubicBezTo>
                    <a:cubicBezTo>
                      <a:pt x="40" y="2"/>
                      <a:pt x="36" y="0"/>
                      <a:pt x="32"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7" name="Freeform 25">
                <a:extLst>
                  <a:ext uri="{FF2B5EF4-FFF2-40B4-BE49-F238E27FC236}">
                    <a16:creationId xmlns:a16="http://schemas.microsoft.com/office/drawing/2014/main" id="{024383A2-15A9-46AB-9836-B440A160DEB9}"/>
                  </a:ext>
                </a:extLst>
              </p:cNvPr>
              <p:cNvSpPr>
                <a:spLocks/>
              </p:cNvSpPr>
              <p:nvPr/>
            </p:nvSpPr>
            <p:spPr bwMode="auto">
              <a:xfrm>
                <a:off x="1371545" y="3642225"/>
                <a:ext cx="69249" cy="148163"/>
              </a:xfrm>
              <a:custGeom>
                <a:avLst/>
                <a:gdLst>
                  <a:gd name="T0" fmla="*/ 0 w 43"/>
                  <a:gd name="T1" fmla="*/ 0 h 92"/>
                  <a:gd name="T2" fmla="*/ 43 w 43"/>
                  <a:gd name="T3" fmla="*/ 0 h 92"/>
                  <a:gd name="T4" fmla="*/ 43 w 43"/>
                  <a:gd name="T5" fmla="*/ 92 h 92"/>
                  <a:gd name="T6" fmla="*/ 0 w 43"/>
                  <a:gd name="T7" fmla="*/ 92 h 92"/>
                  <a:gd name="T8" fmla="*/ 0 w 43"/>
                  <a:gd name="T9" fmla="*/ 0 h 92"/>
                  <a:gd name="T10" fmla="*/ 0 w 43"/>
                  <a:gd name="T11" fmla="*/ 0 h 92"/>
                </a:gdLst>
                <a:ahLst/>
                <a:cxnLst>
                  <a:cxn ang="0">
                    <a:pos x="T0" y="T1"/>
                  </a:cxn>
                  <a:cxn ang="0">
                    <a:pos x="T2" y="T3"/>
                  </a:cxn>
                  <a:cxn ang="0">
                    <a:pos x="T4" y="T5"/>
                  </a:cxn>
                  <a:cxn ang="0">
                    <a:pos x="T6" y="T7"/>
                  </a:cxn>
                  <a:cxn ang="0">
                    <a:pos x="T8" y="T9"/>
                  </a:cxn>
                  <a:cxn ang="0">
                    <a:pos x="T10" y="T11"/>
                  </a:cxn>
                </a:cxnLst>
                <a:rect l="0" t="0" r="r" b="b"/>
                <a:pathLst>
                  <a:path w="43" h="92">
                    <a:moveTo>
                      <a:pt x="0" y="0"/>
                    </a:moveTo>
                    <a:lnTo>
                      <a:pt x="43" y="0"/>
                    </a:lnTo>
                    <a:lnTo>
                      <a:pt x="43" y="92"/>
                    </a:lnTo>
                    <a:lnTo>
                      <a:pt x="0" y="92"/>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8" name="Freeform 26">
                <a:extLst>
                  <a:ext uri="{FF2B5EF4-FFF2-40B4-BE49-F238E27FC236}">
                    <a16:creationId xmlns:a16="http://schemas.microsoft.com/office/drawing/2014/main" id="{CBBC424F-E267-4294-AC7B-C2A365F10E51}"/>
                  </a:ext>
                </a:extLst>
              </p:cNvPr>
              <p:cNvSpPr>
                <a:spLocks/>
              </p:cNvSpPr>
              <p:nvPr/>
            </p:nvSpPr>
            <p:spPr bwMode="auto">
              <a:xfrm>
                <a:off x="1371545" y="3642225"/>
                <a:ext cx="156215" cy="59588"/>
              </a:xfrm>
              <a:custGeom>
                <a:avLst/>
                <a:gdLst>
                  <a:gd name="T0" fmla="*/ 0 w 97"/>
                  <a:gd name="T1" fmla="*/ 0 h 37"/>
                  <a:gd name="T2" fmla="*/ 97 w 97"/>
                  <a:gd name="T3" fmla="*/ 0 h 37"/>
                  <a:gd name="T4" fmla="*/ 97 w 97"/>
                  <a:gd name="T5" fmla="*/ 37 h 37"/>
                  <a:gd name="T6" fmla="*/ 0 w 97"/>
                  <a:gd name="T7" fmla="*/ 37 h 37"/>
                  <a:gd name="T8" fmla="*/ 0 w 97"/>
                  <a:gd name="T9" fmla="*/ 0 h 37"/>
                  <a:gd name="T10" fmla="*/ 0 w 97"/>
                  <a:gd name="T11" fmla="*/ 0 h 37"/>
                </a:gdLst>
                <a:ahLst/>
                <a:cxnLst>
                  <a:cxn ang="0">
                    <a:pos x="T0" y="T1"/>
                  </a:cxn>
                  <a:cxn ang="0">
                    <a:pos x="T2" y="T3"/>
                  </a:cxn>
                  <a:cxn ang="0">
                    <a:pos x="T4" y="T5"/>
                  </a:cxn>
                  <a:cxn ang="0">
                    <a:pos x="T6" y="T7"/>
                  </a:cxn>
                  <a:cxn ang="0">
                    <a:pos x="T8" y="T9"/>
                  </a:cxn>
                  <a:cxn ang="0">
                    <a:pos x="T10" y="T11"/>
                  </a:cxn>
                </a:cxnLst>
                <a:rect l="0" t="0" r="r" b="b"/>
                <a:pathLst>
                  <a:path w="97" h="37">
                    <a:moveTo>
                      <a:pt x="0" y="0"/>
                    </a:moveTo>
                    <a:lnTo>
                      <a:pt x="97" y="0"/>
                    </a:lnTo>
                    <a:lnTo>
                      <a:pt x="97" y="37"/>
                    </a:lnTo>
                    <a:lnTo>
                      <a:pt x="0" y="37"/>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9" name="Freeform 27">
                <a:extLst>
                  <a:ext uri="{FF2B5EF4-FFF2-40B4-BE49-F238E27FC236}">
                    <a16:creationId xmlns:a16="http://schemas.microsoft.com/office/drawing/2014/main" id="{E10F5550-7A5C-4D04-AF81-314FA07D9743}"/>
                  </a:ext>
                </a:extLst>
              </p:cNvPr>
              <p:cNvSpPr>
                <a:spLocks/>
              </p:cNvSpPr>
              <p:nvPr/>
            </p:nvSpPr>
            <p:spPr bwMode="auto">
              <a:xfrm>
                <a:off x="1622777" y="3642225"/>
                <a:ext cx="161046" cy="59588"/>
              </a:xfrm>
              <a:custGeom>
                <a:avLst/>
                <a:gdLst>
                  <a:gd name="T0" fmla="*/ 0 w 100"/>
                  <a:gd name="T1" fmla="*/ 37 h 37"/>
                  <a:gd name="T2" fmla="*/ 0 w 100"/>
                  <a:gd name="T3" fmla="*/ 0 h 37"/>
                  <a:gd name="T4" fmla="*/ 100 w 100"/>
                  <a:gd name="T5" fmla="*/ 0 h 37"/>
                  <a:gd name="T6" fmla="*/ 64 w 100"/>
                  <a:gd name="T7" fmla="*/ 37 h 37"/>
                  <a:gd name="T8" fmla="*/ 0 w 100"/>
                  <a:gd name="T9" fmla="*/ 37 h 37"/>
                  <a:gd name="T10" fmla="*/ 0 w 100"/>
                  <a:gd name="T11" fmla="*/ 37 h 37"/>
                  <a:gd name="T12" fmla="*/ 0 w 100"/>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100" h="37">
                    <a:moveTo>
                      <a:pt x="0" y="37"/>
                    </a:moveTo>
                    <a:lnTo>
                      <a:pt x="0" y="0"/>
                    </a:lnTo>
                    <a:lnTo>
                      <a:pt x="100" y="0"/>
                    </a:lnTo>
                    <a:lnTo>
                      <a:pt x="64" y="37"/>
                    </a:lnTo>
                    <a:lnTo>
                      <a:pt x="0" y="37"/>
                    </a:lnTo>
                    <a:lnTo>
                      <a:pt x="0" y="37"/>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0" name="Freeform 28">
                <a:extLst>
                  <a:ext uri="{FF2B5EF4-FFF2-40B4-BE49-F238E27FC236}">
                    <a16:creationId xmlns:a16="http://schemas.microsoft.com/office/drawing/2014/main" id="{C84E9659-ABE6-4728-B9E2-CF1DABABE7FE}"/>
                  </a:ext>
                </a:extLst>
              </p:cNvPr>
              <p:cNvSpPr>
                <a:spLocks/>
              </p:cNvSpPr>
              <p:nvPr/>
            </p:nvSpPr>
            <p:spPr bwMode="auto">
              <a:xfrm>
                <a:off x="1622777" y="4212330"/>
                <a:ext cx="161046" cy="72471"/>
              </a:xfrm>
              <a:custGeom>
                <a:avLst/>
                <a:gdLst>
                  <a:gd name="T0" fmla="*/ 0 w 100"/>
                  <a:gd name="T1" fmla="*/ 0 h 45"/>
                  <a:gd name="T2" fmla="*/ 100 w 100"/>
                  <a:gd name="T3" fmla="*/ 0 h 45"/>
                  <a:gd name="T4" fmla="*/ 100 w 100"/>
                  <a:gd name="T5" fmla="*/ 45 h 45"/>
                  <a:gd name="T6" fmla="*/ 0 w 100"/>
                  <a:gd name="T7" fmla="*/ 45 h 45"/>
                  <a:gd name="T8" fmla="*/ 0 w 100"/>
                  <a:gd name="T9" fmla="*/ 0 h 45"/>
                  <a:gd name="T10" fmla="*/ 0 w 100"/>
                  <a:gd name="T11" fmla="*/ 0 h 45"/>
                </a:gdLst>
                <a:ahLst/>
                <a:cxnLst>
                  <a:cxn ang="0">
                    <a:pos x="T0" y="T1"/>
                  </a:cxn>
                  <a:cxn ang="0">
                    <a:pos x="T2" y="T3"/>
                  </a:cxn>
                  <a:cxn ang="0">
                    <a:pos x="T4" y="T5"/>
                  </a:cxn>
                  <a:cxn ang="0">
                    <a:pos x="T6" y="T7"/>
                  </a:cxn>
                  <a:cxn ang="0">
                    <a:pos x="T8" y="T9"/>
                  </a:cxn>
                  <a:cxn ang="0">
                    <a:pos x="T10" y="T11"/>
                  </a:cxn>
                </a:cxnLst>
                <a:rect l="0" t="0" r="r" b="b"/>
                <a:pathLst>
                  <a:path w="100" h="45">
                    <a:moveTo>
                      <a:pt x="0" y="0"/>
                    </a:moveTo>
                    <a:lnTo>
                      <a:pt x="100" y="0"/>
                    </a:lnTo>
                    <a:lnTo>
                      <a:pt x="100"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1" name="Freeform 29">
                <a:extLst>
                  <a:ext uri="{FF2B5EF4-FFF2-40B4-BE49-F238E27FC236}">
                    <a16:creationId xmlns:a16="http://schemas.microsoft.com/office/drawing/2014/main" id="{916FD9E1-4B27-47DC-BD7B-069CB432303C}"/>
                  </a:ext>
                </a:extLst>
              </p:cNvPr>
              <p:cNvSpPr>
                <a:spLocks/>
              </p:cNvSpPr>
              <p:nvPr/>
            </p:nvSpPr>
            <p:spPr bwMode="auto">
              <a:xfrm>
                <a:off x="1371545"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2" name="Freeform 30">
                <a:extLst>
                  <a:ext uri="{FF2B5EF4-FFF2-40B4-BE49-F238E27FC236}">
                    <a16:creationId xmlns:a16="http://schemas.microsoft.com/office/drawing/2014/main" id="{B4BE53A6-C202-4DAE-812F-04AC26C7D3EF}"/>
                  </a:ext>
                </a:extLst>
              </p:cNvPr>
              <p:cNvSpPr>
                <a:spLocks/>
              </p:cNvSpPr>
              <p:nvPr/>
            </p:nvSpPr>
            <p:spPr bwMode="auto">
              <a:xfrm>
                <a:off x="1371545"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3" name="Freeform 31">
                <a:extLst>
                  <a:ext uri="{FF2B5EF4-FFF2-40B4-BE49-F238E27FC236}">
                    <a16:creationId xmlns:a16="http://schemas.microsoft.com/office/drawing/2014/main" id="{F246C574-3DC7-4E89-8F0D-9001EDC8B76B}"/>
                  </a:ext>
                </a:extLst>
              </p:cNvPr>
              <p:cNvSpPr>
                <a:spLocks/>
              </p:cNvSpPr>
              <p:nvPr/>
            </p:nvSpPr>
            <p:spPr bwMode="auto">
              <a:xfrm>
                <a:off x="1371545"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4" name="Freeform 32">
                <a:extLst>
                  <a:ext uri="{FF2B5EF4-FFF2-40B4-BE49-F238E27FC236}">
                    <a16:creationId xmlns:a16="http://schemas.microsoft.com/office/drawing/2014/main" id="{BB0DA318-2CD7-4778-97E0-E0DF3F1EDECE}"/>
                  </a:ext>
                </a:extLst>
              </p:cNvPr>
              <p:cNvSpPr>
                <a:spLocks/>
              </p:cNvSpPr>
              <p:nvPr/>
            </p:nvSpPr>
            <p:spPr bwMode="auto">
              <a:xfrm>
                <a:off x="1969027"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5" name="Freeform 33">
                <a:extLst>
                  <a:ext uri="{FF2B5EF4-FFF2-40B4-BE49-F238E27FC236}">
                    <a16:creationId xmlns:a16="http://schemas.microsoft.com/office/drawing/2014/main" id="{A1AF9A78-9612-4282-8B72-B07DA777B19E}"/>
                  </a:ext>
                </a:extLst>
              </p:cNvPr>
              <p:cNvSpPr>
                <a:spLocks/>
              </p:cNvSpPr>
              <p:nvPr/>
            </p:nvSpPr>
            <p:spPr bwMode="auto">
              <a:xfrm>
                <a:off x="1882062"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6" name="Freeform 34">
                <a:extLst>
                  <a:ext uri="{FF2B5EF4-FFF2-40B4-BE49-F238E27FC236}">
                    <a16:creationId xmlns:a16="http://schemas.microsoft.com/office/drawing/2014/main" id="{5942A584-5791-42D4-BE98-AA5043743485}"/>
                  </a:ext>
                </a:extLst>
              </p:cNvPr>
              <p:cNvSpPr>
                <a:spLocks/>
              </p:cNvSpPr>
              <p:nvPr/>
            </p:nvSpPr>
            <p:spPr bwMode="auto">
              <a:xfrm>
                <a:off x="1969027"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7" name="Freeform 35">
                <a:extLst>
                  <a:ext uri="{FF2B5EF4-FFF2-40B4-BE49-F238E27FC236}">
                    <a16:creationId xmlns:a16="http://schemas.microsoft.com/office/drawing/2014/main" id="{6FEBF141-B9BB-46D8-8EAC-1E8BE7F3F09B}"/>
                  </a:ext>
                </a:extLst>
              </p:cNvPr>
              <p:cNvSpPr>
                <a:spLocks/>
              </p:cNvSpPr>
              <p:nvPr/>
            </p:nvSpPr>
            <p:spPr bwMode="auto">
              <a:xfrm>
                <a:off x="1725847" y="3466684"/>
                <a:ext cx="468645" cy="471867"/>
              </a:xfrm>
              <a:custGeom>
                <a:avLst/>
                <a:gdLst>
                  <a:gd name="T0" fmla="*/ 208 w 291"/>
                  <a:gd name="T1" fmla="*/ 0 h 293"/>
                  <a:gd name="T2" fmla="*/ 0 w 291"/>
                  <a:gd name="T3" fmla="*/ 196 h 293"/>
                  <a:gd name="T4" fmla="*/ 92 w 291"/>
                  <a:gd name="T5" fmla="*/ 293 h 293"/>
                  <a:gd name="T6" fmla="*/ 291 w 291"/>
                  <a:gd name="T7" fmla="*/ 94 h 293"/>
                  <a:gd name="T8" fmla="*/ 208 w 291"/>
                  <a:gd name="T9" fmla="*/ 0 h 293"/>
                  <a:gd name="T10" fmla="*/ 208 w 291"/>
                  <a:gd name="T11" fmla="*/ 0 h 293"/>
                  <a:gd name="T12" fmla="*/ 208 w 291"/>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91" h="293">
                    <a:moveTo>
                      <a:pt x="208" y="0"/>
                    </a:moveTo>
                    <a:lnTo>
                      <a:pt x="0" y="196"/>
                    </a:lnTo>
                    <a:lnTo>
                      <a:pt x="92" y="293"/>
                    </a:lnTo>
                    <a:lnTo>
                      <a:pt x="291" y="94"/>
                    </a:lnTo>
                    <a:lnTo>
                      <a:pt x="208" y="0"/>
                    </a:lnTo>
                    <a:lnTo>
                      <a:pt x="208" y="0"/>
                    </a:lnTo>
                    <a:lnTo>
                      <a:pt x="20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8" name="Freeform 36">
                <a:extLst>
                  <a:ext uri="{FF2B5EF4-FFF2-40B4-BE49-F238E27FC236}">
                    <a16:creationId xmlns:a16="http://schemas.microsoft.com/office/drawing/2014/main" id="{8E06B4B8-B73A-41C4-BC84-349F7E2A0913}"/>
                  </a:ext>
                </a:extLst>
              </p:cNvPr>
              <p:cNvSpPr>
                <a:spLocks/>
              </p:cNvSpPr>
              <p:nvPr/>
            </p:nvSpPr>
            <p:spPr bwMode="auto">
              <a:xfrm>
                <a:off x="1619556" y="3849975"/>
                <a:ext cx="190035" cy="172320"/>
              </a:xfrm>
              <a:custGeom>
                <a:avLst/>
                <a:gdLst>
                  <a:gd name="T0" fmla="*/ 35 w 118"/>
                  <a:gd name="T1" fmla="*/ 0 h 107"/>
                  <a:gd name="T2" fmla="*/ 0 w 118"/>
                  <a:gd name="T3" fmla="*/ 107 h 107"/>
                  <a:gd name="T4" fmla="*/ 118 w 118"/>
                  <a:gd name="T5" fmla="*/ 81 h 107"/>
                  <a:gd name="T6" fmla="*/ 35 w 118"/>
                  <a:gd name="T7" fmla="*/ 0 h 107"/>
                  <a:gd name="T8" fmla="*/ 35 w 118"/>
                  <a:gd name="T9" fmla="*/ 0 h 107"/>
                  <a:gd name="T10" fmla="*/ 35 w 118"/>
                  <a:gd name="T11" fmla="*/ 0 h 107"/>
                </a:gdLst>
                <a:ahLst/>
                <a:cxnLst>
                  <a:cxn ang="0">
                    <a:pos x="T0" y="T1"/>
                  </a:cxn>
                  <a:cxn ang="0">
                    <a:pos x="T2" y="T3"/>
                  </a:cxn>
                  <a:cxn ang="0">
                    <a:pos x="T4" y="T5"/>
                  </a:cxn>
                  <a:cxn ang="0">
                    <a:pos x="T6" y="T7"/>
                  </a:cxn>
                  <a:cxn ang="0">
                    <a:pos x="T8" y="T9"/>
                  </a:cxn>
                  <a:cxn ang="0">
                    <a:pos x="T10" y="T11"/>
                  </a:cxn>
                </a:cxnLst>
                <a:rect l="0" t="0" r="r" b="b"/>
                <a:pathLst>
                  <a:path w="118" h="107">
                    <a:moveTo>
                      <a:pt x="35" y="0"/>
                    </a:moveTo>
                    <a:lnTo>
                      <a:pt x="0" y="107"/>
                    </a:lnTo>
                    <a:lnTo>
                      <a:pt x="118" y="81"/>
                    </a:lnTo>
                    <a:lnTo>
                      <a:pt x="35" y="0"/>
                    </a:lnTo>
                    <a:lnTo>
                      <a:pt x="35" y="0"/>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7C93031B-F06C-433E-87D1-6F0F3294C852}"/>
                  </a:ext>
                </a:extLst>
              </p:cNvPr>
              <p:cNvSpPr txBox="1"/>
              <p:nvPr/>
            </p:nvSpPr>
            <p:spPr>
              <a:xfrm>
                <a:off x="1243062" y="3336196"/>
                <a:ext cx="10723513" cy="6937733"/>
              </a:xfrm>
              <a:prstGeom prst="rect">
                <a:avLst/>
              </a:prstGeom>
              <a:noFill/>
            </p:spPr>
            <p:txBody>
              <a:bodyPr wrap="square">
                <a:spAutoFit/>
              </a:bodyPr>
              <a:lstStyle/>
              <a:p>
                <a:pPr lvl="0" algn="just">
                  <a:lnSpc>
                    <a:spcPct val="107000"/>
                  </a:lnSpc>
                  <a:spcBef>
                    <a:spcPts val="200"/>
                  </a:spcBef>
                  <a:spcAft>
                    <a:spcPts val="200"/>
                  </a:spcAft>
                  <a:defRPr/>
                </a:pPr>
                <a:r>
                  <a:rPr lang="en-US" sz="4800" b="1">
                    <a:latin typeface="Tahoma" panose="020B0604030504040204" pitchFamily="34" charset="0"/>
                    <a:ea typeface="Tahoma" panose="020B0604030504040204" pitchFamily="34" charset="0"/>
                    <a:cs typeface="Tahoma" panose="020B0604030504040204" pitchFamily="34" charset="0"/>
                  </a:rPr>
                  <a:t>Trong các câu sau, câu nào là mệnh đề? Câu nào không phải là mệnh đề?</a:t>
                </a:r>
              </a:p>
              <a:p>
                <a:r>
                  <a:rPr lang="en-US" sz="4800" b="1">
                    <a:latin typeface="Tahoma" panose="020B0604030504040204" pitchFamily="34" charset="0"/>
                    <a:ea typeface="Tahoma" panose="020B0604030504040204" pitchFamily="34" charset="0"/>
                    <a:cs typeface="Tahoma" panose="020B0604030504040204" pitchFamily="34" charset="0"/>
                  </a:rPr>
                  <a:t>a) Phương trình </a:t>
                </a:r>
                <a14:m>
                  <m:oMath xmlns:m="http://schemas.openxmlformats.org/officeDocument/2006/math">
                    <m:r>
                      <a:rPr lang="en-US" sz="4800" b="1" i="1">
                        <a:latin typeface="Cambria Math" panose="02040503050406030204" pitchFamily="18" charset="0"/>
                      </a:rPr>
                      <m:t>𝟑</m:t>
                    </m:r>
                    <m:sSup>
                      <m:sSupPr>
                        <m:ctrlPr>
                          <a:rPr lang="en-US" sz="4800" b="1" i="1">
                            <a:latin typeface="Cambria Math" panose="02040503050406030204" pitchFamily="18" charset="0"/>
                          </a:rPr>
                        </m:ctrlPr>
                      </m:sSupPr>
                      <m:e>
                        <m:r>
                          <a:rPr lang="en-US" sz="4800" b="1" i="1">
                            <a:latin typeface="Cambria Math" panose="02040503050406030204" pitchFamily="18" charset="0"/>
                          </a:rPr>
                          <m:t>𝒙</m:t>
                        </m:r>
                      </m:e>
                      <m:sup>
                        <m:r>
                          <a:rPr lang="en-US" sz="4800" b="1" i="1">
                            <a:latin typeface="Cambria Math" panose="02040503050406030204" pitchFamily="18" charset="0"/>
                          </a:rPr>
                          <m:t>𝟐</m:t>
                        </m:r>
                      </m:sup>
                    </m:sSup>
                    <m:r>
                      <a:rPr lang="en-US" sz="4800" b="1" i="1">
                        <a:latin typeface="Cambria Math" panose="02040503050406030204" pitchFamily="18" charset="0"/>
                      </a:rPr>
                      <m:t>−</m:t>
                    </m:r>
                    <m:r>
                      <a:rPr lang="en-US" sz="4800" b="1" i="1">
                        <a:latin typeface="Cambria Math" panose="02040503050406030204" pitchFamily="18" charset="0"/>
                      </a:rPr>
                      <m:t>𝟓</m:t>
                    </m:r>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𝟎</m:t>
                    </m:r>
                  </m:oMath>
                </a14:m>
                <a:r>
                  <a:rPr lang="en-US" sz="4800" b="1">
                    <a:latin typeface="Tahoma" panose="020B0604030504040204" pitchFamily="34" charset="0"/>
                    <a:ea typeface="Tahoma" panose="020B0604030504040204" pitchFamily="34" charset="0"/>
                    <a:cs typeface="Tahoma" panose="020B0604030504040204" pitchFamily="34" charset="0"/>
                  </a:rPr>
                  <a:t> có nghiệm nguyên;</a:t>
                </a:r>
              </a:p>
              <a:p>
                <a:r>
                  <a:rPr lang="en-US" sz="4800" b="1">
                    <a:latin typeface="Tahoma" panose="020B0604030504040204" pitchFamily="34" charset="0"/>
                    <a:ea typeface="Tahoma" panose="020B0604030504040204" pitchFamily="34" charset="0"/>
                    <a:cs typeface="Tahoma" panose="020B0604030504040204" pitchFamily="34" charset="0"/>
                  </a:rPr>
                  <a:t>b) </a:t>
                </a:r>
                <a14:m>
                  <m:oMath xmlns:m="http://schemas.openxmlformats.org/officeDocument/2006/math">
                    <m:r>
                      <a:rPr lang="en-US" sz="4800" b="1" i="1">
                        <a:latin typeface="Cambria Math" panose="02040503050406030204" pitchFamily="18" charset="0"/>
                      </a:rPr>
                      <m:t>𝟓</m:t>
                    </m:r>
                    <m:r>
                      <a:rPr lang="en-US" sz="4800" b="1" i="1">
                        <a:latin typeface="Cambria Math" panose="02040503050406030204" pitchFamily="18" charset="0"/>
                      </a:rPr>
                      <m:t>&lt;</m:t>
                    </m:r>
                    <m:r>
                      <a:rPr lang="en-US" sz="4800" b="1" i="1">
                        <a:latin typeface="Cambria Math" panose="02040503050406030204" pitchFamily="18" charset="0"/>
                      </a:rPr>
                      <m:t>𝟕</m:t>
                    </m:r>
                    <m:r>
                      <a:rPr lang="en-US" sz="4800" b="1" i="1">
                        <a:latin typeface="Cambria Math" panose="02040503050406030204" pitchFamily="18" charset="0"/>
                      </a:rPr>
                      <m:t>−</m:t>
                    </m:r>
                    <m:r>
                      <a:rPr lang="en-US" sz="4800" b="1" i="1">
                        <a:latin typeface="Cambria Math" panose="02040503050406030204" pitchFamily="18" charset="0"/>
                      </a:rPr>
                      <m:t>𝟑</m:t>
                    </m:r>
                  </m:oMath>
                </a14:m>
                <a:r>
                  <a:rPr lang="en-US" sz="4800" b="1">
                    <a:latin typeface="Tahoma" panose="020B0604030504040204" pitchFamily="34" charset="0"/>
                    <a:ea typeface="Tahoma" panose="020B0604030504040204" pitchFamily="34" charset="0"/>
                    <a:cs typeface="Tahoma" panose="020B0604030504040204" pitchFamily="34" charset="0"/>
                  </a:rPr>
                  <a:t>;</a:t>
                </a:r>
              </a:p>
              <a:p>
                <a:r>
                  <a:rPr lang="en-US" sz="4800" b="1">
                    <a:latin typeface="Tahoma" panose="020B0604030504040204" pitchFamily="34" charset="0"/>
                    <a:ea typeface="Tahoma" panose="020B0604030504040204" pitchFamily="34" charset="0"/>
                    <a:cs typeface="Tahoma" panose="020B0604030504040204" pitchFamily="34" charset="0"/>
                  </a:rPr>
                  <a:t>c) Có bao nhiêu dấu hiệu nhận biết hai tam giác đồng dạng ?</a:t>
                </a:r>
              </a:p>
              <a:p>
                <a:r>
                  <a:rPr lang="en-US" sz="4800" b="1">
                    <a:latin typeface="Tahoma" panose="020B0604030504040204" pitchFamily="34" charset="0"/>
                    <a:ea typeface="Tahoma" panose="020B0604030504040204" pitchFamily="34" charset="0"/>
                    <a:cs typeface="Tahoma" panose="020B0604030504040204" pitchFamily="34" charset="0"/>
                  </a:rPr>
                  <a:t>d) Đấy là cách xử lí khôn ngoan!</a:t>
                </a:r>
              </a:p>
            </p:txBody>
          </p:sp>
        </mc:Choice>
        <mc:Fallback xmlns="">
          <p:sp>
            <p:nvSpPr>
              <p:cNvPr id="79" name="TextBox 78">
                <a:extLst>
                  <a:ext uri="{FF2B5EF4-FFF2-40B4-BE49-F238E27FC236}">
                    <a16:creationId xmlns:a16="http://schemas.microsoft.com/office/drawing/2014/main" id="{7C93031B-F06C-433E-87D1-6F0F3294C852}"/>
                  </a:ext>
                </a:extLst>
              </p:cNvPr>
              <p:cNvSpPr txBox="1">
                <a:spLocks noRot="1" noChangeAspect="1" noMove="1" noResize="1" noEditPoints="1" noAdjustHandles="1" noChangeArrowheads="1" noChangeShapeType="1" noTextEdit="1"/>
              </p:cNvSpPr>
              <p:nvPr/>
            </p:nvSpPr>
            <p:spPr>
              <a:xfrm>
                <a:off x="1243062" y="3336196"/>
                <a:ext cx="10723513" cy="6937733"/>
              </a:xfrm>
              <a:prstGeom prst="rect">
                <a:avLst/>
              </a:prstGeom>
              <a:blipFill>
                <a:blip r:embed="rId4"/>
                <a:stretch>
                  <a:fillRect l="-2615" t="-2285" r="-2558" b="-3779"/>
                </a:stretch>
              </a:blipFill>
            </p:spPr>
            <p:txBody>
              <a:bodyPr/>
              <a:lstStyle/>
              <a:p>
                <a:r>
                  <a:rPr lang="en-US">
                    <a:noFill/>
                  </a:rPr>
                  <a:t> </a:t>
                </a:r>
              </a:p>
            </p:txBody>
          </p:sp>
        </mc:Fallback>
      </mc:AlternateContent>
      <p:sp>
        <p:nvSpPr>
          <p:cNvPr id="80" name="Rounded Rectangle 4">
            <a:extLst>
              <a:ext uri="{FF2B5EF4-FFF2-40B4-BE49-F238E27FC236}">
                <a16:creationId xmlns:a16="http://schemas.microsoft.com/office/drawing/2014/main" id="{60BF75B9-8E5D-4526-9D50-2E9BBC426B2C}"/>
              </a:ext>
            </a:extLst>
          </p:cNvPr>
          <p:cNvSpPr/>
          <p:nvPr/>
        </p:nvSpPr>
        <p:spPr>
          <a:xfrm>
            <a:off x="12192000" y="2852795"/>
            <a:ext cx="11136219" cy="8148111"/>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99FF99"/>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81" name="Group 80">
            <a:extLst>
              <a:ext uri="{FF2B5EF4-FFF2-40B4-BE49-F238E27FC236}">
                <a16:creationId xmlns:a16="http://schemas.microsoft.com/office/drawing/2014/main" id="{FC8842BF-BD13-47EC-A01B-D5CB2E509824}"/>
              </a:ext>
            </a:extLst>
          </p:cNvPr>
          <p:cNvGrpSpPr/>
          <p:nvPr/>
        </p:nvGrpSpPr>
        <p:grpSpPr>
          <a:xfrm>
            <a:off x="12725403" y="2514600"/>
            <a:ext cx="3600000" cy="828000"/>
            <a:chOff x="1275608" y="6322796"/>
            <a:chExt cx="3572909" cy="828631"/>
          </a:xfrm>
        </p:grpSpPr>
        <p:sp>
          <p:nvSpPr>
            <p:cNvPr id="82" name="Freeform 20">
              <a:extLst>
                <a:ext uri="{FF2B5EF4-FFF2-40B4-BE49-F238E27FC236}">
                  <a16:creationId xmlns:a16="http://schemas.microsoft.com/office/drawing/2014/main" id="{9DCB7188-C5D1-4562-B7E9-036039AD40E7}"/>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3" name="TextBox 82">
              <a:extLst>
                <a:ext uri="{FF2B5EF4-FFF2-40B4-BE49-F238E27FC236}">
                  <a16:creationId xmlns:a16="http://schemas.microsoft.com/office/drawing/2014/main" id="{3C5BC4FA-BAB5-4E66-A1A7-2C39A80EA8B6}"/>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84" name="Round Diagonal Corner Rectangle 8">
              <a:extLst>
                <a:ext uri="{FF2B5EF4-FFF2-40B4-BE49-F238E27FC236}">
                  <a16:creationId xmlns:a16="http://schemas.microsoft.com/office/drawing/2014/main" id="{DD02836A-CB9D-49AF-9B43-E2AE37577D4F}"/>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5" name="Freeform 9">
              <a:extLst>
                <a:ext uri="{FF2B5EF4-FFF2-40B4-BE49-F238E27FC236}">
                  <a16:creationId xmlns:a16="http://schemas.microsoft.com/office/drawing/2014/main" id="{F1DAE37F-C02F-41A4-AB7C-15856E498EB4}"/>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86" name="Rectangle 85">
                <a:extLst>
                  <a:ext uri="{FF2B5EF4-FFF2-40B4-BE49-F238E27FC236}">
                    <a16:creationId xmlns:a16="http://schemas.microsoft.com/office/drawing/2014/main" id="{AC37888B-97E9-42E3-82BD-29595758137A}"/>
                  </a:ext>
                </a:extLst>
              </p:cNvPr>
              <p:cNvSpPr/>
              <p:nvPr/>
            </p:nvSpPr>
            <p:spPr>
              <a:xfrm>
                <a:off x="12496800" y="3505200"/>
                <a:ext cx="11187953" cy="7495706"/>
              </a:xfrm>
              <a:prstGeom prst="rect">
                <a:avLst/>
              </a:prstGeom>
            </p:spPr>
            <p:txBody>
              <a:bodyPr wrap="square">
                <a:spAutoFit/>
              </a:bodyPr>
              <a:lstStyle/>
              <a:p>
                <a:r>
                  <a:rPr lang="en-US" sz="4800" b="1" dirty="0" err="1">
                    <a:latin typeface="Tahoma" panose="020B0604030504040204" pitchFamily="34" charset="0"/>
                    <a:ea typeface="Tahoma" panose="020B0604030504040204" pitchFamily="34" charset="0"/>
                    <a:cs typeface="Tahoma" panose="020B0604030504040204" pitchFamily="34" charset="0"/>
                  </a:rPr>
                  <a:t>Vì</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phương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trình</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𝟑</m:t>
                    </m:r>
                    <m:sSup>
                      <m:sSupPr>
                        <m:ctrlPr>
                          <a:rPr lang="en-US" sz="4800" b="1" i="1">
                            <a:latin typeface="Cambria Math" panose="02040503050406030204" pitchFamily="18" charset="0"/>
                          </a:rPr>
                        </m:ctrlPr>
                      </m:sSupPr>
                      <m:e>
                        <m:r>
                          <a:rPr lang="en-US" sz="4800" b="1" i="1">
                            <a:latin typeface="Cambria Math" panose="02040503050406030204" pitchFamily="18" charset="0"/>
                          </a:rPr>
                          <m:t>𝒙</m:t>
                        </m:r>
                      </m:e>
                      <m:sup>
                        <m:r>
                          <a:rPr lang="en-US" sz="4800" b="1" i="1">
                            <a:latin typeface="Cambria Math" panose="02040503050406030204" pitchFamily="18" charset="0"/>
                          </a:rPr>
                          <m:t>𝟐</m:t>
                        </m:r>
                      </m:sup>
                    </m:sSup>
                    <m:r>
                      <a:rPr lang="en-US" sz="4800" b="1" i="1">
                        <a:latin typeface="Cambria Math" panose="02040503050406030204" pitchFamily="18" charset="0"/>
                      </a:rPr>
                      <m:t>−</m:t>
                    </m:r>
                    <m:r>
                      <a:rPr lang="en-US" sz="4800" b="1" i="1">
                        <a:latin typeface="Cambria Math" panose="02040503050406030204" pitchFamily="18" charset="0"/>
                      </a:rPr>
                      <m:t>𝟓</m:t>
                    </m:r>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𝟎</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nghiệm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nguyên</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𝟏</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nên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câu</a:t>
                </a:r>
                <a:r>
                  <a:rPr lang="en-US" sz="4800" b="1" dirty="0">
                    <a:latin typeface="Tahoma" panose="020B0604030504040204" pitchFamily="34" charset="0"/>
                    <a:ea typeface="Tahoma" panose="020B0604030504040204" pitchFamily="34" charset="0"/>
                    <a:cs typeface="Tahoma" panose="020B0604030504040204" pitchFamily="34" charset="0"/>
                  </a:rPr>
                  <a:t> a </a:t>
                </a:r>
                <a:r>
                  <a:rPr lang="en-US" sz="4800" b="1" dirty="0" err="1">
                    <a:latin typeface="Tahoma" panose="020B0604030504040204" pitchFamily="34" charset="0"/>
                    <a:ea typeface="Tahoma" panose="020B0604030504040204" pitchFamily="34" charset="0"/>
                    <a:cs typeface="Tahoma" panose="020B0604030504040204" pitchFamily="34" charset="0"/>
                  </a:rPr>
                  <a:t>đúng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Câu</a:t>
                </a:r>
                <a:r>
                  <a:rPr lang="en-US" sz="4800" b="1" dirty="0">
                    <a:latin typeface="Tahoma" panose="020B0604030504040204" pitchFamily="34" charset="0"/>
                    <a:ea typeface="Tahoma" panose="020B0604030504040204" pitchFamily="34" charset="0"/>
                    <a:cs typeface="Tahoma" panose="020B0604030504040204" pitchFamily="34" charset="0"/>
                  </a:rPr>
                  <a:t> b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sai</a:t>
                </a:r>
                <a:r>
                  <a:rPr lang="en-US" sz="4800" b="1" dirty="0">
                    <a:latin typeface="Tahoma" panose="020B0604030504040204" pitchFamily="34" charset="0"/>
                    <a:ea typeface="Tahoma" panose="020B0604030504040204" pitchFamily="34" charset="0"/>
                    <a:cs typeface="Tahoma" panose="020B0604030504040204" pitchFamily="34" charset="0"/>
                  </a:rPr>
                  <a:t>.</a:t>
                </a:r>
              </a:p>
              <a:p>
                <a:r>
                  <a:rPr lang="en-US" sz="4800" b="1" dirty="0">
                    <a:latin typeface="Tahoma" panose="020B0604030504040204" pitchFamily="34" charset="0"/>
                    <a:ea typeface="Tahoma" panose="020B0604030504040204" pitchFamily="34" charset="0"/>
                    <a:cs typeface="Tahoma" panose="020B0604030504040204" pitchFamily="34" charset="0"/>
                  </a:rPr>
                  <a:t>Do </a:t>
                </a:r>
                <a:r>
                  <a:rPr lang="en-US" sz="4800" b="1" dirty="0" err="1">
                    <a:latin typeface="Tahoma" panose="020B0604030504040204" pitchFamily="34" charset="0"/>
                    <a:ea typeface="Tahoma" panose="020B0604030504040204" pitchFamily="34" charset="0"/>
                    <a:cs typeface="Tahoma" panose="020B0604030504040204" pitchFamily="34" charset="0"/>
                  </a:rPr>
                  <a:t>đó</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câu</a:t>
                </a:r>
                <a:r>
                  <a:rPr lang="en-US" sz="4800" b="1" dirty="0">
                    <a:latin typeface="Tahoma" panose="020B0604030504040204" pitchFamily="34" charset="0"/>
                    <a:ea typeface="Tahoma" panose="020B0604030504040204" pitchFamily="34" charset="0"/>
                    <a:cs typeface="Tahoma" panose="020B0604030504040204" pitchFamily="34" charset="0"/>
                  </a:rPr>
                  <a:t> a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câu</a:t>
                </a:r>
                <a:r>
                  <a:rPr lang="en-US" sz="4800" b="1" dirty="0">
                    <a:latin typeface="Tahoma" panose="020B0604030504040204" pitchFamily="34" charset="0"/>
                    <a:ea typeface="Tahoma" panose="020B0604030504040204" pitchFamily="34" charset="0"/>
                    <a:cs typeface="Tahoma" panose="020B0604030504040204" pitchFamily="34" charset="0"/>
                  </a:rPr>
                  <a:t> b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những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mệnh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đề</a:t>
                </a:r>
                <a:r>
                  <a:rPr lang="en-US" sz="4800" b="1" dirty="0">
                    <a:latin typeface="Tahoma" panose="020B0604030504040204" pitchFamily="34" charset="0"/>
                    <a:ea typeface="Tahoma" panose="020B0604030504040204" pitchFamily="34" charset="0"/>
                    <a:cs typeface="Tahoma" panose="020B0604030504040204" pitchFamily="34" charset="0"/>
                  </a:rPr>
                  <a:t>.</a:t>
                </a:r>
              </a:p>
              <a:p>
                <a:r>
                  <a:rPr lang="en-US" sz="4800" b="1" dirty="0" err="1">
                    <a:latin typeface="Tahoma" panose="020B0604030504040204" pitchFamily="34" charset="0"/>
                    <a:ea typeface="Tahoma" panose="020B0604030504040204" pitchFamily="34" charset="0"/>
                    <a:cs typeface="Tahoma" panose="020B0604030504040204" pitchFamily="34" charset="0"/>
                  </a:rPr>
                  <a:t>Câu</a:t>
                </a:r>
                <a:r>
                  <a:rPr lang="en-US" sz="4800" b="1" dirty="0">
                    <a:latin typeface="Tahoma" panose="020B0604030504040204" pitchFamily="34" charset="0"/>
                    <a:ea typeface="Tahoma" panose="020B0604030504040204" pitchFamily="34" charset="0"/>
                    <a:cs typeface="Tahoma" panose="020B0604030504040204" pitchFamily="34" charset="0"/>
                  </a:rPr>
                  <a:t> c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câu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hỏi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câu</a:t>
                </a:r>
                <a:r>
                  <a:rPr lang="en-US" sz="4800" b="1" dirty="0">
                    <a:latin typeface="Tahoma" panose="020B0604030504040204" pitchFamily="34" charset="0"/>
                    <a:ea typeface="Tahoma" panose="020B0604030504040204" pitchFamily="34" charset="0"/>
                    <a:cs typeface="Tahoma" panose="020B0604030504040204" pitchFamily="34" charset="0"/>
                  </a:rPr>
                  <a:t> d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câu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cảm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thán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nêu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lên</a:t>
                </a:r>
                <a:r>
                  <a:rPr lang="en-US" sz="4800" b="1" dirty="0">
                    <a:latin typeface="Tahoma" panose="020B0604030504040204" pitchFamily="34" charset="0"/>
                    <a:ea typeface="Tahoma" panose="020B0604030504040204" pitchFamily="34" charset="0"/>
                    <a:cs typeface="Tahoma" panose="020B0604030504040204" pitchFamily="34" charset="0"/>
                  </a:rPr>
                  <a:t> ý </a:t>
                </a:r>
                <a:r>
                  <a:rPr lang="en-US" sz="4800" b="1" dirty="0" err="1">
                    <a:latin typeface="Tahoma" panose="020B0604030504040204" pitchFamily="34" charset="0"/>
                    <a:ea typeface="Tahoma" panose="020B0604030504040204" pitchFamily="34" charset="0"/>
                    <a:cs typeface="Tahoma" panose="020B0604030504040204" pitchFamily="34" charset="0"/>
                  </a:rPr>
                  <a:t>kiến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của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người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nói</a:t>
                </a:r>
                <a:r>
                  <a:rPr lang="en-US" sz="4800" b="1" dirty="0">
                    <a:latin typeface="Tahoma" panose="020B0604030504040204" pitchFamily="34" charset="0"/>
                    <a:ea typeface="Tahoma" panose="020B0604030504040204" pitchFamily="34" charset="0"/>
                    <a:cs typeface="Tahoma" panose="020B0604030504040204" pitchFamily="34" charset="0"/>
                  </a:rPr>
                  <a:t>. Do </a:t>
                </a:r>
                <a:r>
                  <a:rPr lang="en-US" sz="4800" b="1" dirty="0" err="1">
                    <a:latin typeface="Tahoma" panose="020B0604030504040204" pitchFamily="34" charset="0"/>
                    <a:ea typeface="Tahoma" panose="020B0604030504040204" pitchFamily="34" charset="0"/>
                    <a:cs typeface="Tahoma" panose="020B0604030504040204" pitchFamily="34" charset="0"/>
                  </a:rPr>
                  <a:t>đó</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không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xác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định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được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tính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đúng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sai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Vậy</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câu</a:t>
                </a:r>
                <a:r>
                  <a:rPr lang="en-US" sz="4800" b="1" dirty="0">
                    <a:latin typeface="Tahoma" panose="020B0604030504040204" pitchFamily="34" charset="0"/>
                    <a:ea typeface="Tahoma" panose="020B0604030504040204" pitchFamily="34" charset="0"/>
                    <a:cs typeface="Tahoma" panose="020B0604030504040204" pitchFamily="34" charset="0"/>
                  </a:rPr>
                  <a:t> c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d </a:t>
                </a:r>
                <a:r>
                  <a:rPr lang="en-US" sz="4800" b="1" dirty="0" err="1">
                    <a:latin typeface="Tahoma" panose="020B0604030504040204" pitchFamily="34" charset="0"/>
                    <a:ea typeface="Tahoma" panose="020B0604030504040204" pitchFamily="34" charset="0"/>
                    <a:cs typeface="Tahoma" panose="020B0604030504040204" pitchFamily="34" charset="0"/>
                  </a:rPr>
                  <a:t>không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phải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mệnh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đề</a:t>
                </a:r>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86" name="Rectangle 85">
                <a:extLst>
                  <a:ext uri="{FF2B5EF4-FFF2-40B4-BE49-F238E27FC236}">
                    <a16:creationId xmlns:a16="http://schemas.microsoft.com/office/drawing/2014/main" id="{AC37888B-97E9-42E3-82BD-29595758137A}"/>
                  </a:ext>
                </a:extLst>
              </p:cNvPr>
              <p:cNvSpPr>
                <a:spLocks noRot="1" noChangeAspect="1" noMove="1" noResize="1" noEditPoints="1" noAdjustHandles="1" noChangeArrowheads="1" noChangeShapeType="1" noTextEdit="1"/>
              </p:cNvSpPr>
              <p:nvPr/>
            </p:nvSpPr>
            <p:spPr>
              <a:xfrm>
                <a:off x="12496800" y="3505200"/>
                <a:ext cx="11187953" cy="7495706"/>
              </a:xfrm>
              <a:prstGeom prst="rect">
                <a:avLst/>
              </a:prstGeom>
              <a:blipFill>
                <a:blip r:embed="rId5"/>
                <a:stretch>
                  <a:fillRect l="-2452" t="-1707" r="-218" b="-3333"/>
                </a:stretch>
              </a:blipFill>
            </p:spPr>
            <p:txBody>
              <a:bodyPr/>
              <a:lstStyle/>
              <a:p>
                <a:r>
                  <a:rPr lang="en-US">
                    <a:noFill/>
                  </a:rPr>
                  <a:t> </a:t>
                </a:r>
              </a:p>
            </p:txBody>
          </p:sp>
        </mc:Fallback>
      </mc:AlternateContent>
      <p:grpSp>
        <p:nvGrpSpPr>
          <p:cNvPr id="106" name="Group 105">
            <a:extLst>
              <a:ext uri="{FF2B5EF4-FFF2-40B4-BE49-F238E27FC236}">
                <a16:creationId xmlns:a16="http://schemas.microsoft.com/office/drawing/2014/main" id="{238334C1-C1D3-4B4D-9078-C87319D2C5EF}"/>
              </a:ext>
            </a:extLst>
          </p:cNvPr>
          <p:cNvGrpSpPr/>
          <p:nvPr/>
        </p:nvGrpSpPr>
        <p:grpSpPr>
          <a:xfrm>
            <a:off x="991619" y="11107047"/>
            <a:ext cx="22325581" cy="2499628"/>
            <a:chOff x="1076414" y="4377894"/>
            <a:chExt cx="22325581" cy="2583881"/>
          </a:xfrm>
        </p:grpSpPr>
        <p:grpSp>
          <p:nvGrpSpPr>
            <p:cNvPr id="107" name="Group 5">
              <a:extLst>
                <a:ext uri="{FF2B5EF4-FFF2-40B4-BE49-F238E27FC236}">
                  <a16:creationId xmlns:a16="http://schemas.microsoft.com/office/drawing/2014/main" id="{DD79FAFA-B2DD-4772-B12E-92D3C66C8626}"/>
                </a:ext>
              </a:extLst>
            </p:cNvPr>
            <p:cNvGrpSpPr/>
            <p:nvPr/>
          </p:nvGrpSpPr>
          <p:grpSpPr>
            <a:xfrm>
              <a:off x="1533269" y="4671092"/>
              <a:ext cx="21868726" cy="2290683"/>
              <a:chOff x="637542" y="1083939"/>
              <a:chExt cx="8611674" cy="901852"/>
            </a:xfrm>
          </p:grpSpPr>
          <p:sp>
            <p:nvSpPr>
              <p:cNvPr id="127" name="Rounded Rectangle 35">
                <a:extLst>
                  <a:ext uri="{FF2B5EF4-FFF2-40B4-BE49-F238E27FC236}">
                    <a16:creationId xmlns:a16="http://schemas.microsoft.com/office/drawing/2014/main" id="{79BDC244-5106-47C5-B223-288C650935B8}"/>
                  </a:ext>
                </a:extLst>
              </p:cNvPr>
              <p:cNvSpPr/>
              <p:nvPr/>
            </p:nvSpPr>
            <p:spPr>
              <a:xfrm>
                <a:off x="637542" y="1083939"/>
                <a:ext cx="8611674" cy="790228"/>
              </a:xfrm>
              <a:prstGeom prst="roundRect">
                <a:avLst>
                  <a:gd name="adj" fmla="val 4110"/>
                </a:avLst>
              </a:prstGeom>
              <a:solidFill>
                <a:srgbClr val="BEDCF4"/>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a:latin typeface="Tahoma" pitchFamily="34" charset="0"/>
                  <a:ea typeface="Tahoma" pitchFamily="34" charset="0"/>
                  <a:cs typeface="Tahoma" pitchFamily="34" charset="0"/>
                </a:endParaRPr>
              </a:p>
            </p:txBody>
          </p:sp>
          <p:sp>
            <p:nvSpPr>
              <p:cNvPr id="128" name="TextBox 127">
                <a:extLst>
                  <a:ext uri="{FF2B5EF4-FFF2-40B4-BE49-F238E27FC236}">
                    <a16:creationId xmlns:a16="http://schemas.microsoft.com/office/drawing/2014/main" id="{DC6ED828-35F6-4188-93A9-F644063BFBC6}"/>
                  </a:ext>
                </a:extLst>
              </p:cNvPr>
              <p:cNvSpPr txBox="1"/>
              <p:nvPr/>
            </p:nvSpPr>
            <p:spPr>
              <a:xfrm>
                <a:off x="1007731" y="1742814"/>
                <a:ext cx="7867095" cy="242977"/>
              </a:xfrm>
              <a:prstGeom prst="rect">
                <a:avLst/>
              </a:prstGeom>
              <a:noFill/>
            </p:spPr>
            <p:txBody>
              <a:bodyPr wrap="square" rtlCol="0">
                <a:spAutoFit/>
              </a:bodyPr>
              <a:lstStyle/>
              <a:p>
                <a:pPr algn="just">
                  <a:lnSpc>
                    <a:spcPts val="4000"/>
                  </a:lnSpc>
                </a:pPr>
                <a:endParaRPr lang="en-US" sz="4600" dirty="0">
                  <a:latin typeface="Tahoma" pitchFamily="34" charset="0"/>
                  <a:ea typeface="Tahoma" pitchFamily="34" charset="0"/>
                  <a:cs typeface="Tahoma" pitchFamily="34" charset="0"/>
                </a:endParaRPr>
              </a:p>
            </p:txBody>
          </p:sp>
        </p:grpSp>
        <p:grpSp>
          <p:nvGrpSpPr>
            <p:cNvPr id="108" name="Group 65">
              <a:extLst>
                <a:ext uri="{FF2B5EF4-FFF2-40B4-BE49-F238E27FC236}">
                  <a16:creationId xmlns:a16="http://schemas.microsoft.com/office/drawing/2014/main" id="{D9A5D982-B811-4145-A8DB-01B342DEB3A7}"/>
                </a:ext>
              </a:extLst>
            </p:cNvPr>
            <p:cNvGrpSpPr/>
            <p:nvPr/>
          </p:nvGrpSpPr>
          <p:grpSpPr>
            <a:xfrm>
              <a:off x="1076414" y="4377894"/>
              <a:ext cx="3776573" cy="781943"/>
              <a:chOff x="166396" y="8755081"/>
              <a:chExt cx="3776573" cy="781943"/>
            </a:xfrm>
          </p:grpSpPr>
          <p:sp>
            <p:nvSpPr>
              <p:cNvPr id="109" name="Freeform 20">
                <a:extLst>
                  <a:ext uri="{FF2B5EF4-FFF2-40B4-BE49-F238E27FC236}">
                    <a16:creationId xmlns:a16="http://schemas.microsoft.com/office/drawing/2014/main" id="{9CB8DE1C-81D5-4225-888E-2A79BC3DB200}"/>
                  </a:ext>
                </a:extLst>
              </p:cNvPr>
              <p:cNvSpPr>
                <a:spLocks/>
              </p:cNvSpPr>
              <p:nvPr/>
            </p:nvSpPr>
            <p:spPr bwMode="auto">
              <a:xfrm>
                <a:off x="384522" y="8755081"/>
                <a:ext cx="3558447" cy="781943"/>
              </a:xfrm>
              <a:prstGeom prst="roundRect">
                <a:avLst/>
              </a:prstGeom>
              <a:solidFill>
                <a:srgbClr val="0072BC"/>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grpSp>
            <p:nvGrpSpPr>
              <p:cNvPr id="110" name="Group 7">
                <a:extLst>
                  <a:ext uri="{FF2B5EF4-FFF2-40B4-BE49-F238E27FC236}">
                    <a16:creationId xmlns:a16="http://schemas.microsoft.com/office/drawing/2014/main" id="{760F5B57-49CD-4A9B-97BC-44FC8F53CDB4}"/>
                  </a:ext>
                </a:extLst>
              </p:cNvPr>
              <p:cNvGrpSpPr/>
              <p:nvPr/>
            </p:nvGrpSpPr>
            <p:grpSpPr>
              <a:xfrm>
                <a:off x="166396" y="8780577"/>
                <a:ext cx="702538" cy="572229"/>
                <a:chOff x="-145995" y="8633545"/>
                <a:chExt cx="787401" cy="641352"/>
              </a:xfrm>
            </p:grpSpPr>
            <p:sp>
              <p:nvSpPr>
                <p:cNvPr id="111" name="Freeform 45">
                  <a:extLst>
                    <a:ext uri="{FF2B5EF4-FFF2-40B4-BE49-F238E27FC236}">
                      <a16:creationId xmlns:a16="http://schemas.microsoft.com/office/drawing/2014/main" id="{1B103362-B974-4665-B45A-4228C77AC795}"/>
                    </a:ext>
                  </a:extLst>
                </p:cNvPr>
                <p:cNvSpPr>
                  <a:spLocks/>
                </p:cNvSpPr>
                <p:nvPr/>
              </p:nvSpPr>
              <p:spPr bwMode="auto">
                <a:xfrm>
                  <a:off x="255643" y="9062171"/>
                  <a:ext cx="363538" cy="88900"/>
                </a:xfrm>
                <a:custGeom>
                  <a:avLst/>
                  <a:gdLst>
                    <a:gd name="T0" fmla="*/ 6 w 97"/>
                    <a:gd name="T1" fmla="*/ 24 h 24"/>
                    <a:gd name="T2" fmla="*/ 0 w 97"/>
                    <a:gd name="T3" fmla="*/ 18 h 24"/>
                    <a:gd name="T4" fmla="*/ 0 w 97"/>
                    <a:gd name="T5" fmla="*/ 6 h 24"/>
                    <a:gd name="T6" fmla="*/ 6 w 97"/>
                    <a:gd name="T7" fmla="*/ 0 h 24"/>
                    <a:gd name="T8" fmla="*/ 91 w 97"/>
                    <a:gd name="T9" fmla="*/ 0 h 24"/>
                    <a:gd name="T10" fmla="*/ 97 w 97"/>
                    <a:gd name="T11" fmla="*/ 6 h 24"/>
                    <a:gd name="T12" fmla="*/ 97 w 97"/>
                    <a:gd name="T13" fmla="*/ 18 h 24"/>
                    <a:gd name="T14" fmla="*/ 91 w 97"/>
                    <a:gd name="T15" fmla="*/ 24 h 24"/>
                    <a:gd name="T16" fmla="*/ 6 w 97"/>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24">
                      <a:moveTo>
                        <a:pt x="6" y="24"/>
                      </a:moveTo>
                      <a:cubicBezTo>
                        <a:pt x="3" y="24"/>
                        <a:pt x="0" y="21"/>
                        <a:pt x="0" y="18"/>
                      </a:cubicBezTo>
                      <a:cubicBezTo>
                        <a:pt x="0" y="6"/>
                        <a:pt x="0" y="6"/>
                        <a:pt x="0" y="6"/>
                      </a:cubicBezTo>
                      <a:cubicBezTo>
                        <a:pt x="0" y="3"/>
                        <a:pt x="3" y="0"/>
                        <a:pt x="6" y="0"/>
                      </a:cubicBezTo>
                      <a:cubicBezTo>
                        <a:pt x="91" y="0"/>
                        <a:pt x="91" y="0"/>
                        <a:pt x="91" y="0"/>
                      </a:cubicBezTo>
                      <a:cubicBezTo>
                        <a:pt x="95" y="0"/>
                        <a:pt x="97" y="3"/>
                        <a:pt x="97" y="6"/>
                      </a:cubicBezTo>
                      <a:cubicBezTo>
                        <a:pt x="97" y="18"/>
                        <a:pt x="97" y="18"/>
                        <a:pt x="97" y="18"/>
                      </a:cubicBezTo>
                      <a:cubicBezTo>
                        <a:pt x="97" y="21"/>
                        <a:pt x="95" y="24"/>
                        <a:pt x="91" y="24"/>
                      </a:cubicBezTo>
                      <a:lnTo>
                        <a:pt x="6" y="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116" name="Freeform 46">
                  <a:extLst>
                    <a:ext uri="{FF2B5EF4-FFF2-40B4-BE49-F238E27FC236}">
                      <a16:creationId xmlns:a16="http://schemas.microsoft.com/office/drawing/2014/main" id="{931FB37A-CA11-42E3-863E-93B841AE5F7B}"/>
                    </a:ext>
                  </a:extLst>
                </p:cNvPr>
                <p:cNvSpPr>
                  <a:spLocks noEditPoints="1"/>
                </p:cNvSpPr>
                <p:nvPr/>
              </p:nvSpPr>
              <p:spPr bwMode="auto">
                <a:xfrm>
                  <a:off x="233418" y="9039946"/>
                  <a:ext cx="407988" cy="134938"/>
                </a:xfrm>
                <a:custGeom>
                  <a:avLst/>
                  <a:gdLst>
                    <a:gd name="T0" fmla="*/ 97 w 109"/>
                    <a:gd name="T1" fmla="*/ 12 h 36"/>
                    <a:gd name="T2" fmla="*/ 97 w 109"/>
                    <a:gd name="T3" fmla="*/ 24 h 36"/>
                    <a:gd name="T4" fmla="*/ 12 w 109"/>
                    <a:gd name="T5" fmla="*/ 24 h 36"/>
                    <a:gd name="T6" fmla="*/ 12 w 109"/>
                    <a:gd name="T7" fmla="*/ 12 h 36"/>
                    <a:gd name="T8" fmla="*/ 97 w 109"/>
                    <a:gd name="T9" fmla="*/ 12 h 36"/>
                    <a:gd name="T10" fmla="*/ 97 w 109"/>
                    <a:gd name="T11" fmla="*/ 0 h 36"/>
                    <a:gd name="T12" fmla="*/ 12 w 109"/>
                    <a:gd name="T13" fmla="*/ 0 h 36"/>
                    <a:gd name="T14" fmla="*/ 0 w 109"/>
                    <a:gd name="T15" fmla="*/ 12 h 36"/>
                    <a:gd name="T16" fmla="*/ 0 w 109"/>
                    <a:gd name="T17" fmla="*/ 24 h 36"/>
                    <a:gd name="T18" fmla="*/ 12 w 109"/>
                    <a:gd name="T19" fmla="*/ 36 h 36"/>
                    <a:gd name="T20" fmla="*/ 97 w 109"/>
                    <a:gd name="T21" fmla="*/ 36 h 36"/>
                    <a:gd name="T22" fmla="*/ 109 w 109"/>
                    <a:gd name="T23" fmla="*/ 24 h 36"/>
                    <a:gd name="T24" fmla="*/ 109 w 109"/>
                    <a:gd name="T25" fmla="*/ 12 h 36"/>
                    <a:gd name="T26" fmla="*/ 97 w 109"/>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9" h="36">
                      <a:moveTo>
                        <a:pt x="97" y="12"/>
                      </a:moveTo>
                      <a:cubicBezTo>
                        <a:pt x="97" y="24"/>
                        <a:pt x="97" y="24"/>
                        <a:pt x="97" y="24"/>
                      </a:cubicBezTo>
                      <a:cubicBezTo>
                        <a:pt x="12" y="24"/>
                        <a:pt x="12" y="24"/>
                        <a:pt x="12" y="24"/>
                      </a:cubicBezTo>
                      <a:cubicBezTo>
                        <a:pt x="12" y="12"/>
                        <a:pt x="12" y="12"/>
                        <a:pt x="12" y="12"/>
                      </a:cubicBezTo>
                      <a:cubicBezTo>
                        <a:pt x="97" y="12"/>
                        <a:pt x="97" y="12"/>
                        <a:pt x="97" y="12"/>
                      </a:cubicBezTo>
                      <a:moveTo>
                        <a:pt x="97" y="0"/>
                      </a:moveTo>
                      <a:cubicBezTo>
                        <a:pt x="12" y="0"/>
                        <a:pt x="12" y="0"/>
                        <a:pt x="12" y="0"/>
                      </a:cubicBezTo>
                      <a:cubicBezTo>
                        <a:pt x="5" y="0"/>
                        <a:pt x="0" y="6"/>
                        <a:pt x="0" y="12"/>
                      </a:cubicBezTo>
                      <a:cubicBezTo>
                        <a:pt x="0" y="24"/>
                        <a:pt x="0" y="24"/>
                        <a:pt x="0" y="24"/>
                      </a:cubicBezTo>
                      <a:cubicBezTo>
                        <a:pt x="0" y="30"/>
                        <a:pt x="5" y="36"/>
                        <a:pt x="12" y="36"/>
                      </a:cubicBezTo>
                      <a:cubicBezTo>
                        <a:pt x="97" y="36"/>
                        <a:pt x="97" y="36"/>
                        <a:pt x="97" y="36"/>
                      </a:cubicBezTo>
                      <a:cubicBezTo>
                        <a:pt x="104" y="36"/>
                        <a:pt x="109" y="30"/>
                        <a:pt x="109" y="24"/>
                      </a:cubicBezTo>
                      <a:cubicBezTo>
                        <a:pt x="109" y="12"/>
                        <a:pt x="109" y="12"/>
                        <a:pt x="109" y="12"/>
                      </a:cubicBezTo>
                      <a:cubicBezTo>
                        <a:pt x="109" y="6"/>
                        <a:pt x="104" y="0"/>
                        <a:pt x="97" y="0"/>
                      </a:cubicBezTo>
                      <a:close/>
                    </a:path>
                  </a:pathLst>
                </a:custGeom>
                <a:solidFill>
                  <a:srgbClr val="0072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117" name="Freeform 47">
                  <a:extLst>
                    <a:ext uri="{FF2B5EF4-FFF2-40B4-BE49-F238E27FC236}">
                      <a16:creationId xmlns:a16="http://schemas.microsoft.com/office/drawing/2014/main" id="{18530004-6183-4D25-82D5-454B9E4F0950}"/>
                    </a:ext>
                  </a:extLst>
                </p:cNvPr>
                <p:cNvSpPr>
                  <a:spLocks/>
                </p:cNvSpPr>
                <p:nvPr/>
              </p:nvSpPr>
              <p:spPr bwMode="auto">
                <a:xfrm>
                  <a:off x="255643" y="9136784"/>
                  <a:ext cx="363538" cy="90488"/>
                </a:xfrm>
                <a:custGeom>
                  <a:avLst/>
                  <a:gdLst>
                    <a:gd name="T0" fmla="*/ 6 w 97"/>
                    <a:gd name="T1" fmla="*/ 24 h 24"/>
                    <a:gd name="T2" fmla="*/ 0 w 97"/>
                    <a:gd name="T3" fmla="*/ 18 h 24"/>
                    <a:gd name="T4" fmla="*/ 0 w 97"/>
                    <a:gd name="T5" fmla="*/ 6 h 24"/>
                    <a:gd name="T6" fmla="*/ 6 w 97"/>
                    <a:gd name="T7" fmla="*/ 0 h 24"/>
                    <a:gd name="T8" fmla="*/ 91 w 97"/>
                    <a:gd name="T9" fmla="*/ 0 h 24"/>
                    <a:gd name="T10" fmla="*/ 97 w 97"/>
                    <a:gd name="T11" fmla="*/ 6 h 24"/>
                    <a:gd name="T12" fmla="*/ 97 w 97"/>
                    <a:gd name="T13" fmla="*/ 18 h 24"/>
                    <a:gd name="T14" fmla="*/ 91 w 97"/>
                    <a:gd name="T15" fmla="*/ 24 h 24"/>
                    <a:gd name="T16" fmla="*/ 6 w 97"/>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24">
                      <a:moveTo>
                        <a:pt x="6" y="24"/>
                      </a:moveTo>
                      <a:cubicBezTo>
                        <a:pt x="3" y="24"/>
                        <a:pt x="0" y="21"/>
                        <a:pt x="0" y="18"/>
                      </a:cubicBezTo>
                      <a:cubicBezTo>
                        <a:pt x="0" y="6"/>
                        <a:pt x="0" y="6"/>
                        <a:pt x="0" y="6"/>
                      </a:cubicBezTo>
                      <a:cubicBezTo>
                        <a:pt x="0" y="3"/>
                        <a:pt x="3" y="0"/>
                        <a:pt x="6" y="0"/>
                      </a:cubicBezTo>
                      <a:cubicBezTo>
                        <a:pt x="91" y="0"/>
                        <a:pt x="91" y="0"/>
                        <a:pt x="91" y="0"/>
                      </a:cubicBezTo>
                      <a:cubicBezTo>
                        <a:pt x="95" y="0"/>
                        <a:pt x="97" y="3"/>
                        <a:pt x="97" y="6"/>
                      </a:cubicBezTo>
                      <a:cubicBezTo>
                        <a:pt x="97" y="18"/>
                        <a:pt x="97" y="18"/>
                        <a:pt x="97" y="18"/>
                      </a:cubicBezTo>
                      <a:cubicBezTo>
                        <a:pt x="97" y="21"/>
                        <a:pt x="95" y="24"/>
                        <a:pt x="91" y="24"/>
                      </a:cubicBezTo>
                      <a:lnTo>
                        <a:pt x="6" y="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118" name="Freeform 48">
                  <a:extLst>
                    <a:ext uri="{FF2B5EF4-FFF2-40B4-BE49-F238E27FC236}">
                      <a16:creationId xmlns:a16="http://schemas.microsoft.com/office/drawing/2014/main" id="{A9A3FF6D-D19C-4F21-A0D1-E23A298D2DC5}"/>
                    </a:ext>
                  </a:extLst>
                </p:cNvPr>
                <p:cNvSpPr>
                  <a:spLocks noEditPoints="1"/>
                </p:cNvSpPr>
                <p:nvPr/>
              </p:nvSpPr>
              <p:spPr bwMode="auto">
                <a:xfrm>
                  <a:off x="233418" y="9114559"/>
                  <a:ext cx="407988" cy="134938"/>
                </a:xfrm>
                <a:custGeom>
                  <a:avLst/>
                  <a:gdLst>
                    <a:gd name="T0" fmla="*/ 97 w 109"/>
                    <a:gd name="T1" fmla="*/ 12 h 36"/>
                    <a:gd name="T2" fmla="*/ 97 w 109"/>
                    <a:gd name="T3" fmla="*/ 24 h 36"/>
                    <a:gd name="T4" fmla="*/ 12 w 109"/>
                    <a:gd name="T5" fmla="*/ 24 h 36"/>
                    <a:gd name="T6" fmla="*/ 12 w 109"/>
                    <a:gd name="T7" fmla="*/ 12 h 36"/>
                    <a:gd name="T8" fmla="*/ 97 w 109"/>
                    <a:gd name="T9" fmla="*/ 12 h 36"/>
                    <a:gd name="T10" fmla="*/ 97 w 109"/>
                    <a:gd name="T11" fmla="*/ 0 h 36"/>
                    <a:gd name="T12" fmla="*/ 12 w 109"/>
                    <a:gd name="T13" fmla="*/ 0 h 36"/>
                    <a:gd name="T14" fmla="*/ 0 w 109"/>
                    <a:gd name="T15" fmla="*/ 12 h 36"/>
                    <a:gd name="T16" fmla="*/ 0 w 109"/>
                    <a:gd name="T17" fmla="*/ 24 h 36"/>
                    <a:gd name="T18" fmla="*/ 12 w 109"/>
                    <a:gd name="T19" fmla="*/ 36 h 36"/>
                    <a:gd name="T20" fmla="*/ 97 w 109"/>
                    <a:gd name="T21" fmla="*/ 36 h 36"/>
                    <a:gd name="T22" fmla="*/ 109 w 109"/>
                    <a:gd name="T23" fmla="*/ 24 h 36"/>
                    <a:gd name="T24" fmla="*/ 109 w 109"/>
                    <a:gd name="T25" fmla="*/ 12 h 36"/>
                    <a:gd name="T26" fmla="*/ 97 w 109"/>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9" h="36">
                      <a:moveTo>
                        <a:pt x="97" y="12"/>
                      </a:moveTo>
                      <a:cubicBezTo>
                        <a:pt x="97" y="24"/>
                        <a:pt x="97" y="24"/>
                        <a:pt x="97" y="24"/>
                      </a:cubicBezTo>
                      <a:cubicBezTo>
                        <a:pt x="12" y="24"/>
                        <a:pt x="12" y="24"/>
                        <a:pt x="12" y="24"/>
                      </a:cubicBezTo>
                      <a:cubicBezTo>
                        <a:pt x="12" y="12"/>
                        <a:pt x="12" y="12"/>
                        <a:pt x="12" y="12"/>
                      </a:cubicBezTo>
                      <a:cubicBezTo>
                        <a:pt x="97" y="12"/>
                        <a:pt x="97" y="12"/>
                        <a:pt x="97" y="12"/>
                      </a:cubicBezTo>
                      <a:moveTo>
                        <a:pt x="97" y="0"/>
                      </a:moveTo>
                      <a:cubicBezTo>
                        <a:pt x="12" y="0"/>
                        <a:pt x="12" y="0"/>
                        <a:pt x="12" y="0"/>
                      </a:cubicBezTo>
                      <a:cubicBezTo>
                        <a:pt x="5" y="0"/>
                        <a:pt x="0" y="6"/>
                        <a:pt x="0" y="12"/>
                      </a:cubicBezTo>
                      <a:cubicBezTo>
                        <a:pt x="0" y="24"/>
                        <a:pt x="0" y="24"/>
                        <a:pt x="0" y="24"/>
                      </a:cubicBezTo>
                      <a:cubicBezTo>
                        <a:pt x="0" y="31"/>
                        <a:pt x="5" y="36"/>
                        <a:pt x="12" y="36"/>
                      </a:cubicBezTo>
                      <a:cubicBezTo>
                        <a:pt x="97" y="36"/>
                        <a:pt x="97" y="36"/>
                        <a:pt x="97" y="36"/>
                      </a:cubicBezTo>
                      <a:cubicBezTo>
                        <a:pt x="104" y="36"/>
                        <a:pt x="109" y="31"/>
                        <a:pt x="109" y="24"/>
                      </a:cubicBezTo>
                      <a:cubicBezTo>
                        <a:pt x="109" y="12"/>
                        <a:pt x="109" y="12"/>
                        <a:pt x="109" y="12"/>
                      </a:cubicBezTo>
                      <a:cubicBezTo>
                        <a:pt x="109" y="6"/>
                        <a:pt x="104" y="0"/>
                        <a:pt x="97" y="0"/>
                      </a:cubicBezTo>
                      <a:close/>
                    </a:path>
                  </a:pathLst>
                </a:custGeom>
                <a:solidFill>
                  <a:srgbClr val="0072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119" name="Freeform 49">
                  <a:extLst>
                    <a:ext uri="{FF2B5EF4-FFF2-40B4-BE49-F238E27FC236}">
                      <a16:creationId xmlns:a16="http://schemas.microsoft.com/office/drawing/2014/main" id="{800CD860-A44E-4548-A6EC-DC0A19A9E4B0}"/>
                    </a:ext>
                  </a:extLst>
                </p:cNvPr>
                <p:cNvSpPr>
                  <a:spLocks/>
                </p:cNvSpPr>
                <p:nvPr/>
              </p:nvSpPr>
              <p:spPr bwMode="auto">
                <a:xfrm>
                  <a:off x="217543" y="8657358"/>
                  <a:ext cx="263525" cy="254000"/>
                </a:xfrm>
                <a:custGeom>
                  <a:avLst/>
                  <a:gdLst>
                    <a:gd name="T0" fmla="*/ 50 w 70"/>
                    <a:gd name="T1" fmla="*/ 68 h 68"/>
                    <a:gd name="T2" fmla="*/ 45 w 70"/>
                    <a:gd name="T3" fmla="*/ 67 h 68"/>
                    <a:gd name="T4" fmla="*/ 2 w 70"/>
                    <a:gd name="T5" fmla="*/ 23 h 68"/>
                    <a:gd name="T6" fmla="*/ 2 w 70"/>
                    <a:gd name="T7" fmla="*/ 15 h 68"/>
                    <a:gd name="T8" fmla="*/ 14 w 70"/>
                    <a:gd name="T9" fmla="*/ 3 h 68"/>
                    <a:gd name="T10" fmla="*/ 22 w 70"/>
                    <a:gd name="T11" fmla="*/ 0 h 68"/>
                    <a:gd name="T12" fmla="*/ 31 w 70"/>
                    <a:gd name="T13" fmla="*/ 3 h 68"/>
                    <a:gd name="T14" fmla="*/ 65 w 70"/>
                    <a:gd name="T15" fmla="*/ 38 h 68"/>
                    <a:gd name="T16" fmla="*/ 65 w 70"/>
                    <a:gd name="T17" fmla="*/ 55 h 68"/>
                    <a:gd name="T18" fmla="*/ 54 w 70"/>
                    <a:gd name="T19" fmla="*/ 67 h 68"/>
                    <a:gd name="T20" fmla="*/ 50 w 70"/>
                    <a:gd name="T21" fmla="*/ 68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68">
                      <a:moveTo>
                        <a:pt x="50" y="68"/>
                      </a:moveTo>
                      <a:cubicBezTo>
                        <a:pt x="48" y="68"/>
                        <a:pt x="47" y="68"/>
                        <a:pt x="45" y="67"/>
                      </a:cubicBezTo>
                      <a:cubicBezTo>
                        <a:pt x="2" y="23"/>
                        <a:pt x="2" y="23"/>
                        <a:pt x="2" y="23"/>
                      </a:cubicBezTo>
                      <a:cubicBezTo>
                        <a:pt x="0" y="21"/>
                        <a:pt x="0" y="17"/>
                        <a:pt x="2" y="15"/>
                      </a:cubicBezTo>
                      <a:cubicBezTo>
                        <a:pt x="14" y="3"/>
                        <a:pt x="14" y="3"/>
                        <a:pt x="14" y="3"/>
                      </a:cubicBezTo>
                      <a:cubicBezTo>
                        <a:pt x="16" y="1"/>
                        <a:pt x="19" y="0"/>
                        <a:pt x="22" y="0"/>
                      </a:cubicBezTo>
                      <a:cubicBezTo>
                        <a:pt x="26" y="0"/>
                        <a:pt x="29" y="1"/>
                        <a:pt x="31" y="3"/>
                      </a:cubicBezTo>
                      <a:cubicBezTo>
                        <a:pt x="65" y="38"/>
                        <a:pt x="65" y="38"/>
                        <a:pt x="65" y="38"/>
                      </a:cubicBezTo>
                      <a:cubicBezTo>
                        <a:pt x="70" y="42"/>
                        <a:pt x="70" y="50"/>
                        <a:pt x="65" y="55"/>
                      </a:cubicBezTo>
                      <a:cubicBezTo>
                        <a:pt x="54" y="67"/>
                        <a:pt x="54" y="67"/>
                        <a:pt x="54" y="67"/>
                      </a:cubicBezTo>
                      <a:cubicBezTo>
                        <a:pt x="53" y="68"/>
                        <a:pt x="51" y="68"/>
                        <a:pt x="50" y="6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120" name="Freeform 50">
                  <a:extLst>
                    <a:ext uri="{FF2B5EF4-FFF2-40B4-BE49-F238E27FC236}">
                      <a16:creationId xmlns:a16="http://schemas.microsoft.com/office/drawing/2014/main" id="{186C6E3F-78AC-412F-A9B2-BC73DC74C55F}"/>
                    </a:ext>
                  </a:extLst>
                </p:cNvPr>
                <p:cNvSpPr>
                  <a:spLocks noEditPoints="1"/>
                </p:cNvSpPr>
                <p:nvPr/>
              </p:nvSpPr>
              <p:spPr bwMode="auto">
                <a:xfrm>
                  <a:off x="192143" y="8633545"/>
                  <a:ext cx="314325" cy="300038"/>
                </a:xfrm>
                <a:custGeom>
                  <a:avLst/>
                  <a:gdLst>
                    <a:gd name="T0" fmla="*/ 29 w 84"/>
                    <a:gd name="T1" fmla="*/ 12 h 80"/>
                    <a:gd name="T2" fmla="*/ 34 w 84"/>
                    <a:gd name="T3" fmla="*/ 13 h 80"/>
                    <a:gd name="T4" fmla="*/ 68 w 84"/>
                    <a:gd name="T5" fmla="*/ 48 h 80"/>
                    <a:gd name="T6" fmla="*/ 68 w 84"/>
                    <a:gd name="T7" fmla="*/ 57 h 80"/>
                    <a:gd name="T8" fmla="*/ 57 w 84"/>
                    <a:gd name="T9" fmla="*/ 68 h 80"/>
                    <a:gd name="T10" fmla="*/ 13 w 84"/>
                    <a:gd name="T11" fmla="*/ 25 h 80"/>
                    <a:gd name="T12" fmla="*/ 25 w 84"/>
                    <a:gd name="T13" fmla="*/ 13 h 80"/>
                    <a:gd name="T14" fmla="*/ 29 w 84"/>
                    <a:gd name="T15" fmla="*/ 12 h 80"/>
                    <a:gd name="T16" fmla="*/ 29 w 84"/>
                    <a:gd name="T17" fmla="*/ 0 h 80"/>
                    <a:gd name="T18" fmla="*/ 16 w 84"/>
                    <a:gd name="T19" fmla="*/ 5 h 80"/>
                    <a:gd name="T20" fmla="*/ 5 w 84"/>
                    <a:gd name="T21" fmla="*/ 16 h 80"/>
                    <a:gd name="T22" fmla="*/ 5 w 84"/>
                    <a:gd name="T23" fmla="*/ 33 h 80"/>
                    <a:gd name="T24" fmla="*/ 48 w 84"/>
                    <a:gd name="T25" fmla="*/ 77 h 80"/>
                    <a:gd name="T26" fmla="*/ 57 w 84"/>
                    <a:gd name="T27" fmla="*/ 80 h 80"/>
                    <a:gd name="T28" fmla="*/ 57 w 84"/>
                    <a:gd name="T29" fmla="*/ 80 h 80"/>
                    <a:gd name="T30" fmla="*/ 65 w 84"/>
                    <a:gd name="T31" fmla="*/ 77 h 80"/>
                    <a:gd name="T32" fmla="*/ 77 w 84"/>
                    <a:gd name="T33" fmla="*/ 65 h 80"/>
                    <a:gd name="T34" fmla="*/ 77 w 84"/>
                    <a:gd name="T35" fmla="*/ 39 h 80"/>
                    <a:gd name="T36" fmla="*/ 42 w 84"/>
                    <a:gd name="T37" fmla="*/ 5 h 80"/>
                    <a:gd name="T38" fmla="*/ 29 w 84"/>
                    <a:gd name="T39"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4" h="80">
                      <a:moveTo>
                        <a:pt x="29" y="12"/>
                      </a:moveTo>
                      <a:cubicBezTo>
                        <a:pt x="31" y="12"/>
                        <a:pt x="33" y="12"/>
                        <a:pt x="34" y="13"/>
                      </a:cubicBezTo>
                      <a:cubicBezTo>
                        <a:pt x="34" y="13"/>
                        <a:pt x="34" y="13"/>
                        <a:pt x="68" y="48"/>
                      </a:cubicBezTo>
                      <a:cubicBezTo>
                        <a:pt x="71" y="50"/>
                        <a:pt x="71" y="54"/>
                        <a:pt x="68" y="57"/>
                      </a:cubicBezTo>
                      <a:cubicBezTo>
                        <a:pt x="68" y="57"/>
                        <a:pt x="68" y="57"/>
                        <a:pt x="57" y="68"/>
                      </a:cubicBezTo>
                      <a:cubicBezTo>
                        <a:pt x="57" y="68"/>
                        <a:pt x="57" y="68"/>
                        <a:pt x="13" y="25"/>
                      </a:cubicBezTo>
                      <a:cubicBezTo>
                        <a:pt x="13" y="25"/>
                        <a:pt x="13" y="25"/>
                        <a:pt x="25" y="13"/>
                      </a:cubicBezTo>
                      <a:cubicBezTo>
                        <a:pt x="26" y="12"/>
                        <a:pt x="28" y="12"/>
                        <a:pt x="29" y="12"/>
                      </a:cubicBezTo>
                      <a:moveTo>
                        <a:pt x="29" y="0"/>
                      </a:moveTo>
                      <a:cubicBezTo>
                        <a:pt x="24" y="0"/>
                        <a:pt x="20" y="2"/>
                        <a:pt x="16" y="5"/>
                      </a:cubicBezTo>
                      <a:cubicBezTo>
                        <a:pt x="5" y="16"/>
                        <a:pt x="5" y="16"/>
                        <a:pt x="5" y="16"/>
                      </a:cubicBezTo>
                      <a:cubicBezTo>
                        <a:pt x="0" y="21"/>
                        <a:pt x="0" y="29"/>
                        <a:pt x="5" y="33"/>
                      </a:cubicBezTo>
                      <a:cubicBezTo>
                        <a:pt x="48" y="77"/>
                        <a:pt x="48" y="77"/>
                        <a:pt x="48" y="77"/>
                      </a:cubicBezTo>
                      <a:cubicBezTo>
                        <a:pt x="50" y="79"/>
                        <a:pt x="53" y="80"/>
                        <a:pt x="57" y="80"/>
                      </a:cubicBezTo>
                      <a:cubicBezTo>
                        <a:pt x="57" y="80"/>
                        <a:pt x="57" y="80"/>
                        <a:pt x="57" y="80"/>
                      </a:cubicBezTo>
                      <a:cubicBezTo>
                        <a:pt x="60" y="80"/>
                        <a:pt x="63" y="79"/>
                        <a:pt x="65" y="77"/>
                      </a:cubicBezTo>
                      <a:cubicBezTo>
                        <a:pt x="77" y="65"/>
                        <a:pt x="77" y="65"/>
                        <a:pt x="77" y="65"/>
                      </a:cubicBezTo>
                      <a:cubicBezTo>
                        <a:pt x="84" y="58"/>
                        <a:pt x="84" y="47"/>
                        <a:pt x="77" y="39"/>
                      </a:cubicBezTo>
                      <a:cubicBezTo>
                        <a:pt x="42" y="5"/>
                        <a:pt x="42" y="5"/>
                        <a:pt x="42" y="5"/>
                      </a:cubicBezTo>
                      <a:cubicBezTo>
                        <a:pt x="39" y="2"/>
                        <a:pt x="34" y="0"/>
                        <a:pt x="29" y="0"/>
                      </a:cubicBezTo>
                      <a:close/>
                    </a:path>
                  </a:pathLst>
                </a:custGeom>
                <a:solidFill>
                  <a:srgbClr val="0072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121" name="Freeform 51">
                  <a:extLst>
                    <a:ext uri="{FF2B5EF4-FFF2-40B4-BE49-F238E27FC236}">
                      <a16:creationId xmlns:a16="http://schemas.microsoft.com/office/drawing/2014/main" id="{149AA030-A435-4F46-8DC9-1D9504C2D6DF}"/>
                    </a:ext>
                  </a:extLst>
                </p:cNvPr>
                <p:cNvSpPr>
                  <a:spLocks noEditPoints="1"/>
                </p:cNvSpPr>
                <p:nvPr/>
              </p:nvSpPr>
              <p:spPr bwMode="auto">
                <a:xfrm>
                  <a:off x="-123770" y="8724033"/>
                  <a:ext cx="742950" cy="528639"/>
                </a:xfrm>
                <a:custGeom>
                  <a:avLst/>
                  <a:gdLst>
                    <a:gd name="T0" fmla="*/ 12 w 198"/>
                    <a:gd name="T1" fmla="*/ 141 h 141"/>
                    <a:gd name="T2" fmla="*/ 8 w 198"/>
                    <a:gd name="T3" fmla="*/ 140 h 141"/>
                    <a:gd name="T4" fmla="*/ 3 w 198"/>
                    <a:gd name="T5" fmla="*/ 134 h 141"/>
                    <a:gd name="T6" fmla="*/ 1 w 198"/>
                    <a:gd name="T7" fmla="*/ 128 h 141"/>
                    <a:gd name="T8" fmla="*/ 14 w 198"/>
                    <a:gd name="T9" fmla="*/ 77 h 141"/>
                    <a:gd name="T10" fmla="*/ 15 w 198"/>
                    <a:gd name="T11" fmla="*/ 75 h 141"/>
                    <a:gd name="T12" fmla="*/ 88 w 198"/>
                    <a:gd name="T13" fmla="*/ 1 h 141"/>
                    <a:gd name="T14" fmla="*/ 92 w 198"/>
                    <a:gd name="T15" fmla="*/ 0 h 141"/>
                    <a:gd name="T16" fmla="*/ 92 w 198"/>
                    <a:gd name="T17" fmla="*/ 0 h 141"/>
                    <a:gd name="T18" fmla="*/ 97 w 198"/>
                    <a:gd name="T19" fmla="*/ 1 h 141"/>
                    <a:gd name="T20" fmla="*/ 103 w 198"/>
                    <a:gd name="T21" fmla="*/ 8 h 141"/>
                    <a:gd name="T22" fmla="*/ 105 w 198"/>
                    <a:gd name="T23" fmla="*/ 12 h 141"/>
                    <a:gd name="T24" fmla="*/ 109 w 198"/>
                    <a:gd name="T25" fmla="*/ 13 h 141"/>
                    <a:gd name="T26" fmla="*/ 116 w 198"/>
                    <a:gd name="T27" fmla="*/ 21 h 141"/>
                    <a:gd name="T28" fmla="*/ 117 w 198"/>
                    <a:gd name="T29" fmla="*/ 24 h 141"/>
                    <a:gd name="T30" fmla="*/ 121 w 198"/>
                    <a:gd name="T31" fmla="*/ 26 h 141"/>
                    <a:gd name="T32" fmla="*/ 128 w 198"/>
                    <a:gd name="T33" fmla="*/ 33 h 141"/>
                    <a:gd name="T34" fmla="*/ 130 w 198"/>
                    <a:gd name="T35" fmla="*/ 37 h 141"/>
                    <a:gd name="T36" fmla="*/ 133 w 198"/>
                    <a:gd name="T37" fmla="*/ 38 h 141"/>
                    <a:gd name="T38" fmla="*/ 140 w 198"/>
                    <a:gd name="T39" fmla="*/ 45 h 141"/>
                    <a:gd name="T40" fmla="*/ 142 w 198"/>
                    <a:gd name="T41" fmla="*/ 49 h 141"/>
                    <a:gd name="T42" fmla="*/ 140 w 198"/>
                    <a:gd name="T43" fmla="*/ 53 h 141"/>
                    <a:gd name="T44" fmla="*/ 124 w 198"/>
                    <a:gd name="T45" fmla="*/ 70 h 141"/>
                    <a:gd name="T46" fmla="*/ 192 w 198"/>
                    <a:gd name="T47" fmla="*/ 70 h 141"/>
                    <a:gd name="T48" fmla="*/ 198 w 198"/>
                    <a:gd name="T49" fmla="*/ 76 h 141"/>
                    <a:gd name="T50" fmla="*/ 198 w 198"/>
                    <a:gd name="T51" fmla="*/ 87 h 141"/>
                    <a:gd name="T52" fmla="*/ 192 w 198"/>
                    <a:gd name="T53" fmla="*/ 93 h 141"/>
                    <a:gd name="T54" fmla="*/ 107 w 198"/>
                    <a:gd name="T55" fmla="*/ 93 h 141"/>
                    <a:gd name="T56" fmla="*/ 103 w 198"/>
                    <a:gd name="T57" fmla="*/ 91 h 141"/>
                    <a:gd name="T58" fmla="*/ 67 w 198"/>
                    <a:gd name="T59" fmla="*/ 127 h 141"/>
                    <a:gd name="T60" fmla="*/ 64 w 198"/>
                    <a:gd name="T61" fmla="*/ 128 h 141"/>
                    <a:gd name="T62" fmla="*/ 14 w 198"/>
                    <a:gd name="T63" fmla="*/ 141 h 141"/>
                    <a:gd name="T64" fmla="*/ 12 w 198"/>
                    <a:gd name="T65" fmla="*/ 141 h 141"/>
                    <a:gd name="T66" fmla="*/ 23 w 198"/>
                    <a:gd name="T67" fmla="*/ 119 h 141"/>
                    <a:gd name="T68" fmla="*/ 45 w 198"/>
                    <a:gd name="T69" fmla="*/ 113 h 141"/>
                    <a:gd name="T70" fmla="*/ 29 w 198"/>
                    <a:gd name="T71" fmla="*/ 97 h 141"/>
                    <a:gd name="T72" fmla="*/ 23 w 198"/>
                    <a:gd name="T73" fmla="*/ 119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8" h="141">
                      <a:moveTo>
                        <a:pt x="12" y="141"/>
                      </a:moveTo>
                      <a:cubicBezTo>
                        <a:pt x="11" y="141"/>
                        <a:pt x="9" y="141"/>
                        <a:pt x="8" y="140"/>
                      </a:cubicBezTo>
                      <a:cubicBezTo>
                        <a:pt x="3" y="134"/>
                        <a:pt x="3" y="134"/>
                        <a:pt x="3" y="134"/>
                      </a:cubicBezTo>
                      <a:cubicBezTo>
                        <a:pt x="1" y="133"/>
                        <a:pt x="0" y="131"/>
                        <a:pt x="1" y="128"/>
                      </a:cubicBezTo>
                      <a:cubicBezTo>
                        <a:pt x="14" y="77"/>
                        <a:pt x="14" y="77"/>
                        <a:pt x="14" y="77"/>
                      </a:cubicBezTo>
                      <a:cubicBezTo>
                        <a:pt x="14" y="76"/>
                        <a:pt x="15" y="75"/>
                        <a:pt x="15" y="75"/>
                      </a:cubicBezTo>
                      <a:cubicBezTo>
                        <a:pt x="88" y="1"/>
                        <a:pt x="88" y="1"/>
                        <a:pt x="88" y="1"/>
                      </a:cubicBezTo>
                      <a:cubicBezTo>
                        <a:pt x="89" y="0"/>
                        <a:pt x="91" y="0"/>
                        <a:pt x="92" y="0"/>
                      </a:cubicBezTo>
                      <a:cubicBezTo>
                        <a:pt x="92" y="0"/>
                        <a:pt x="92" y="0"/>
                        <a:pt x="92" y="0"/>
                      </a:cubicBezTo>
                      <a:cubicBezTo>
                        <a:pt x="94" y="0"/>
                        <a:pt x="96" y="0"/>
                        <a:pt x="97" y="1"/>
                      </a:cubicBezTo>
                      <a:cubicBezTo>
                        <a:pt x="103" y="8"/>
                        <a:pt x="103" y="8"/>
                        <a:pt x="103" y="8"/>
                      </a:cubicBezTo>
                      <a:cubicBezTo>
                        <a:pt x="104" y="9"/>
                        <a:pt x="105" y="10"/>
                        <a:pt x="105" y="12"/>
                      </a:cubicBezTo>
                      <a:cubicBezTo>
                        <a:pt x="106" y="12"/>
                        <a:pt x="108" y="12"/>
                        <a:pt x="109" y="13"/>
                      </a:cubicBezTo>
                      <a:cubicBezTo>
                        <a:pt x="116" y="21"/>
                        <a:pt x="116" y="21"/>
                        <a:pt x="116" y="21"/>
                      </a:cubicBezTo>
                      <a:cubicBezTo>
                        <a:pt x="117" y="22"/>
                        <a:pt x="117" y="23"/>
                        <a:pt x="117" y="24"/>
                      </a:cubicBezTo>
                      <a:cubicBezTo>
                        <a:pt x="119" y="24"/>
                        <a:pt x="120" y="25"/>
                        <a:pt x="121" y="26"/>
                      </a:cubicBezTo>
                      <a:cubicBezTo>
                        <a:pt x="128" y="33"/>
                        <a:pt x="128" y="33"/>
                        <a:pt x="128" y="33"/>
                      </a:cubicBezTo>
                      <a:cubicBezTo>
                        <a:pt x="129" y="34"/>
                        <a:pt x="130" y="35"/>
                        <a:pt x="130" y="37"/>
                      </a:cubicBezTo>
                      <a:cubicBezTo>
                        <a:pt x="131" y="37"/>
                        <a:pt x="132" y="37"/>
                        <a:pt x="133" y="38"/>
                      </a:cubicBezTo>
                      <a:cubicBezTo>
                        <a:pt x="140" y="45"/>
                        <a:pt x="140" y="45"/>
                        <a:pt x="140" y="45"/>
                      </a:cubicBezTo>
                      <a:cubicBezTo>
                        <a:pt x="141" y="46"/>
                        <a:pt x="142" y="47"/>
                        <a:pt x="142" y="49"/>
                      </a:cubicBezTo>
                      <a:cubicBezTo>
                        <a:pt x="142" y="51"/>
                        <a:pt x="141" y="52"/>
                        <a:pt x="140" y="53"/>
                      </a:cubicBezTo>
                      <a:cubicBezTo>
                        <a:pt x="124" y="70"/>
                        <a:pt x="124" y="70"/>
                        <a:pt x="124" y="70"/>
                      </a:cubicBezTo>
                      <a:cubicBezTo>
                        <a:pt x="192" y="70"/>
                        <a:pt x="192" y="70"/>
                        <a:pt x="192" y="70"/>
                      </a:cubicBezTo>
                      <a:cubicBezTo>
                        <a:pt x="196" y="70"/>
                        <a:pt x="198" y="72"/>
                        <a:pt x="198" y="76"/>
                      </a:cubicBezTo>
                      <a:cubicBezTo>
                        <a:pt x="198" y="87"/>
                        <a:pt x="198" y="87"/>
                        <a:pt x="198" y="87"/>
                      </a:cubicBezTo>
                      <a:cubicBezTo>
                        <a:pt x="198" y="91"/>
                        <a:pt x="196" y="93"/>
                        <a:pt x="192" y="93"/>
                      </a:cubicBezTo>
                      <a:cubicBezTo>
                        <a:pt x="107" y="93"/>
                        <a:pt x="107" y="93"/>
                        <a:pt x="107" y="93"/>
                      </a:cubicBezTo>
                      <a:cubicBezTo>
                        <a:pt x="105" y="93"/>
                        <a:pt x="104" y="92"/>
                        <a:pt x="103" y="91"/>
                      </a:cubicBezTo>
                      <a:cubicBezTo>
                        <a:pt x="67" y="127"/>
                        <a:pt x="67" y="127"/>
                        <a:pt x="67" y="127"/>
                      </a:cubicBezTo>
                      <a:cubicBezTo>
                        <a:pt x="66" y="127"/>
                        <a:pt x="65" y="128"/>
                        <a:pt x="64" y="128"/>
                      </a:cubicBezTo>
                      <a:cubicBezTo>
                        <a:pt x="14" y="141"/>
                        <a:pt x="14" y="141"/>
                        <a:pt x="14" y="141"/>
                      </a:cubicBezTo>
                      <a:cubicBezTo>
                        <a:pt x="13" y="141"/>
                        <a:pt x="13" y="141"/>
                        <a:pt x="12" y="141"/>
                      </a:cubicBezTo>
                      <a:close/>
                      <a:moveTo>
                        <a:pt x="23" y="119"/>
                      </a:moveTo>
                      <a:cubicBezTo>
                        <a:pt x="45" y="113"/>
                        <a:pt x="45" y="113"/>
                        <a:pt x="45" y="113"/>
                      </a:cubicBezTo>
                      <a:cubicBezTo>
                        <a:pt x="29" y="97"/>
                        <a:pt x="29" y="97"/>
                        <a:pt x="29" y="97"/>
                      </a:cubicBezTo>
                      <a:lnTo>
                        <a:pt x="23" y="11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122" name="Freeform 52">
                  <a:extLst>
                    <a:ext uri="{FF2B5EF4-FFF2-40B4-BE49-F238E27FC236}">
                      <a16:creationId xmlns:a16="http://schemas.microsoft.com/office/drawing/2014/main" id="{2DDBE6A5-6CB5-493B-9B5F-C1EE5BE31DAA}"/>
                    </a:ext>
                  </a:extLst>
                </p:cNvPr>
                <p:cNvSpPr>
                  <a:spLocks noEditPoints="1"/>
                </p:cNvSpPr>
                <p:nvPr/>
              </p:nvSpPr>
              <p:spPr bwMode="auto">
                <a:xfrm>
                  <a:off x="-145995" y="8701808"/>
                  <a:ext cx="787400" cy="573089"/>
                </a:xfrm>
                <a:custGeom>
                  <a:avLst/>
                  <a:gdLst>
                    <a:gd name="T0" fmla="*/ 98 w 210"/>
                    <a:gd name="T1" fmla="*/ 12 h 153"/>
                    <a:gd name="T2" fmla="*/ 105 w 210"/>
                    <a:gd name="T3" fmla="*/ 18 h 153"/>
                    <a:gd name="T4" fmla="*/ 37 w 210"/>
                    <a:gd name="T5" fmla="*/ 86 h 153"/>
                    <a:gd name="T6" fmla="*/ 43 w 210"/>
                    <a:gd name="T7" fmla="*/ 92 h 153"/>
                    <a:gd name="T8" fmla="*/ 110 w 210"/>
                    <a:gd name="T9" fmla="*/ 24 h 153"/>
                    <a:gd name="T10" fmla="*/ 118 w 210"/>
                    <a:gd name="T11" fmla="*/ 31 h 153"/>
                    <a:gd name="T12" fmla="*/ 50 w 210"/>
                    <a:gd name="T13" fmla="*/ 99 h 153"/>
                    <a:gd name="T14" fmla="*/ 55 w 210"/>
                    <a:gd name="T15" fmla="*/ 104 h 153"/>
                    <a:gd name="T16" fmla="*/ 123 w 210"/>
                    <a:gd name="T17" fmla="*/ 36 h 153"/>
                    <a:gd name="T18" fmla="*/ 130 w 210"/>
                    <a:gd name="T19" fmla="*/ 43 h 153"/>
                    <a:gd name="T20" fmla="*/ 62 w 210"/>
                    <a:gd name="T21" fmla="*/ 111 h 153"/>
                    <a:gd name="T22" fmla="*/ 68 w 210"/>
                    <a:gd name="T23" fmla="*/ 116 h 153"/>
                    <a:gd name="T24" fmla="*/ 135 w 210"/>
                    <a:gd name="T25" fmla="*/ 49 h 153"/>
                    <a:gd name="T26" fmla="*/ 142 w 210"/>
                    <a:gd name="T27" fmla="*/ 55 h 153"/>
                    <a:gd name="T28" fmla="*/ 115 w 210"/>
                    <a:gd name="T29" fmla="*/ 82 h 153"/>
                    <a:gd name="T30" fmla="*/ 198 w 210"/>
                    <a:gd name="T31" fmla="*/ 82 h 153"/>
                    <a:gd name="T32" fmla="*/ 198 w 210"/>
                    <a:gd name="T33" fmla="*/ 93 h 153"/>
                    <a:gd name="T34" fmla="*/ 113 w 210"/>
                    <a:gd name="T35" fmla="*/ 93 h 153"/>
                    <a:gd name="T36" fmla="*/ 113 w 210"/>
                    <a:gd name="T37" fmla="*/ 84 h 153"/>
                    <a:gd name="T38" fmla="*/ 69 w 210"/>
                    <a:gd name="T39" fmla="*/ 128 h 153"/>
                    <a:gd name="T40" fmla="*/ 18 w 210"/>
                    <a:gd name="T41" fmla="*/ 141 h 153"/>
                    <a:gd name="T42" fmla="*/ 13 w 210"/>
                    <a:gd name="T43" fmla="*/ 136 h 153"/>
                    <a:gd name="T44" fmla="*/ 26 w 210"/>
                    <a:gd name="T45" fmla="*/ 85 h 153"/>
                    <a:gd name="T46" fmla="*/ 98 w 210"/>
                    <a:gd name="T47" fmla="*/ 12 h 153"/>
                    <a:gd name="T48" fmla="*/ 21 w 210"/>
                    <a:gd name="T49" fmla="*/ 133 h 153"/>
                    <a:gd name="T50" fmla="*/ 62 w 210"/>
                    <a:gd name="T51" fmla="*/ 122 h 153"/>
                    <a:gd name="T52" fmla="*/ 32 w 210"/>
                    <a:gd name="T53" fmla="*/ 91 h 153"/>
                    <a:gd name="T54" fmla="*/ 21 w 210"/>
                    <a:gd name="T55" fmla="*/ 133 h 153"/>
                    <a:gd name="T56" fmla="*/ 98 w 210"/>
                    <a:gd name="T57" fmla="*/ 0 h 153"/>
                    <a:gd name="T58" fmla="*/ 98 w 210"/>
                    <a:gd name="T59" fmla="*/ 0 h 153"/>
                    <a:gd name="T60" fmla="*/ 90 w 210"/>
                    <a:gd name="T61" fmla="*/ 3 h 153"/>
                    <a:gd name="T62" fmla="*/ 17 w 210"/>
                    <a:gd name="T63" fmla="*/ 76 h 153"/>
                    <a:gd name="T64" fmla="*/ 14 w 210"/>
                    <a:gd name="T65" fmla="*/ 82 h 153"/>
                    <a:gd name="T66" fmla="*/ 1 w 210"/>
                    <a:gd name="T67" fmla="*/ 133 h 153"/>
                    <a:gd name="T68" fmla="*/ 4 w 210"/>
                    <a:gd name="T69" fmla="*/ 145 h 153"/>
                    <a:gd name="T70" fmla="*/ 10 w 210"/>
                    <a:gd name="T71" fmla="*/ 150 h 153"/>
                    <a:gd name="T72" fmla="*/ 18 w 210"/>
                    <a:gd name="T73" fmla="*/ 153 h 153"/>
                    <a:gd name="T74" fmla="*/ 21 w 210"/>
                    <a:gd name="T75" fmla="*/ 153 h 153"/>
                    <a:gd name="T76" fmla="*/ 72 w 210"/>
                    <a:gd name="T77" fmla="*/ 140 h 153"/>
                    <a:gd name="T78" fmla="*/ 77 w 210"/>
                    <a:gd name="T79" fmla="*/ 137 h 153"/>
                    <a:gd name="T80" fmla="*/ 109 w 210"/>
                    <a:gd name="T81" fmla="*/ 105 h 153"/>
                    <a:gd name="T82" fmla="*/ 113 w 210"/>
                    <a:gd name="T83" fmla="*/ 105 h 153"/>
                    <a:gd name="T84" fmla="*/ 198 w 210"/>
                    <a:gd name="T85" fmla="*/ 105 h 153"/>
                    <a:gd name="T86" fmla="*/ 210 w 210"/>
                    <a:gd name="T87" fmla="*/ 93 h 153"/>
                    <a:gd name="T88" fmla="*/ 210 w 210"/>
                    <a:gd name="T89" fmla="*/ 82 h 153"/>
                    <a:gd name="T90" fmla="*/ 198 w 210"/>
                    <a:gd name="T91" fmla="*/ 70 h 153"/>
                    <a:gd name="T92" fmla="*/ 144 w 210"/>
                    <a:gd name="T93" fmla="*/ 70 h 153"/>
                    <a:gd name="T94" fmla="*/ 150 w 210"/>
                    <a:gd name="T95" fmla="*/ 64 h 153"/>
                    <a:gd name="T96" fmla="*/ 154 w 210"/>
                    <a:gd name="T97" fmla="*/ 55 h 153"/>
                    <a:gd name="T98" fmla="*/ 150 w 210"/>
                    <a:gd name="T99" fmla="*/ 47 h 153"/>
                    <a:gd name="T100" fmla="*/ 144 w 210"/>
                    <a:gd name="T101" fmla="*/ 40 h 153"/>
                    <a:gd name="T102" fmla="*/ 140 w 210"/>
                    <a:gd name="T103" fmla="*/ 38 h 153"/>
                    <a:gd name="T104" fmla="*/ 138 w 210"/>
                    <a:gd name="T105" fmla="*/ 35 h 153"/>
                    <a:gd name="T106" fmla="*/ 131 w 210"/>
                    <a:gd name="T107" fmla="*/ 28 h 153"/>
                    <a:gd name="T108" fmla="*/ 128 w 210"/>
                    <a:gd name="T109" fmla="*/ 25 h 153"/>
                    <a:gd name="T110" fmla="*/ 126 w 210"/>
                    <a:gd name="T111" fmla="*/ 22 h 153"/>
                    <a:gd name="T112" fmla="*/ 119 w 210"/>
                    <a:gd name="T113" fmla="*/ 15 h 153"/>
                    <a:gd name="T114" fmla="*/ 116 w 210"/>
                    <a:gd name="T115" fmla="*/ 13 h 153"/>
                    <a:gd name="T116" fmla="*/ 113 w 210"/>
                    <a:gd name="T117" fmla="*/ 10 h 153"/>
                    <a:gd name="T118" fmla="*/ 107 w 210"/>
                    <a:gd name="T119" fmla="*/ 3 h 153"/>
                    <a:gd name="T120" fmla="*/ 98 w 210"/>
                    <a:gd name="T121"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0" h="153">
                      <a:moveTo>
                        <a:pt x="98" y="12"/>
                      </a:moveTo>
                      <a:cubicBezTo>
                        <a:pt x="105" y="18"/>
                        <a:pt x="105" y="18"/>
                        <a:pt x="105" y="18"/>
                      </a:cubicBezTo>
                      <a:cubicBezTo>
                        <a:pt x="37" y="86"/>
                        <a:pt x="37" y="86"/>
                        <a:pt x="37" y="86"/>
                      </a:cubicBezTo>
                      <a:cubicBezTo>
                        <a:pt x="43" y="92"/>
                        <a:pt x="43" y="92"/>
                        <a:pt x="43" y="92"/>
                      </a:cubicBezTo>
                      <a:cubicBezTo>
                        <a:pt x="110" y="24"/>
                        <a:pt x="110" y="24"/>
                        <a:pt x="110" y="24"/>
                      </a:cubicBezTo>
                      <a:cubicBezTo>
                        <a:pt x="118" y="31"/>
                        <a:pt x="118" y="31"/>
                        <a:pt x="118" y="31"/>
                      </a:cubicBezTo>
                      <a:cubicBezTo>
                        <a:pt x="50" y="99"/>
                        <a:pt x="50" y="99"/>
                        <a:pt x="50" y="99"/>
                      </a:cubicBezTo>
                      <a:cubicBezTo>
                        <a:pt x="55" y="104"/>
                        <a:pt x="55" y="104"/>
                        <a:pt x="55" y="104"/>
                      </a:cubicBezTo>
                      <a:cubicBezTo>
                        <a:pt x="123" y="36"/>
                        <a:pt x="123" y="36"/>
                        <a:pt x="123" y="36"/>
                      </a:cubicBezTo>
                      <a:cubicBezTo>
                        <a:pt x="130" y="43"/>
                        <a:pt x="130" y="43"/>
                        <a:pt x="130" y="43"/>
                      </a:cubicBezTo>
                      <a:cubicBezTo>
                        <a:pt x="62" y="111"/>
                        <a:pt x="62" y="111"/>
                        <a:pt x="62" y="111"/>
                      </a:cubicBezTo>
                      <a:cubicBezTo>
                        <a:pt x="68" y="116"/>
                        <a:pt x="68" y="116"/>
                        <a:pt x="68" y="116"/>
                      </a:cubicBezTo>
                      <a:cubicBezTo>
                        <a:pt x="135" y="49"/>
                        <a:pt x="135" y="49"/>
                        <a:pt x="135" y="49"/>
                      </a:cubicBezTo>
                      <a:cubicBezTo>
                        <a:pt x="142" y="55"/>
                        <a:pt x="142" y="55"/>
                        <a:pt x="142" y="55"/>
                      </a:cubicBezTo>
                      <a:cubicBezTo>
                        <a:pt x="115" y="82"/>
                        <a:pt x="115" y="82"/>
                        <a:pt x="115" y="82"/>
                      </a:cubicBezTo>
                      <a:cubicBezTo>
                        <a:pt x="198" y="82"/>
                        <a:pt x="198" y="82"/>
                        <a:pt x="198" y="82"/>
                      </a:cubicBezTo>
                      <a:cubicBezTo>
                        <a:pt x="198" y="93"/>
                        <a:pt x="198" y="93"/>
                        <a:pt x="198" y="93"/>
                      </a:cubicBezTo>
                      <a:cubicBezTo>
                        <a:pt x="113" y="93"/>
                        <a:pt x="113" y="93"/>
                        <a:pt x="113" y="93"/>
                      </a:cubicBezTo>
                      <a:cubicBezTo>
                        <a:pt x="113" y="84"/>
                        <a:pt x="113" y="84"/>
                        <a:pt x="113" y="84"/>
                      </a:cubicBezTo>
                      <a:cubicBezTo>
                        <a:pt x="69" y="128"/>
                        <a:pt x="69" y="128"/>
                        <a:pt x="69" y="128"/>
                      </a:cubicBezTo>
                      <a:cubicBezTo>
                        <a:pt x="18" y="141"/>
                        <a:pt x="18" y="141"/>
                        <a:pt x="18" y="141"/>
                      </a:cubicBezTo>
                      <a:cubicBezTo>
                        <a:pt x="13" y="136"/>
                        <a:pt x="13" y="136"/>
                        <a:pt x="13" y="136"/>
                      </a:cubicBezTo>
                      <a:cubicBezTo>
                        <a:pt x="26" y="85"/>
                        <a:pt x="26" y="85"/>
                        <a:pt x="26" y="85"/>
                      </a:cubicBezTo>
                      <a:cubicBezTo>
                        <a:pt x="98" y="12"/>
                        <a:pt x="98" y="12"/>
                        <a:pt x="98" y="12"/>
                      </a:cubicBezTo>
                      <a:moveTo>
                        <a:pt x="21" y="133"/>
                      </a:moveTo>
                      <a:cubicBezTo>
                        <a:pt x="62" y="122"/>
                        <a:pt x="62" y="122"/>
                        <a:pt x="62" y="122"/>
                      </a:cubicBezTo>
                      <a:cubicBezTo>
                        <a:pt x="32" y="91"/>
                        <a:pt x="32" y="91"/>
                        <a:pt x="32" y="91"/>
                      </a:cubicBezTo>
                      <a:cubicBezTo>
                        <a:pt x="21" y="133"/>
                        <a:pt x="21" y="133"/>
                        <a:pt x="21" y="133"/>
                      </a:cubicBezTo>
                      <a:moveTo>
                        <a:pt x="98" y="0"/>
                      </a:moveTo>
                      <a:cubicBezTo>
                        <a:pt x="98" y="0"/>
                        <a:pt x="98" y="0"/>
                        <a:pt x="98" y="0"/>
                      </a:cubicBezTo>
                      <a:cubicBezTo>
                        <a:pt x="95" y="0"/>
                        <a:pt x="92" y="1"/>
                        <a:pt x="90" y="3"/>
                      </a:cubicBezTo>
                      <a:cubicBezTo>
                        <a:pt x="17" y="76"/>
                        <a:pt x="17" y="76"/>
                        <a:pt x="17" y="76"/>
                      </a:cubicBezTo>
                      <a:cubicBezTo>
                        <a:pt x="16" y="78"/>
                        <a:pt x="15" y="80"/>
                        <a:pt x="14" y="82"/>
                      </a:cubicBezTo>
                      <a:cubicBezTo>
                        <a:pt x="1" y="133"/>
                        <a:pt x="1" y="133"/>
                        <a:pt x="1" y="133"/>
                      </a:cubicBezTo>
                      <a:cubicBezTo>
                        <a:pt x="0" y="137"/>
                        <a:pt x="1" y="142"/>
                        <a:pt x="4" y="145"/>
                      </a:cubicBezTo>
                      <a:cubicBezTo>
                        <a:pt x="10" y="150"/>
                        <a:pt x="10" y="150"/>
                        <a:pt x="10" y="150"/>
                      </a:cubicBezTo>
                      <a:cubicBezTo>
                        <a:pt x="12" y="152"/>
                        <a:pt x="15" y="153"/>
                        <a:pt x="18" y="153"/>
                      </a:cubicBezTo>
                      <a:cubicBezTo>
                        <a:pt x="19" y="153"/>
                        <a:pt x="20" y="153"/>
                        <a:pt x="21" y="153"/>
                      </a:cubicBezTo>
                      <a:cubicBezTo>
                        <a:pt x="72" y="140"/>
                        <a:pt x="72" y="140"/>
                        <a:pt x="72" y="140"/>
                      </a:cubicBezTo>
                      <a:cubicBezTo>
                        <a:pt x="74" y="140"/>
                        <a:pt x="76" y="138"/>
                        <a:pt x="77" y="137"/>
                      </a:cubicBezTo>
                      <a:cubicBezTo>
                        <a:pt x="109" y="105"/>
                        <a:pt x="109" y="105"/>
                        <a:pt x="109" y="105"/>
                      </a:cubicBezTo>
                      <a:cubicBezTo>
                        <a:pt x="111" y="105"/>
                        <a:pt x="112" y="105"/>
                        <a:pt x="113" y="105"/>
                      </a:cubicBezTo>
                      <a:cubicBezTo>
                        <a:pt x="198" y="105"/>
                        <a:pt x="198" y="105"/>
                        <a:pt x="198" y="105"/>
                      </a:cubicBezTo>
                      <a:cubicBezTo>
                        <a:pt x="205" y="105"/>
                        <a:pt x="210" y="100"/>
                        <a:pt x="210" y="93"/>
                      </a:cubicBezTo>
                      <a:cubicBezTo>
                        <a:pt x="210" y="82"/>
                        <a:pt x="210" y="82"/>
                        <a:pt x="210" y="82"/>
                      </a:cubicBezTo>
                      <a:cubicBezTo>
                        <a:pt x="210" y="75"/>
                        <a:pt x="205" y="70"/>
                        <a:pt x="198" y="70"/>
                      </a:cubicBezTo>
                      <a:cubicBezTo>
                        <a:pt x="144" y="70"/>
                        <a:pt x="144" y="70"/>
                        <a:pt x="144" y="70"/>
                      </a:cubicBezTo>
                      <a:cubicBezTo>
                        <a:pt x="150" y="64"/>
                        <a:pt x="150" y="64"/>
                        <a:pt x="150" y="64"/>
                      </a:cubicBezTo>
                      <a:cubicBezTo>
                        <a:pt x="153" y="61"/>
                        <a:pt x="154" y="58"/>
                        <a:pt x="154" y="55"/>
                      </a:cubicBezTo>
                      <a:cubicBezTo>
                        <a:pt x="154" y="52"/>
                        <a:pt x="152" y="49"/>
                        <a:pt x="150" y="47"/>
                      </a:cubicBezTo>
                      <a:cubicBezTo>
                        <a:pt x="144" y="40"/>
                        <a:pt x="144" y="40"/>
                        <a:pt x="144" y="40"/>
                      </a:cubicBezTo>
                      <a:cubicBezTo>
                        <a:pt x="143" y="39"/>
                        <a:pt x="142" y="39"/>
                        <a:pt x="140" y="38"/>
                      </a:cubicBezTo>
                      <a:cubicBezTo>
                        <a:pt x="140" y="37"/>
                        <a:pt x="139" y="36"/>
                        <a:pt x="138" y="35"/>
                      </a:cubicBezTo>
                      <a:cubicBezTo>
                        <a:pt x="131" y="28"/>
                        <a:pt x="131" y="28"/>
                        <a:pt x="131" y="28"/>
                      </a:cubicBezTo>
                      <a:cubicBezTo>
                        <a:pt x="131" y="27"/>
                        <a:pt x="129" y="26"/>
                        <a:pt x="128" y="25"/>
                      </a:cubicBezTo>
                      <a:cubicBezTo>
                        <a:pt x="128" y="24"/>
                        <a:pt x="127" y="23"/>
                        <a:pt x="126" y="22"/>
                      </a:cubicBezTo>
                      <a:cubicBezTo>
                        <a:pt x="119" y="15"/>
                        <a:pt x="119" y="15"/>
                        <a:pt x="119" y="15"/>
                      </a:cubicBezTo>
                      <a:cubicBezTo>
                        <a:pt x="118" y="14"/>
                        <a:pt x="117" y="13"/>
                        <a:pt x="116" y="13"/>
                      </a:cubicBezTo>
                      <a:cubicBezTo>
                        <a:pt x="115" y="12"/>
                        <a:pt x="114" y="10"/>
                        <a:pt x="113" y="10"/>
                      </a:cubicBezTo>
                      <a:cubicBezTo>
                        <a:pt x="107" y="3"/>
                        <a:pt x="107" y="3"/>
                        <a:pt x="107" y="3"/>
                      </a:cubicBezTo>
                      <a:cubicBezTo>
                        <a:pt x="105" y="1"/>
                        <a:pt x="102" y="0"/>
                        <a:pt x="98" y="0"/>
                      </a:cubicBezTo>
                      <a:close/>
                    </a:path>
                  </a:pathLst>
                </a:custGeom>
                <a:solidFill>
                  <a:srgbClr val="0072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123" name="Rectangle 53">
                  <a:extLst>
                    <a:ext uri="{FF2B5EF4-FFF2-40B4-BE49-F238E27FC236}">
                      <a16:creationId xmlns:a16="http://schemas.microsoft.com/office/drawing/2014/main" id="{2FA01057-6B74-4D7A-A049-77D9DCDE48CA}"/>
                    </a:ext>
                  </a:extLst>
                </p:cNvPr>
                <p:cNvSpPr>
                  <a:spLocks noChangeArrowheads="1"/>
                </p:cNvSpPr>
                <p:nvPr/>
              </p:nvSpPr>
              <p:spPr bwMode="auto">
                <a:xfrm>
                  <a:off x="277868" y="9084396"/>
                  <a:ext cx="319088" cy="444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124" name="Rectangle 54">
                  <a:extLst>
                    <a:ext uri="{FF2B5EF4-FFF2-40B4-BE49-F238E27FC236}">
                      <a16:creationId xmlns:a16="http://schemas.microsoft.com/office/drawing/2014/main" id="{CBB2633B-D8A7-480F-9F6C-E417C21B9518}"/>
                    </a:ext>
                  </a:extLst>
                </p:cNvPr>
                <p:cNvSpPr>
                  <a:spLocks noChangeArrowheads="1"/>
                </p:cNvSpPr>
                <p:nvPr/>
              </p:nvSpPr>
              <p:spPr bwMode="auto">
                <a:xfrm>
                  <a:off x="277868" y="9159009"/>
                  <a:ext cx="319088" cy="444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125" name="Freeform 55">
                  <a:extLst>
                    <a:ext uri="{FF2B5EF4-FFF2-40B4-BE49-F238E27FC236}">
                      <a16:creationId xmlns:a16="http://schemas.microsoft.com/office/drawing/2014/main" id="{E7AE7953-1714-4A2D-8537-381BF5ED8E15}"/>
                    </a:ext>
                  </a:extLst>
                </p:cNvPr>
                <p:cNvSpPr>
                  <a:spLocks/>
                </p:cNvSpPr>
                <p:nvPr/>
              </p:nvSpPr>
              <p:spPr bwMode="auto">
                <a:xfrm>
                  <a:off x="239768" y="8674820"/>
                  <a:ext cx="217488" cy="214313"/>
                </a:xfrm>
                <a:custGeom>
                  <a:avLst/>
                  <a:gdLst>
                    <a:gd name="T0" fmla="*/ 55 w 58"/>
                    <a:gd name="T1" fmla="*/ 46 h 57"/>
                    <a:gd name="T2" fmla="*/ 55 w 58"/>
                    <a:gd name="T3" fmla="*/ 37 h 57"/>
                    <a:gd name="T4" fmla="*/ 21 w 58"/>
                    <a:gd name="T5" fmla="*/ 2 h 57"/>
                    <a:gd name="T6" fmla="*/ 12 w 58"/>
                    <a:gd name="T7" fmla="*/ 2 h 57"/>
                    <a:gd name="T8" fmla="*/ 0 w 58"/>
                    <a:gd name="T9" fmla="*/ 14 h 57"/>
                    <a:gd name="T10" fmla="*/ 44 w 58"/>
                    <a:gd name="T11" fmla="*/ 57 h 57"/>
                    <a:gd name="T12" fmla="*/ 55 w 58"/>
                    <a:gd name="T13" fmla="*/ 46 h 57"/>
                  </a:gdLst>
                  <a:ahLst/>
                  <a:cxnLst>
                    <a:cxn ang="0">
                      <a:pos x="T0" y="T1"/>
                    </a:cxn>
                    <a:cxn ang="0">
                      <a:pos x="T2" y="T3"/>
                    </a:cxn>
                    <a:cxn ang="0">
                      <a:pos x="T4" y="T5"/>
                    </a:cxn>
                    <a:cxn ang="0">
                      <a:pos x="T6" y="T7"/>
                    </a:cxn>
                    <a:cxn ang="0">
                      <a:pos x="T8" y="T9"/>
                    </a:cxn>
                    <a:cxn ang="0">
                      <a:pos x="T10" y="T11"/>
                    </a:cxn>
                    <a:cxn ang="0">
                      <a:pos x="T12" y="T13"/>
                    </a:cxn>
                  </a:cxnLst>
                  <a:rect l="0" t="0" r="r" b="b"/>
                  <a:pathLst>
                    <a:path w="58" h="57">
                      <a:moveTo>
                        <a:pt x="55" y="46"/>
                      </a:moveTo>
                      <a:cubicBezTo>
                        <a:pt x="58" y="43"/>
                        <a:pt x="58" y="39"/>
                        <a:pt x="55" y="37"/>
                      </a:cubicBezTo>
                      <a:cubicBezTo>
                        <a:pt x="21" y="2"/>
                        <a:pt x="21" y="2"/>
                        <a:pt x="21" y="2"/>
                      </a:cubicBezTo>
                      <a:cubicBezTo>
                        <a:pt x="18" y="0"/>
                        <a:pt x="14" y="0"/>
                        <a:pt x="12" y="2"/>
                      </a:cubicBezTo>
                      <a:cubicBezTo>
                        <a:pt x="0" y="14"/>
                        <a:pt x="0" y="14"/>
                        <a:pt x="0" y="14"/>
                      </a:cubicBezTo>
                      <a:cubicBezTo>
                        <a:pt x="44" y="57"/>
                        <a:pt x="44" y="57"/>
                        <a:pt x="44" y="57"/>
                      </a:cubicBezTo>
                      <a:cubicBezTo>
                        <a:pt x="55" y="46"/>
                        <a:pt x="55" y="46"/>
                        <a:pt x="55" y="4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sp>
              <p:nvSpPr>
                <p:cNvPr id="126" name="Freeform 56">
                  <a:extLst>
                    <a:ext uri="{FF2B5EF4-FFF2-40B4-BE49-F238E27FC236}">
                      <a16:creationId xmlns:a16="http://schemas.microsoft.com/office/drawing/2014/main" id="{55284900-9440-4292-94F1-B6B83EF99319}"/>
                    </a:ext>
                  </a:extLst>
                </p:cNvPr>
                <p:cNvSpPr>
                  <a:spLocks noEditPoints="1"/>
                </p:cNvSpPr>
                <p:nvPr/>
              </p:nvSpPr>
              <p:spPr bwMode="auto">
                <a:xfrm>
                  <a:off x="-96782" y="8746258"/>
                  <a:ext cx="693738" cy="484189"/>
                </a:xfrm>
                <a:custGeom>
                  <a:avLst/>
                  <a:gdLst>
                    <a:gd name="T0" fmla="*/ 241 w 437"/>
                    <a:gd name="T1" fmla="*/ 166 h 305"/>
                    <a:gd name="T2" fmla="*/ 305 w 437"/>
                    <a:gd name="T3" fmla="*/ 102 h 305"/>
                    <a:gd name="T4" fmla="*/ 288 w 437"/>
                    <a:gd name="T5" fmla="*/ 88 h 305"/>
                    <a:gd name="T6" fmla="*/ 130 w 437"/>
                    <a:gd name="T7" fmla="*/ 246 h 305"/>
                    <a:gd name="T8" fmla="*/ 116 w 437"/>
                    <a:gd name="T9" fmla="*/ 234 h 305"/>
                    <a:gd name="T10" fmla="*/ 276 w 437"/>
                    <a:gd name="T11" fmla="*/ 74 h 305"/>
                    <a:gd name="T12" fmla="*/ 260 w 437"/>
                    <a:gd name="T13" fmla="*/ 57 h 305"/>
                    <a:gd name="T14" fmla="*/ 99 w 437"/>
                    <a:gd name="T15" fmla="*/ 218 h 305"/>
                    <a:gd name="T16" fmla="*/ 87 w 437"/>
                    <a:gd name="T17" fmla="*/ 206 h 305"/>
                    <a:gd name="T18" fmla="*/ 248 w 437"/>
                    <a:gd name="T19" fmla="*/ 45 h 305"/>
                    <a:gd name="T20" fmla="*/ 229 w 437"/>
                    <a:gd name="T21" fmla="*/ 29 h 305"/>
                    <a:gd name="T22" fmla="*/ 71 w 437"/>
                    <a:gd name="T23" fmla="*/ 189 h 305"/>
                    <a:gd name="T24" fmla="*/ 56 w 437"/>
                    <a:gd name="T25" fmla="*/ 175 h 305"/>
                    <a:gd name="T26" fmla="*/ 217 w 437"/>
                    <a:gd name="T27" fmla="*/ 14 h 305"/>
                    <a:gd name="T28" fmla="*/ 201 w 437"/>
                    <a:gd name="T29" fmla="*/ 0 h 305"/>
                    <a:gd name="T30" fmla="*/ 30 w 437"/>
                    <a:gd name="T31" fmla="*/ 173 h 305"/>
                    <a:gd name="T32" fmla="*/ 0 w 437"/>
                    <a:gd name="T33" fmla="*/ 293 h 305"/>
                    <a:gd name="T34" fmla="*/ 12 w 437"/>
                    <a:gd name="T35" fmla="*/ 305 h 305"/>
                    <a:gd name="T36" fmla="*/ 132 w 437"/>
                    <a:gd name="T37" fmla="*/ 274 h 305"/>
                    <a:gd name="T38" fmla="*/ 236 w 437"/>
                    <a:gd name="T39" fmla="*/ 170 h 305"/>
                    <a:gd name="T40" fmla="*/ 236 w 437"/>
                    <a:gd name="T41" fmla="*/ 192 h 305"/>
                    <a:gd name="T42" fmla="*/ 437 w 437"/>
                    <a:gd name="T43" fmla="*/ 192 h 305"/>
                    <a:gd name="T44" fmla="*/ 437 w 437"/>
                    <a:gd name="T45" fmla="*/ 166 h 305"/>
                    <a:gd name="T46" fmla="*/ 241 w 437"/>
                    <a:gd name="T47" fmla="*/ 166 h 305"/>
                    <a:gd name="T48" fmla="*/ 19 w 437"/>
                    <a:gd name="T49" fmla="*/ 286 h 305"/>
                    <a:gd name="T50" fmla="*/ 45 w 437"/>
                    <a:gd name="T51" fmla="*/ 187 h 305"/>
                    <a:gd name="T52" fmla="*/ 116 w 437"/>
                    <a:gd name="T53" fmla="*/ 260 h 305"/>
                    <a:gd name="T54" fmla="*/ 19 w 437"/>
                    <a:gd name="T55" fmla="*/ 286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37" h="305">
                      <a:moveTo>
                        <a:pt x="241" y="166"/>
                      </a:moveTo>
                      <a:lnTo>
                        <a:pt x="305" y="102"/>
                      </a:lnTo>
                      <a:lnTo>
                        <a:pt x="288" y="88"/>
                      </a:lnTo>
                      <a:lnTo>
                        <a:pt x="130" y="246"/>
                      </a:lnTo>
                      <a:lnTo>
                        <a:pt x="116" y="234"/>
                      </a:lnTo>
                      <a:lnTo>
                        <a:pt x="276" y="74"/>
                      </a:lnTo>
                      <a:lnTo>
                        <a:pt x="260" y="57"/>
                      </a:lnTo>
                      <a:lnTo>
                        <a:pt x="99" y="218"/>
                      </a:lnTo>
                      <a:lnTo>
                        <a:pt x="87" y="206"/>
                      </a:lnTo>
                      <a:lnTo>
                        <a:pt x="248" y="45"/>
                      </a:lnTo>
                      <a:lnTo>
                        <a:pt x="229" y="29"/>
                      </a:lnTo>
                      <a:lnTo>
                        <a:pt x="71" y="189"/>
                      </a:lnTo>
                      <a:lnTo>
                        <a:pt x="56" y="175"/>
                      </a:lnTo>
                      <a:lnTo>
                        <a:pt x="217" y="14"/>
                      </a:lnTo>
                      <a:lnTo>
                        <a:pt x="201" y="0"/>
                      </a:lnTo>
                      <a:lnTo>
                        <a:pt x="30" y="173"/>
                      </a:lnTo>
                      <a:lnTo>
                        <a:pt x="0" y="293"/>
                      </a:lnTo>
                      <a:lnTo>
                        <a:pt x="12" y="305"/>
                      </a:lnTo>
                      <a:lnTo>
                        <a:pt x="132" y="274"/>
                      </a:lnTo>
                      <a:lnTo>
                        <a:pt x="236" y="170"/>
                      </a:lnTo>
                      <a:lnTo>
                        <a:pt x="236" y="192"/>
                      </a:lnTo>
                      <a:lnTo>
                        <a:pt x="437" y="192"/>
                      </a:lnTo>
                      <a:lnTo>
                        <a:pt x="437" y="166"/>
                      </a:lnTo>
                      <a:lnTo>
                        <a:pt x="241" y="166"/>
                      </a:lnTo>
                      <a:close/>
                      <a:moveTo>
                        <a:pt x="19" y="286"/>
                      </a:moveTo>
                      <a:lnTo>
                        <a:pt x="45" y="187"/>
                      </a:lnTo>
                      <a:lnTo>
                        <a:pt x="116" y="260"/>
                      </a:lnTo>
                      <a:lnTo>
                        <a:pt x="19" y="28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4600">
                    <a:latin typeface="Tahoma" pitchFamily="34" charset="0"/>
                    <a:ea typeface="Tahoma" pitchFamily="34" charset="0"/>
                    <a:cs typeface="Tahoma" pitchFamily="34" charset="0"/>
                  </a:endParaRPr>
                </a:p>
              </p:txBody>
            </p:sp>
          </p:grpSp>
        </p:grpSp>
      </p:grpSp>
      <p:sp>
        <p:nvSpPr>
          <p:cNvPr id="129" name="Text Box 19">
            <a:extLst>
              <a:ext uri="{FF2B5EF4-FFF2-40B4-BE49-F238E27FC236}">
                <a16:creationId xmlns:a16="http://schemas.microsoft.com/office/drawing/2014/main" id="{129AE7B9-0FC7-44CA-A738-DCE8A449D7E5}"/>
              </a:ext>
            </a:extLst>
          </p:cNvPr>
          <p:cNvSpPr txBox="1">
            <a:spLocks noChangeArrowheads="1"/>
          </p:cNvSpPr>
          <p:nvPr/>
        </p:nvSpPr>
        <p:spPr bwMode="auto">
          <a:xfrm>
            <a:off x="1654499" y="11582400"/>
            <a:ext cx="2166270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Những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mệnh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đề</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liên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quan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đến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toán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học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mệnh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đề</a:t>
            </a:r>
            <a:r>
              <a:rPr lang="en-US" sz="4800" b="1" dirty="0">
                <a:latin typeface="Tahoma" panose="020B0604030504040204" pitchFamily="34" charset="0"/>
                <a:ea typeface="Tahoma" panose="020B0604030504040204" pitchFamily="34" charset="0"/>
                <a:cs typeface="Tahoma" panose="020B0604030504040204" pitchFamily="34" charset="0"/>
              </a:rPr>
              <a:t> ở </a:t>
            </a:r>
            <a:r>
              <a:rPr lang="en-US" sz="4800" b="1" dirty="0" err="1">
                <a:latin typeface="Tahoma" panose="020B0604030504040204" pitchFamily="34" charset="0"/>
                <a:ea typeface="Tahoma" panose="020B0604030504040204" pitchFamily="34" charset="0"/>
                <a:cs typeface="Tahoma" panose="020B0604030504040204" pitchFamily="34" charset="0"/>
              </a:rPr>
              <a:t>câu</a:t>
            </a:r>
            <a:r>
              <a:rPr lang="en-US" sz="4800" b="1" dirty="0">
                <a:latin typeface="Tahoma" panose="020B0604030504040204" pitchFamily="34" charset="0"/>
                <a:ea typeface="Tahoma" panose="020B0604030504040204" pitchFamily="34" charset="0"/>
                <a:cs typeface="Tahoma" panose="020B0604030504040204" pitchFamily="34" charset="0"/>
              </a:rPr>
              <a:t> a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câu</a:t>
            </a:r>
            <a:r>
              <a:rPr lang="en-US" sz="4800" b="1" dirty="0">
                <a:latin typeface="Tahoma" panose="020B0604030504040204" pitchFamily="34" charset="0"/>
                <a:ea typeface="Tahoma" panose="020B0604030504040204" pitchFamily="34" charset="0"/>
                <a:cs typeface="Tahoma" panose="020B0604030504040204" pitchFamily="34" charset="0"/>
              </a:rPr>
              <a:t> b </a:t>
            </a:r>
            <a:r>
              <a:rPr lang="en-US" sz="4800" b="1" dirty="0" err="1">
                <a:latin typeface="Tahoma" panose="020B0604030504040204" pitchFamily="34" charset="0"/>
                <a:ea typeface="Tahoma" panose="020B0604030504040204" pitchFamily="34" charset="0"/>
                <a:cs typeface="Tahoma" panose="020B0604030504040204" pitchFamily="34" charset="0"/>
              </a:rPr>
              <a:t>trong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Ví</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dụ</a:t>
            </a:r>
            <a:r>
              <a:rPr lang="en-US" sz="4800" b="1" dirty="0">
                <a:latin typeface="Tahoma" panose="020B0604030504040204" pitchFamily="34" charset="0"/>
                <a:ea typeface="Tahoma" panose="020B0604030504040204" pitchFamily="34" charset="0"/>
                <a:cs typeface="Tahoma" panose="020B0604030504040204" pitchFamily="34" charset="0"/>
              </a:rPr>
              <a:t> 1) </a:t>
            </a:r>
            <a:r>
              <a:rPr lang="en-US" sz="4800" b="1" dirty="0" err="1">
                <a:latin typeface="Tahoma" panose="020B0604030504040204" pitchFamily="34" charset="0"/>
                <a:ea typeface="Tahoma" panose="020B0604030504040204" pitchFamily="34" charset="0"/>
                <a:cs typeface="Tahoma" panose="020B0604030504040204" pitchFamily="34" charset="0"/>
              </a:rPr>
              <a:t>được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gọi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mệnh</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đề</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toán</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học</a:t>
            </a:r>
            <a:r>
              <a:rPr lang="en-US" sz="4800" b="1" dirty="0">
                <a:latin typeface="Tahoma" panose="020B0604030504040204" pitchFamily="34" charset="0"/>
                <a:ea typeface="Tahoma" panose="020B0604030504040204" pitchFamily="34" charset="0"/>
                <a:cs typeface="Tahoma" panose="020B0604030504040204" pitchFamily="34" charset="0"/>
              </a:rPr>
              <a:t>.</a:t>
            </a:r>
          </a:p>
        </p:txBody>
      </p:sp>
      <p:sp>
        <p:nvSpPr>
          <p:cNvPr id="130" name="TextBox 129">
            <a:extLst>
              <a:ext uri="{FF2B5EF4-FFF2-40B4-BE49-F238E27FC236}">
                <a16:creationId xmlns:a16="http://schemas.microsoft.com/office/drawing/2014/main" id="{9EE47759-C884-4337-9368-89B448B920EB}"/>
              </a:ext>
            </a:extLst>
          </p:cNvPr>
          <p:cNvSpPr txBox="1"/>
          <p:nvPr/>
        </p:nvSpPr>
        <p:spPr>
          <a:xfrm>
            <a:off x="1839065" y="11049000"/>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132" name="Rounded Rectangle 13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36" name="TextBox 13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9656006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left)">
                                      <p:cBhvr>
                                        <p:cTn id="7" dur="500"/>
                                        <p:tgtEl>
                                          <p:spTgt spid="4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wipe(left)">
                                      <p:cBhvr>
                                        <p:cTn id="11" dur="500"/>
                                        <p:tgtEl>
                                          <p:spTgt spid="50"/>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9"/>
                                        </p:tgtEl>
                                        <p:attrNameLst>
                                          <p:attrName>style.visibility</p:attrName>
                                        </p:attrNameLst>
                                      </p:cBhvr>
                                      <p:to>
                                        <p:strVal val="visible"/>
                                      </p:to>
                                    </p:set>
                                    <p:animEffect transition="in" filter="wipe(left)">
                                      <p:cBhvr>
                                        <p:cTn id="15" dur="500"/>
                                        <p:tgtEl>
                                          <p:spTgt spid="79"/>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81"/>
                                        </p:tgtEl>
                                        <p:attrNameLst>
                                          <p:attrName>style.visibility</p:attrName>
                                        </p:attrNameLst>
                                      </p:cBhvr>
                                      <p:to>
                                        <p:strVal val="visible"/>
                                      </p:to>
                                    </p:set>
                                    <p:animEffect transition="in" filter="barn(inVertical)">
                                      <p:cBhvr>
                                        <p:cTn id="20" dur="500"/>
                                        <p:tgtEl>
                                          <p:spTgt spid="81"/>
                                        </p:tgtEl>
                                      </p:cBhvr>
                                    </p:animEffect>
                                  </p:childTnLst>
                                </p:cTn>
                              </p:par>
                            </p:childTnLst>
                          </p:cTn>
                        </p:par>
                        <p:par>
                          <p:cTn id="21" fill="hold">
                            <p:stCondLst>
                              <p:cond delay="500"/>
                            </p:stCondLst>
                            <p:childTnLst>
                              <p:par>
                                <p:cTn id="22" presetID="22" presetClass="entr" presetSubtype="4" fill="hold" grpId="0" nodeType="afterEffect">
                                  <p:stCondLst>
                                    <p:cond delay="0"/>
                                  </p:stCondLst>
                                  <p:childTnLst>
                                    <p:set>
                                      <p:cBhvr>
                                        <p:cTn id="23" dur="1" fill="hold">
                                          <p:stCondLst>
                                            <p:cond delay="0"/>
                                          </p:stCondLst>
                                        </p:cTn>
                                        <p:tgtEl>
                                          <p:spTgt spid="80"/>
                                        </p:tgtEl>
                                        <p:attrNameLst>
                                          <p:attrName>style.visibility</p:attrName>
                                        </p:attrNameLst>
                                      </p:cBhvr>
                                      <p:to>
                                        <p:strVal val="visible"/>
                                      </p:to>
                                    </p:set>
                                    <p:animEffect transition="in" filter="wipe(down)">
                                      <p:cBhvr>
                                        <p:cTn id="24" dur="500"/>
                                        <p:tgtEl>
                                          <p:spTgt spid="80"/>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6">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6">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6">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106"/>
                                        </p:tgtEl>
                                        <p:attrNameLst>
                                          <p:attrName>style.visibility</p:attrName>
                                        </p:attrNameLst>
                                      </p:cBhvr>
                                      <p:to>
                                        <p:strVal val="visible"/>
                                      </p:to>
                                    </p:set>
                                    <p:animEffect transition="in" filter="barn(inVertical)">
                                      <p:cBhvr>
                                        <p:cTn id="41" dur="500"/>
                                        <p:tgtEl>
                                          <p:spTgt spid="106"/>
                                        </p:tgtEl>
                                      </p:cBhvr>
                                    </p:animEffect>
                                  </p:childTnLst>
                                </p:cTn>
                              </p:par>
                            </p:childTnLst>
                          </p:cTn>
                        </p:par>
                        <p:par>
                          <p:cTn id="42" fill="hold">
                            <p:stCondLst>
                              <p:cond delay="500"/>
                            </p:stCondLst>
                            <p:childTnLst>
                              <p:par>
                                <p:cTn id="43" presetID="16" presetClass="entr" presetSubtype="21" fill="hold" grpId="0" nodeType="afterEffect">
                                  <p:stCondLst>
                                    <p:cond delay="0"/>
                                  </p:stCondLst>
                                  <p:childTnLst>
                                    <p:set>
                                      <p:cBhvr>
                                        <p:cTn id="44" dur="1" fill="hold">
                                          <p:stCondLst>
                                            <p:cond delay="0"/>
                                          </p:stCondLst>
                                        </p:cTn>
                                        <p:tgtEl>
                                          <p:spTgt spid="129"/>
                                        </p:tgtEl>
                                        <p:attrNameLst>
                                          <p:attrName>style.visibility</p:attrName>
                                        </p:attrNameLst>
                                      </p:cBhvr>
                                      <p:to>
                                        <p:strVal val="visible"/>
                                      </p:to>
                                    </p:set>
                                    <p:animEffect transition="in" filter="barn(inVertical)">
                                      <p:cBhvr>
                                        <p:cTn id="45" dur="5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79" grpId="0"/>
      <p:bldP spid="80" grpId="0" animBg="1"/>
      <p:bldP spid="12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7" name="TextBox 26">
            <a:extLst>
              <a:ext uri="{FF2B5EF4-FFF2-40B4-BE49-F238E27FC236}">
                <a16:creationId xmlns:a16="http://schemas.microsoft.com/office/drawing/2014/main" id="{3A653732-9210-4228-AD0D-1B9B77B02426}"/>
              </a:ext>
            </a:extLst>
          </p:cNvPr>
          <p:cNvSpPr txBox="1"/>
          <p:nvPr/>
        </p:nvSpPr>
        <p:spPr>
          <a:xfrm>
            <a:off x="1839065" y="4640743"/>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49" name="Rounded Rectangle 61">
            <a:extLst>
              <a:ext uri="{FF2B5EF4-FFF2-40B4-BE49-F238E27FC236}">
                <a16:creationId xmlns:a16="http://schemas.microsoft.com/office/drawing/2014/main" id="{8C4F66B5-9F53-45FC-B951-E4D1E076FC2C}"/>
              </a:ext>
            </a:extLst>
          </p:cNvPr>
          <p:cNvSpPr/>
          <p:nvPr/>
        </p:nvSpPr>
        <p:spPr>
          <a:xfrm>
            <a:off x="1055781" y="2726936"/>
            <a:ext cx="22163170" cy="10227063"/>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50" name="Group 67">
            <a:extLst>
              <a:ext uri="{FF2B5EF4-FFF2-40B4-BE49-F238E27FC236}">
                <a16:creationId xmlns:a16="http://schemas.microsoft.com/office/drawing/2014/main" id="{BAE863BA-DDC7-40A3-BD63-B632301C2DDF}"/>
              </a:ext>
            </a:extLst>
          </p:cNvPr>
          <p:cNvGrpSpPr/>
          <p:nvPr/>
        </p:nvGrpSpPr>
        <p:grpSpPr>
          <a:xfrm>
            <a:off x="1526207" y="2362200"/>
            <a:ext cx="4569793" cy="940513"/>
            <a:chOff x="1311958" y="3405486"/>
            <a:chExt cx="5547673" cy="940513"/>
          </a:xfrm>
        </p:grpSpPr>
        <p:sp>
          <p:nvSpPr>
            <p:cNvPr id="51" name="Freeform 20">
              <a:extLst>
                <a:ext uri="{FF2B5EF4-FFF2-40B4-BE49-F238E27FC236}">
                  <a16:creationId xmlns:a16="http://schemas.microsoft.com/office/drawing/2014/main" id="{15D07D9B-5448-498A-B68D-C65FD69E3A6E}"/>
                </a:ext>
              </a:extLst>
            </p:cNvPr>
            <p:cNvSpPr>
              <a:spLocks/>
            </p:cNvSpPr>
            <p:nvPr/>
          </p:nvSpPr>
          <p:spPr bwMode="auto">
            <a:xfrm rot="5400000">
              <a:off x="4069456" y="1523012"/>
              <a:ext cx="793396" cy="4786954"/>
            </a:xfrm>
            <a:prstGeom prst="round2SameRect">
              <a:avLst/>
            </a:prstGeom>
            <a:solidFill>
              <a:srgbClr val="70AD47">
                <a:lumMod val="75000"/>
              </a:srgbClr>
            </a:solidFill>
            <a:ln w="57150">
              <a:solidFill>
                <a:srgbClr val="70AD47">
                  <a:lumMod val="75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2" name="TextBox 51">
              <a:extLst>
                <a:ext uri="{FF2B5EF4-FFF2-40B4-BE49-F238E27FC236}">
                  <a16:creationId xmlns:a16="http://schemas.microsoft.com/office/drawing/2014/main" id="{38ADCDEF-9ADE-4990-911D-DB4A647079A9}"/>
                </a:ext>
              </a:extLst>
            </p:cNvPr>
            <p:cNvSpPr txBox="1"/>
            <p:nvPr/>
          </p:nvSpPr>
          <p:spPr>
            <a:xfrm>
              <a:off x="2316645" y="3484582"/>
              <a:ext cx="3333361" cy="8002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600" b="1" kern="0">
                  <a:solidFill>
                    <a:prstClr val="white"/>
                  </a:solidFill>
                  <a:latin typeface="Tahoma" pitchFamily="34" charset="0"/>
                  <a:ea typeface="Tahoma" pitchFamily="34" charset="0"/>
                  <a:cs typeface="Tahoma" pitchFamily="34" charset="0"/>
                </a:rPr>
                <a:t>Luyện tập 1</a:t>
              </a:r>
              <a:endParaRPr kumimoji="0" lang="en-US" sz="4600" b="1" i="0" u="none" strike="noStrike" kern="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p:grpSp>
          <p:nvGrpSpPr>
            <p:cNvPr id="53" name="Group 70">
              <a:extLst>
                <a:ext uri="{FF2B5EF4-FFF2-40B4-BE49-F238E27FC236}">
                  <a16:creationId xmlns:a16="http://schemas.microsoft.com/office/drawing/2014/main" id="{9DB54C55-6C13-4C06-B677-EB45AED0EF74}"/>
                </a:ext>
              </a:extLst>
            </p:cNvPr>
            <p:cNvGrpSpPr/>
            <p:nvPr/>
          </p:nvGrpSpPr>
          <p:grpSpPr>
            <a:xfrm>
              <a:off x="1311958" y="3405486"/>
              <a:ext cx="950173" cy="940513"/>
              <a:chOff x="1311958" y="3405486"/>
              <a:chExt cx="950173" cy="940513"/>
            </a:xfrm>
          </p:grpSpPr>
          <p:sp>
            <p:nvSpPr>
              <p:cNvPr id="54" name="Rectangle 53">
                <a:extLst>
                  <a:ext uri="{FF2B5EF4-FFF2-40B4-BE49-F238E27FC236}">
                    <a16:creationId xmlns:a16="http://schemas.microsoft.com/office/drawing/2014/main" id="{F43D8799-9111-4045-A7B0-7DF40BFE6CB2}"/>
                  </a:ext>
                </a:extLst>
              </p:cNvPr>
              <p:cNvSpPr/>
              <p:nvPr/>
            </p:nvSpPr>
            <p:spPr>
              <a:xfrm>
                <a:off x="1406975" y="3672018"/>
                <a:ext cx="596676" cy="54031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5" name="Freeform 13">
                <a:extLst>
                  <a:ext uri="{FF2B5EF4-FFF2-40B4-BE49-F238E27FC236}">
                    <a16:creationId xmlns:a16="http://schemas.microsoft.com/office/drawing/2014/main" id="{0964B461-7639-42FF-9628-5AEBCC705C50}"/>
                  </a:ext>
                </a:extLst>
              </p:cNvPr>
              <p:cNvSpPr>
                <a:spLocks noEditPoints="1"/>
              </p:cNvSpPr>
              <p:nvPr/>
            </p:nvSpPr>
            <p:spPr bwMode="auto">
              <a:xfrm>
                <a:off x="1311958" y="3581027"/>
                <a:ext cx="190035" cy="268948"/>
              </a:xfrm>
              <a:custGeom>
                <a:avLst/>
                <a:gdLst>
                  <a:gd name="T0" fmla="*/ 34 w 50"/>
                  <a:gd name="T1" fmla="*/ 16 h 71"/>
                  <a:gd name="T2" fmla="*/ 34 w 50"/>
                  <a:gd name="T3" fmla="*/ 55 h 71"/>
                  <a:gd name="T4" fmla="*/ 16 w 50"/>
                  <a:gd name="T5" fmla="*/ 55 h 71"/>
                  <a:gd name="T6" fmla="*/ 16 w 50"/>
                  <a:gd name="T7" fmla="*/ 16 h 71"/>
                  <a:gd name="T8" fmla="*/ 34 w 50"/>
                  <a:gd name="T9" fmla="*/ 16 h 71"/>
                  <a:gd name="T10" fmla="*/ 34 w 50"/>
                  <a:gd name="T11" fmla="*/ 0 h 71"/>
                  <a:gd name="T12" fmla="*/ 16 w 50"/>
                  <a:gd name="T13" fmla="*/ 0 h 71"/>
                  <a:gd name="T14" fmla="*/ 0 w 50"/>
                  <a:gd name="T15" fmla="*/ 16 h 71"/>
                  <a:gd name="T16" fmla="*/ 0 w 50"/>
                  <a:gd name="T17" fmla="*/ 55 h 71"/>
                  <a:gd name="T18" fmla="*/ 16 w 50"/>
                  <a:gd name="T19" fmla="*/ 71 h 71"/>
                  <a:gd name="T20" fmla="*/ 34 w 50"/>
                  <a:gd name="T21" fmla="*/ 71 h 71"/>
                  <a:gd name="T22" fmla="*/ 50 w 50"/>
                  <a:gd name="T23" fmla="*/ 55 h 71"/>
                  <a:gd name="T24" fmla="*/ 50 w 50"/>
                  <a:gd name="T25" fmla="*/ 16 h 71"/>
                  <a:gd name="T26" fmla="*/ 34 w 50"/>
                  <a:gd name="T2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1">
                    <a:moveTo>
                      <a:pt x="34" y="16"/>
                    </a:moveTo>
                    <a:cubicBezTo>
                      <a:pt x="34" y="55"/>
                      <a:pt x="34" y="55"/>
                      <a:pt x="34" y="55"/>
                    </a:cubicBezTo>
                    <a:cubicBezTo>
                      <a:pt x="16" y="55"/>
                      <a:pt x="16" y="55"/>
                      <a:pt x="16" y="55"/>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5"/>
                      <a:pt x="0" y="55"/>
                      <a:pt x="0" y="55"/>
                    </a:cubicBezTo>
                    <a:cubicBezTo>
                      <a:pt x="0" y="64"/>
                      <a:pt x="7" y="71"/>
                      <a:pt x="16" y="71"/>
                    </a:cubicBezTo>
                    <a:cubicBezTo>
                      <a:pt x="34" y="71"/>
                      <a:pt x="34" y="71"/>
                      <a:pt x="34" y="71"/>
                    </a:cubicBezTo>
                    <a:cubicBezTo>
                      <a:pt x="43" y="71"/>
                      <a:pt x="50" y="64"/>
                      <a:pt x="50" y="55"/>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6" name="Freeform 14">
                <a:extLst>
                  <a:ext uri="{FF2B5EF4-FFF2-40B4-BE49-F238E27FC236}">
                    <a16:creationId xmlns:a16="http://schemas.microsoft.com/office/drawing/2014/main" id="{2BD50541-A2D2-439A-9CFF-5A2D5CF0EAFB}"/>
                  </a:ext>
                </a:extLst>
              </p:cNvPr>
              <p:cNvSpPr>
                <a:spLocks noEditPoints="1"/>
              </p:cNvSpPr>
              <p:nvPr/>
            </p:nvSpPr>
            <p:spPr bwMode="auto">
              <a:xfrm>
                <a:off x="1311958" y="3581027"/>
                <a:ext cx="277000" cy="181983"/>
              </a:xfrm>
              <a:custGeom>
                <a:avLst/>
                <a:gdLst>
                  <a:gd name="T0" fmla="*/ 57 w 73"/>
                  <a:gd name="T1" fmla="*/ 16 h 48"/>
                  <a:gd name="T2" fmla="*/ 57 w 73"/>
                  <a:gd name="T3" fmla="*/ 32 h 48"/>
                  <a:gd name="T4" fmla="*/ 16 w 73"/>
                  <a:gd name="T5" fmla="*/ 32 h 48"/>
                  <a:gd name="T6" fmla="*/ 16 w 73"/>
                  <a:gd name="T7" fmla="*/ 16 h 48"/>
                  <a:gd name="T8" fmla="*/ 57 w 73"/>
                  <a:gd name="T9" fmla="*/ 16 h 48"/>
                  <a:gd name="T10" fmla="*/ 57 w 73"/>
                  <a:gd name="T11" fmla="*/ 0 h 48"/>
                  <a:gd name="T12" fmla="*/ 16 w 73"/>
                  <a:gd name="T13" fmla="*/ 0 h 48"/>
                  <a:gd name="T14" fmla="*/ 0 w 73"/>
                  <a:gd name="T15" fmla="*/ 16 h 48"/>
                  <a:gd name="T16" fmla="*/ 0 w 73"/>
                  <a:gd name="T17" fmla="*/ 32 h 48"/>
                  <a:gd name="T18" fmla="*/ 16 w 73"/>
                  <a:gd name="T19" fmla="*/ 48 h 48"/>
                  <a:gd name="T20" fmla="*/ 57 w 73"/>
                  <a:gd name="T21" fmla="*/ 48 h 48"/>
                  <a:gd name="T22" fmla="*/ 73 w 73"/>
                  <a:gd name="T23" fmla="*/ 32 h 48"/>
                  <a:gd name="T24" fmla="*/ 73 w 73"/>
                  <a:gd name="T25" fmla="*/ 16 h 48"/>
                  <a:gd name="T26" fmla="*/ 57 w 73"/>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8">
                    <a:moveTo>
                      <a:pt x="57" y="16"/>
                    </a:moveTo>
                    <a:cubicBezTo>
                      <a:pt x="57" y="32"/>
                      <a:pt x="57" y="32"/>
                      <a:pt x="57" y="32"/>
                    </a:cubicBezTo>
                    <a:cubicBezTo>
                      <a:pt x="16" y="32"/>
                      <a:pt x="16" y="32"/>
                      <a:pt x="16" y="32"/>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2"/>
                      <a:pt x="0" y="32"/>
                      <a:pt x="0" y="32"/>
                    </a:cubicBezTo>
                    <a:cubicBezTo>
                      <a:pt x="0" y="41"/>
                      <a:pt x="7" y="48"/>
                      <a:pt x="16" y="48"/>
                    </a:cubicBezTo>
                    <a:cubicBezTo>
                      <a:pt x="57" y="48"/>
                      <a:pt x="57" y="48"/>
                      <a:pt x="57" y="48"/>
                    </a:cubicBezTo>
                    <a:cubicBezTo>
                      <a:pt x="66" y="48"/>
                      <a:pt x="73" y="41"/>
                      <a:pt x="73" y="32"/>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7" name="Freeform 15">
                <a:extLst>
                  <a:ext uri="{FF2B5EF4-FFF2-40B4-BE49-F238E27FC236}">
                    <a16:creationId xmlns:a16="http://schemas.microsoft.com/office/drawing/2014/main" id="{25BBDF65-0816-4435-86C9-CE992D59BA26}"/>
                  </a:ext>
                </a:extLst>
              </p:cNvPr>
              <p:cNvSpPr>
                <a:spLocks noEditPoints="1"/>
              </p:cNvSpPr>
              <p:nvPr/>
            </p:nvSpPr>
            <p:spPr bwMode="auto">
              <a:xfrm>
                <a:off x="1563190" y="3581027"/>
                <a:ext cx="285052" cy="181983"/>
              </a:xfrm>
              <a:custGeom>
                <a:avLst/>
                <a:gdLst>
                  <a:gd name="T0" fmla="*/ 58 w 75"/>
                  <a:gd name="T1" fmla="*/ 16 h 48"/>
                  <a:gd name="T2" fmla="*/ 43 w 75"/>
                  <a:gd name="T3" fmla="*/ 32 h 48"/>
                  <a:gd name="T4" fmla="*/ 16 w 75"/>
                  <a:gd name="T5" fmla="*/ 32 h 48"/>
                  <a:gd name="T6" fmla="*/ 16 w 75"/>
                  <a:gd name="T7" fmla="*/ 16 h 48"/>
                  <a:gd name="T8" fmla="*/ 58 w 75"/>
                  <a:gd name="T9" fmla="*/ 16 h 48"/>
                  <a:gd name="T10" fmla="*/ 58 w 75"/>
                  <a:gd name="T11" fmla="*/ 0 h 48"/>
                  <a:gd name="T12" fmla="*/ 16 w 75"/>
                  <a:gd name="T13" fmla="*/ 0 h 48"/>
                  <a:gd name="T14" fmla="*/ 0 w 75"/>
                  <a:gd name="T15" fmla="*/ 16 h 48"/>
                  <a:gd name="T16" fmla="*/ 0 w 75"/>
                  <a:gd name="T17" fmla="*/ 32 h 48"/>
                  <a:gd name="T18" fmla="*/ 16 w 75"/>
                  <a:gd name="T19" fmla="*/ 48 h 48"/>
                  <a:gd name="T20" fmla="*/ 43 w 75"/>
                  <a:gd name="T21" fmla="*/ 48 h 48"/>
                  <a:gd name="T22" fmla="*/ 55 w 75"/>
                  <a:gd name="T23" fmla="*/ 43 h 48"/>
                  <a:gd name="T24" fmla="*/ 70 w 75"/>
                  <a:gd name="T25" fmla="*/ 26 h 48"/>
                  <a:gd name="T26" fmla="*/ 73 w 75"/>
                  <a:gd name="T27" fmla="*/ 9 h 48"/>
                  <a:gd name="T28" fmla="*/ 58 w 75"/>
                  <a:gd name="T2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8">
                    <a:moveTo>
                      <a:pt x="58" y="16"/>
                    </a:moveTo>
                    <a:cubicBezTo>
                      <a:pt x="43" y="32"/>
                      <a:pt x="43" y="32"/>
                      <a:pt x="43" y="32"/>
                    </a:cubicBezTo>
                    <a:cubicBezTo>
                      <a:pt x="16" y="32"/>
                      <a:pt x="16" y="32"/>
                      <a:pt x="16" y="32"/>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2"/>
                      <a:pt x="0" y="32"/>
                      <a:pt x="0" y="32"/>
                    </a:cubicBezTo>
                    <a:cubicBezTo>
                      <a:pt x="0" y="41"/>
                      <a:pt x="8" y="48"/>
                      <a:pt x="16" y="48"/>
                    </a:cubicBezTo>
                    <a:cubicBezTo>
                      <a:pt x="43" y="48"/>
                      <a:pt x="43" y="48"/>
                      <a:pt x="43" y="48"/>
                    </a:cubicBezTo>
                    <a:cubicBezTo>
                      <a:pt x="48" y="48"/>
                      <a:pt x="52" y="46"/>
                      <a:pt x="55" y="43"/>
                    </a:cubicBezTo>
                    <a:cubicBezTo>
                      <a:pt x="70" y="26"/>
                      <a:pt x="70" y="26"/>
                      <a:pt x="70" y="26"/>
                    </a:cubicBezTo>
                    <a:cubicBezTo>
                      <a:pt x="74" y="22"/>
                      <a:pt x="75" y="15"/>
                      <a:pt x="73" y="9"/>
                    </a:cubicBezTo>
                    <a:cubicBezTo>
                      <a:pt x="70" y="3"/>
                      <a:pt x="64"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8" name="Freeform 16">
                <a:extLst>
                  <a:ext uri="{FF2B5EF4-FFF2-40B4-BE49-F238E27FC236}">
                    <a16:creationId xmlns:a16="http://schemas.microsoft.com/office/drawing/2014/main" id="{D17517C7-E177-434D-8C4D-A78AAA7627E4}"/>
                  </a:ext>
                </a:extLst>
              </p:cNvPr>
              <p:cNvSpPr>
                <a:spLocks noEditPoints="1"/>
              </p:cNvSpPr>
              <p:nvPr/>
            </p:nvSpPr>
            <p:spPr bwMode="auto">
              <a:xfrm>
                <a:off x="1563190" y="4151132"/>
                <a:ext cx="280221" cy="194867"/>
              </a:xfrm>
              <a:custGeom>
                <a:avLst/>
                <a:gdLst>
                  <a:gd name="T0" fmla="*/ 58 w 74"/>
                  <a:gd name="T1" fmla="*/ 16 h 51"/>
                  <a:gd name="T2" fmla="*/ 58 w 74"/>
                  <a:gd name="T3" fmla="*/ 35 h 51"/>
                  <a:gd name="T4" fmla="*/ 16 w 74"/>
                  <a:gd name="T5" fmla="*/ 35 h 51"/>
                  <a:gd name="T6" fmla="*/ 16 w 74"/>
                  <a:gd name="T7" fmla="*/ 16 h 51"/>
                  <a:gd name="T8" fmla="*/ 58 w 74"/>
                  <a:gd name="T9" fmla="*/ 16 h 51"/>
                  <a:gd name="T10" fmla="*/ 58 w 74"/>
                  <a:gd name="T11" fmla="*/ 0 h 51"/>
                  <a:gd name="T12" fmla="*/ 16 w 74"/>
                  <a:gd name="T13" fmla="*/ 0 h 51"/>
                  <a:gd name="T14" fmla="*/ 0 w 74"/>
                  <a:gd name="T15" fmla="*/ 16 h 51"/>
                  <a:gd name="T16" fmla="*/ 0 w 74"/>
                  <a:gd name="T17" fmla="*/ 35 h 51"/>
                  <a:gd name="T18" fmla="*/ 16 w 74"/>
                  <a:gd name="T19" fmla="*/ 51 h 51"/>
                  <a:gd name="T20" fmla="*/ 58 w 74"/>
                  <a:gd name="T21" fmla="*/ 51 h 51"/>
                  <a:gd name="T22" fmla="*/ 74 w 74"/>
                  <a:gd name="T23" fmla="*/ 35 h 51"/>
                  <a:gd name="T24" fmla="*/ 74 w 74"/>
                  <a:gd name="T25" fmla="*/ 16 h 51"/>
                  <a:gd name="T26" fmla="*/ 58 w 74"/>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1">
                    <a:moveTo>
                      <a:pt x="58" y="16"/>
                    </a:moveTo>
                    <a:cubicBezTo>
                      <a:pt x="58" y="35"/>
                      <a:pt x="58" y="35"/>
                      <a:pt x="58" y="35"/>
                    </a:cubicBezTo>
                    <a:cubicBezTo>
                      <a:pt x="16" y="35"/>
                      <a:pt x="16" y="35"/>
                      <a:pt x="16" y="35"/>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5"/>
                      <a:pt x="0" y="35"/>
                      <a:pt x="0" y="35"/>
                    </a:cubicBezTo>
                    <a:cubicBezTo>
                      <a:pt x="0" y="43"/>
                      <a:pt x="8" y="51"/>
                      <a:pt x="16" y="51"/>
                    </a:cubicBezTo>
                    <a:cubicBezTo>
                      <a:pt x="58" y="51"/>
                      <a:pt x="58" y="51"/>
                      <a:pt x="58" y="51"/>
                    </a:cubicBezTo>
                    <a:cubicBezTo>
                      <a:pt x="67" y="51"/>
                      <a:pt x="74" y="43"/>
                      <a:pt x="74" y="35"/>
                    </a:cubicBezTo>
                    <a:cubicBezTo>
                      <a:pt x="74" y="16"/>
                      <a:pt x="74" y="16"/>
                      <a:pt x="74" y="16"/>
                    </a:cubicBezTo>
                    <a:cubicBezTo>
                      <a:pt x="74" y="7"/>
                      <a:pt x="67"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9" name="Freeform 17">
                <a:extLst>
                  <a:ext uri="{FF2B5EF4-FFF2-40B4-BE49-F238E27FC236}">
                    <a16:creationId xmlns:a16="http://schemas.microsoft.com/office/drawing/2014/main" id="{9B01B60B-B2FF-4665-8ED7-490257C21EAE}"/>
                  </a:ext>
                </a:extLst>
              </p:cNvPr>
              <p:cNvSpPr>
                <a:spLocks noEditPoints="1"/>
              </p:cNvSpPr>
              <p:nvPr/>
            </p:nvSpPr>
            <p:spPr bwMode="auto">
              <a:xfrm>
                <a:off x="1311958" y="4064167"/>
                <a:ext cx="19003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0" name="Freeform 18">
                <a:extLst>
                  <a:ext uri="{FF2B5EF4-FFF2-40B4-BE49-F238E27FC236}">
                    <a16:creationId xmlns:a16="http://schemas.microsoft.com/office/drawing/2014/main" id="{19109C17-AF6D-4476-A672-55EC71EF9A0D}"/>
                  </a:ext>
                </a:extLst>
              </p:cNvPr>
              <p:cNvSpPr>
                <a:spLocks noEditPoints="1"/>
              </p:cNvSpPr>
              <p:nvPr/>
            </p:nvSpPr>
            <p:spPr bwMode="auto">
              <a:xfrm>
                <a:off x="1311958" y="4151132"/>
                <a:ext cx="27700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1" name="Freeform 19">
                <a:extLst>
                  <a:ext uri="{FF2B5EF4-FFF2-40B4-BE49-F238E27FC236}">
                    <a16:creationId xmlns:a16="http://schemas.microsoft.com/office/drawing/2014/main" id="{81AC942F-911A-4CB3-9629-21F5E1B5FBC6}"/>
                  </a:ext>
                </a:extLst>
              </p:cNvPr>
              <p:cNvSpPr>
                <a:spLocks noEditPoints="1"/>
              </p:cNvSpPr>
              <p:nvPr/>
            </p:nvSpPr>
            <p:spPr bwMode="auto">
              <a:xfrm>
                <a:off x="1311958" y="3820986"/>
                <a:ext cx="19003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2" name="Freeform 20">
                <a:extLst>
                  <a:ext uri="{FF2B5EF4-FFF2-40B4-BE49-F238E27FC236}">
                    <a16:creationId xmlns:a16="http://schemas.microsoft.com/office/drawing/2014/main" id="{D9F382EA-F4E2-4501-BC82-C78D2C810BC9}"/>
                  </a:ext>
                </a:extLst>
              </p:cNvPr>
              <p:cNvSpPr>
                <a:spLocks noEditPoints="1"/>
              </p:cNvSpPr>
              <p:nvPr/>
            </p:nvSpPr>
            <p:spPr bwMode="auto">
              <a:xfrm>
                <a:off x="1907830" y="4064167"/>
                <a:ext cx="19164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3" name="Freeform 21">
                <a:extLst>
                  <a:ext uri="{FF2B5EF4-FFF2-40B4-BE49-F238E27FC236}">
                    <a16:creationId xmlns:a16="http://schemas.microsoft.com/office/drawing/2014/main" id="{F1ECB0E6-4452-4C42-BAAB-DC3E74C35AE2}"/>
                  </a:ext>
                </a:extLst>
              </p:cNvPr>
              <p:cNvSpPr>
                <a:spLocks noEditPoints="1"/>
              </p:cNvSpPr>
              <p:nvPr/>
            </p:nvSpPr>
            <p:spPr bwMode="auto">
              <a:xfrm>
                <a:off x="1820865" y="4151132"/>
                <a:ext cx="27861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4" name="Freeform 22">
                <a:extLst>
                  <a:ext uri="{FF2B5EF4-FFF2-40B4-BE49-F238E27FC236}">
                    <a16:creationId xmlns:a16="http://schemas.microsoft.com/office/drawing/2014/main" id="{4BAED771-D18E-4AB8-90C4-545B70E84253}"/>
                  </a:ext>
                </a:extLst>
              </p:cNvPr>
              <p:cNvSpPr>
                <a:spLocks noEditPoints="1"/>
              </p:cNvSpPr>
              <p:nvPr/>
            </p:nvSpPr>
            <p:spPr bwMode="auto">
              <a:xfrm>
                <a:off x="1907830" y="3820986"/>
                <a:ext cx="19164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5" name="Freeform 23">
                <a:extLst>
                  <a:ext uri="{FF2B5EF4-FFF2-40B4-BE49-F238E27FC236}">
                    <a16:creationId xmlns:a16="http://schemas.microsoft.com/office/drawing/2014/main" id="{9015FA6A-8E42-44EB-BD0B-B4F3C8124FCA}"/>
                  </a:ext>
                </a:extLst>
              </p:cNvPr>
              <p:cNvSpPr>
                <a:spLocks noEditPoints="1"/>
              </p:cNvSpPr>
              <p:nvPr/>
            </p:nvSpPr>
            <p:spPr bwMode="auto">
              <a:xfrm>
                <a:off x="1661428" y="3405486"/>
                <a:ext cx="600703" cy="594262"/>
              </a:xfrm>
              <a:custGeom>
                <a:avLst/>
                <a:gdLst>
                  <a:gd name="T0" fmla="*/ 105 w 158"/>
                  <a:gd name="T1" fmla="*/ 16 h 156"/>
                  <a:gd name="T2" fmla="*/ 140 w 158"/>
                  <a:gd name="T3" fmla="*/ 56 h 156"/>
                  <a:gd name="T4" fmla="*/ 56 w 158"/>
                  <a:gd name="T5" fmla="*/ 140 h 156"/>
                  <a:gd name="T6" fmla="*/ 17 w 158"/>
                  <a:gd name="T7" fmla="*/ 99 h 156"/>
                  <a:gd name="T8" fmla="*/ 105 w 158"/>
                  <a:gd name="T9" fmla="*/ 16 h 156"/>
                  <a:gd name="T10" fmla="*/ 105 w 158"/>
                  <a:gd name="T11" fmla="*/ 0 h 156"/>
                  <a:gd name="T12" fmla="*/ 94 w 158"/>
                  <a:gd name="T13" fmla="*/ 5 h 156"/>
                  <a:gd name="T14" fmla="*/ 6 w 158"/>
                  <a:gd name="T15" fmla="*/ 87 h 156"/>
                  <a:gd name="T16" fmla="*/ 5 w 158"/>
                  <a:gd name="T17" fmla="*/ 109 h 156"/>
                  <a:gd name="T18" fmla="*/ 44 w 158"/>
                  <a:gd name="T19" fmla="*/ 151 h 156"/>
                  <a:gd name="T20" fmla="*/ 55 w 158"/>
                  <a:gd name="T21" fmla="*/ 156 h 156"/>
                  <a:gd name="T22" fmla="*/ 56 w 158"/>
                  <a:gd name="T23" fmla="*/ 156 h 156"/>
                  <a:gd name="T24" fmla="*/ 67 w 158"/>
                  <a:gd name="T25" fmla="*/ 152 h 156"/>
                  <a:gd name="T26" fmla="*/ 151 w 158"/>
                  <a:gd name="T27" fmla="*/ 67 h 156"/>
                  <a:gd name="T28" fmla="*/ 152 w 158"/>
                  <a:gd name="T29" fmla="*/ 45 h 156"/>
                  <a:gd name="T30" fmla="*/ 117 w 158"/>
                  <a:gd name="T31" fmla="*/ 6 h 156"/>
                  <a:gd name="T32" fmla="*/ 105 w 158"/>
                  <a:gd name="T33" fmla="*/ 0 h 156"/>
                  <a:gd name="T34" fmla="*/ 105 w 158"/>
                  <a:gd name="T3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 h="156">
                    <a:moveTo>
                      <a:pt x="105" y="16"/>
                    </a:moveTo>
                    <a:cubicBezTo>
                      <a:pt x="140" y="56"/>
                      <a:pt x="140" y="56"/>
                      <a:pt x="140" y="56"/>
                    </a:cubicBezTo>
                    <a:cubicBezTo>
                      <a:pt x="56" y="140"/>
                      <a:pt x="56" y="140"/>
                      <a:pt x="56" y="140"/>
                    </a:cubicBezTo>
                    <a:cubicBezTo>
                      <a:pt x="17" y="99"/>
                      <a:pt x="17" y="99"/>
                      <a:pt x="17" y="99"/>
                    </a:cubicBezTo>
                    <a:cubicBezTo>
                      <a:pt x="105" y="16"/>
                      <a:pt x="105" y="16"/>
                      <a:pt x="105" y="16"/>
                    </a:cubicBezTo>
                    <a:moveTo>
                      <a:pt x="105" y="0"/>
                    </a:moveTo>
                    <a:cubicBezTo>
                      <a:pt x="101" y="0"/>
                      <a:pt x="97" y="2"/>
                      <a:pt x="94" y="5"/>
                    </a:cubicBezTo>
                    <a:cubicBezTo>
                      <a:pt x="6" y="87"/>
                      <a:pt x="6" y="87"/>
                      <a:pt x="6" y="87"/>
                    </a:cubicBezTo>
                    <a:cubicBezTo>
                      <a:pt x="0" y="93"/>
                      <a:pt x="0" y="103"/>
                      <a:pt x="5" y="109"/>
                    </a:cubicBezTo>
                    <a:cubicBezTo>
                      <a:pt x="44" y="151"/>
                      <a:pt x="44" y="151"/>
                      <a:pt x="44" y="151"/>
                    </a:cubicBezTo>
                    <a:cubicBezTo>
                      <a:pt x="47" y="154"/>
                      <a:pt x="51" y="156"/>
                      <a:pt x="55" y="156"/>
                    </a:cubicBezTo>
                    <a:cubicBezTo>
                      <a:pt x="55" y="156"/>
                      <a:pt x="56" y="156"/>
                      <a:pt x="56" y="156"/>
                    </a:cubicBezTo>
                    <a:cubicBezTo>
                      <a:pt x="60" y="156"/>
                      <a:pt x="64" y="155"/>
                      <a:pt x="67" y="152"/>
                    </a:cubicBezTo>
                    <a:cubicBezTo>
                      <a:pt x="151" y="67"/>
                      <a:pt x="151" y="67"/>
                      <a:pt x="151" y="67"/>
                    </a:cubicBezTo>
                    <a:cubicBezTo>
                      <a:pt x="157" y="61"/>
                      <a:pt x="158" y="52"/>
                      <a:pt x="152" y="45"/>
                    </a:cubicBezTo>
                    <a:cubicBezTo>
                      <a:pt x="117" y="6"/>
                      <a:pt x="117" y="6"/>
                      <a:pt x="117" y="6"/>
                    </a:cubicBezTo>
                    <a:cubicBezTo>
                      <a:pt x="114" y="3"/>
                      <a:pt x="110" y="1"/>
                      <a:pt x="105" y="0"/>
                    </a:cubicBezTo>
                    <a:cubicBezTo>
                      <a:pt x="105" y="0"/>
                      <a:pt x="105" y="0"/>
                      <a:pt x="105"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6" name="Freeform 24">
                <a:extLst>
                  <a:ext uri="{FF2B5EF4-FFF2-40B4-BE49-F238E27FC236}">
                    <a16:creationId xmlns:a16="http://schemas.microsoft.com/office/drawing/2014/main" id="{67CF42F9-44A5-43B1-8433-A9E6B4A6ADC5}"/>
                  </a:ext>
                </a:extLst>
              </p:cNvPr>
              <p:cNvSpPr>
                <a:spLocks noEditPoints="1"/>
              </p:cNvSpPr>
              <p:nvPr/>
            </p:nvSpPr>
            <p:spPr bwMode="auto">
              <a:xfrm>
                <a:off x="1555138" y="3790388"/>
                <a:ext cx="318872" cy="293105"/>
              </a:xfrm>
              <a:custGeom>
                <a:avLst/>
                <a:gdLst>
                  <a:gd name="T0" fmla="*/ 32 w 84"/>
                  <a:gd name="T1" fmla="*/ 16 h 77"/>
                  <a:gd name="T2" fmla="*/ 67 w 84"/>
                  <a:gd name="T3" fmla="*/ 50 h 77"/>
                  <a:gd name="T4" fmla="*/ 17 w 84"/>
                  <a:gd name="T5" fmla="*/ 61 h 77"/>
                  <a:gd name="T6" fmla="*/ 32 w 84"/>
                  <a:gd name="T7" fmla="*/ 16 h 77"/>
                  <a:gd name="T8" fmla="*/ 32 w 84"/>
                  <a:gd name="T9" fmla="*/ 0 h 77"/>
                  <a:gd name="T10" fmla="*/ 28 w 84"/>
                  <a:gd name="T11" fmla="*/ 1 h 77"/>
                  <a:gd name="T12" fmla="*/ 17 w 84"/>
                  <a:gd name="T13" fmla="*/ 11 h 77"/>
                  <a:gd name="T14" fmla="*/ 2 w 84"/>
                  <a:gd name="T15" fmla="*/ 56 h 77"/>
                  <a:gd name="T16" fmla="*/ 5 w 84"/>
                  <a:gd name="T17" fmla="*/ 72 h 77"/>
                  <a:gd name="T18" fmla="*/ 17 w 84"/>
                  <a:gd name="T19" fmla="*/ 77 h 77"/>
                  <a:gd name="T20" fmla="*/ 20 w 84"/>
                  <a:gd name="T21" fmla="*/ 76 h 77"/>
                  <a:gd name="T22" fmla="*/ 71 w 84"/>
                  <a:gd name="T23" fmla="*/ 65 h 77"/>
                  <a:gd name="T24" fmla="*/ 83 w 84"/>
                  <a:gd name="T25" fmla="*/ 54 h 77"/>
                  <a:gd name="T26" fmla="*/ 78 w 84"/>
                  <a:gd name="T27" fmla="*/ 38 h 77"/>
                  <a:gd name="T28" fmla="*/ 43 w 84"/>
                  <a:gd name="T29" fmla="*/ 5 h 77"/>
                  <a:gd name="T30" fmla="*/ 32 w 84"/>
                  <a:gd name="T3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77">
                    <a:moveTo>
                      <a:pt x="32" y="16"/>
                    </a:moveTo>
                    <a:cubicBezTo>
                      <a:pt x="67" y="50"/>
                      <a:pt x="67" y="50"/>
                      <a:pt x="67" y="50"/>
                    </a:cubicBezTo>
                    <a:cubicBezTo>
                      <a:pt x="17" y="61"/>
                      <a:pt x="17" y="61"/>
                      <a:pt x="17" y="61"/>
                    </a:cubicBezTo>
                    <a:cubicBezTo>
                      <a:pt x="32" y="16"/>
                      <a:pt x="32" y="16"/>
                      <a:pt x="32" y="16"/>
                    </a:cubicBezTo>
                    <a:moveTo>
                      <a:pt x="32" y="0"/>
                    </a:moveTo>
                    <a:cubicBezTo>
                      <a:pt x="31" y="0"/>
                      <a:pt x="29" y="0"/>
                      <a:pt x="28" y="1"/>
                    </a:cubicBezTo>
                    <a:cubicBezTo>
                      <a:pt x="23" y="2"/>
                      <a:pt x="18" y="6"/>
                      <a:pt x="17" y="11"/>
                    </a:cubicBezTo>
                    <a:cubicBezTo>
                      <a:pt x="2" y="56"/>
                      <a:pt x="2" y="56"/>
                      <a:pt x="2" y="56"/>
                    </a:cubicBezTo>
                    <a:cubicBezTo>
                      <a:pt x="0" y="61"/>
                      <a:pt x="1" y="67"/>
                      <a:pt x="5" y="72"/>
                    </a:cubicBezTo>
                    <a:cubicBezTo>
                      <a:pt x="8" y="75"/>
                      <a:pt x="12" y="77"/>
                      <a:pt x="17" y="77"/>
                    </a:cubicBezTo>
                    <a:cubicBezTo>
                      <a:pt x="18" y="77"/>
                      <a:pt x="19" y="77"/>
                      <a:pt x="20" y="76"/>
                    </a:cubicBezTo>
                    <a:cubicBezTo>
                      <a:pt x="71" y="65"/>
                      <a:pt x="71" y="65"/>
                      <a:pt x="71" y="65"/>
                    </a:cubicBezTo>
                    <a:cubicBezTo>
                      <a:pt x="77" y="64"/>
                      <a:pt x="81" y="59"/>
                      <a:pt x="83" y="54"/>
                    </a:cubicBezTo>
                    <a:cubicBezTo>
                      <a:pt x="84" y="48"/>
                      <a:pt x="83" y="42"/>
                      <a:pt x="78" y="38"/>
                    </a:cubicBezTo>
                    <a:cubicBezTo>
                      <a:pt x="43" y="5"/>
                      <a:pt x="43" y="5"/>
                      <a:pt x="43" y="5"/>
                    </a:cubicBezTo>
                    <a:cubicBezTo>
                      <a:pt x="40" y="2"/>
                      <a:pt x="36" y="0"/>
                      <a:pt x="32"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7" name="Freeform 25">
                <a:extLst>
                  <a:ext uri="{FF2B5EF4-FFF2-40B4-BE49-F238E27FC236}">
                    <a16:creationId xmlns:a16="http://schemas.microsoft.com/office/drawing/2014/main" id="{024383A2-15A9-46AB-9836-B440A160DEB9}"/>
                  </a:ext>
                </a:extLst>
              </p:cNvPr>
              <p:cNvSpPr>
                <a:spLocks/>
              </p:cNvSpPr>
              <p:nvPr/>
            </p:nvSpPr>
            <p:spPr bwMode="auto">
              <a:xfrm>
                <a:off x="1371545" y="3642225"/>
                <a:ext cx="69249" cy="148163"/>
              </a:xfrm>
              <a:custGeom>
                <a:avLst/>
                <a:gdLst>
                  <a:gd name="T0" fmla="*/ 0 w 43"/>
                  <a:gd name="T1" fmla="*/ 0 h 92"/>
                  <a:gd name="T2" fmla="*/ 43 w 43"/>
                  <a:gd name="T3" fmla="*/ 0 h 92"/>
                  <a:gd name="T4" fmla="*/ 43 w 43"/>
                  <a:gd name="T5" fmla="*/ 92 h 92"/>
                  <a:gd name="T6" fmla="*/ 0 w 43"/>
                  <a:gd name="T7" fmla="*/ 92 h 92"/>
                  <a:gd name="T8" fmla="*/ 0 w 43"/>
                  <a:gd name="T9" fmla="*/ 0 h 92"/>
                  <a:gd name="T10" fmla="*/ 0 w 43"/>
                  <a:gd name="T11" fmla="*/ 0 h 92"/>
                </a:gdLst>
                <a:ahLst/>
                <a:cxnLst>
                  <a:cxn ang="0">
                    <a:pos x="T0" y="T1"/>
                  </a:cxn>
                  <a:cxn ang="0">
                    <a:pos x="T2" y="T3"/>
                  </a:cxn>
                  <a:cxn ang="0">
                    <a:pos x="T4" y="T5"/>
                  </a:cxn>
                  <a:cxn ang="0">
                    <a:pos x="T6" y="T7"/>
                  </a:cxn>
                  <a:cxn ang="0">
                    <a:pos x="T8" y="T9"/>
                  </a:cxn>
                  <a:cxn ang="0">
                    <a:pos x="T10" y="T11"/>
                  </a:cxn>
                </a:cxnLst>
                <a:rect l="0" t="0" r="r" b="b"/>
                <a:pathLst>
                  <a:path w="43" h="92">
                    <a:moveTo>
                      <a:pt x="0" y="0"/>
                    </a:moveTo>
                    <a:lnTo>
                      <a:pt x="43" y="0"/>
                    </a:lnTo>
                    <a:lnTo>
                      <a:pt x="43" y="92"/>
                    </a:lnTo>
                    <a:lnTo>
                      <a:pt x="0" y="92"/>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8" name="Freeform 26">
                <a:extLst>
                  <a:ext uri="{FF2B5EF4-FFF2-40B4-BE49-F238E27FC236}">
                    <a16:creationId xmlns:a16="http://schemas.microsoft.com/office/drawing/2014/main" id="{CBBC424F-E267-4294-AC7B-C2A365F10E51}"/>
                  </a:ext>
                </a:extLst>
              </p:cNvPr>
              <p:cNvSpPr>
                <a:spLocks/>
              </p:cNvSpPr>
              <p:nvPr/>
            </p:nvSpPr>
            <p:spPr bwMode="auto">
              <a:xfrm>
                <a:off x="1371545" y="3642225"/>
                <a:ext cx="156215" cy="59588"/>
              </a:xfrm>
              <a:custGeom>
                <a:avLst/>
                <a:gdLst>
                  <a:gd name="T0" fmla="*/ 0 w 97"/>
                  <a:gd name="T1" fmla="*/ 0 h 37"/>
                  <a:gd name="T2" fmla="*/ 97 w 97"/>
                  <a:gd name="T3" fmla="*/ 0 h 37"/>
                  <a:gd name="T4" fmla="*/ 97 w 97"/>
                  <a:gd name="T5" fmla="*/ 37 h 37"/>
                  <a:gd name="T6" fmla="*/ 0 w 97"/>
                  <a:gd name="T7" fmla="*/ 37 h 37"/>
                  <a:gd name="T8" fmla="*/ 0 w 97"/>
                  <a:gd name="T9" fmla="*/ 0 h 37"/>
                  <a:gd name="T10" fmla="*/ 0 w 97"/>
                  <a:gd name="T11" fmla="*/ 0 h 37"/>
                </a:gdLst>
                <a:ahLst/>
                <a:cxnLst>
                  <a:cxn ang="0">
                    <a:pos x="T0" y="T1"/>
                  </a:cxn>
                  <a:cxn ang="0">
                    <a:pos x="T2" y="T3"/>
                  </a:cxn>
                  <a:cxn ang="0">
                    <a:pos x="T4" y="T5"/>
                  </a:cxn>
                  <a:cxn ang="0">
                    <a:pos x="T6" y="T7"/>
                  </a:cxn>
                  <a:cxn ang="0">
                    <a:pos x="T8" y="T9"/>
                  </a:cxn>
                  <a:cxn ang="0">
                    <a:pos x="T10" y="T11"/>
                  </a:cxn>
                </a:cxnLst>
                <a:rect l="0" t="0" r="r" b="b"/>
                <a:pathLst>
                  <a:path w="97" h="37">
                    <a:moveTo>
                      <a:pt x="0" y="0"/>
                    </a:moveTo>
                    <a:lnTo>
                      <a:pt x="97" y="0"/>
                    </a:lnTo>
                    <a:lnTo>
                      <a:pt x="97" y="37"/>
                    </a:lnTo>
                    <a:lnTo>
                      <a:pt x="0" y="37"/>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9" name="Freeform 27">
                <a:extLst>
                  <a:ext uri="{FF2B5EF4-FFF2-40B4-BE49-F238E27FC236}">
                    <a16:creationId xmlns:a16="http://schemas.microsoft.com/office/drawing/2014/main" id="{E10F5550-7A5C-4D04-AF81-314FA07D9743}"/>
                  </a:ext>
                </a:extLst>
              </p:cNvPr>
              <p:cNvSpPr>
                <a:spLocks/>
              </p:cNvSpPr>
              <p:nvPr/>
            </p:nvSpPr>
            <p:spPr bwMode="auto">
              <a:xfrm>
                <a:off x="1622777" y="3642225"/>
                <a:ext cx="161046" cy="59588"/>
              </a:xfrm>
              <a:custGeom>
                <a:avLst/>
                <a:gdLst>
                  <a:gd name="T0" fmla="*/ 0 w 100"/>
                  <a:gd name="T1" fmla="*/ 37 h 37"/>
                  <a:gd name="T2" fmla="*/ 0 w 100"/>
                  <a:gd name="T3" fmla="*/ 0 h 37"/>
                  <a:gd name="T4" fmla="*/ 100 w 100"/>
                  <a:gd name="T5" fmla="*/ 0 h 37"/>
                  <a:gd name="T6" fmla="*/ 64 w 100"/>
                  <a:gd name="T7" fmla="*/ 37 h 37"/>
                  <a:gd name="T8" fmla="*/ 0 w 100"/>
                  <a:gd name="T9" fmla="*/ 37 h 37"/>
                  <a:gd name="T10" fmla="*/ 0 w 100"/>
                  <a:gd name="T11" fmla="*/ 37 h 37"/>
                  <a:gd name="T12" fmla="*/ 0 w 100"/>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100" h="37">
                    <a:moveTo>
                      <a:pt x="0" y="37"/>
                    </a:moveTo>
                    <a:lnTo>
                      <a:pt x="0" y="0"/>
                    </a:lnTo>
                    <a:lnTo>
                      <a:pt x="100" y="0"/>
                    </a:lnTo>
                    <a:lnTo>
                      <a:pt x="64" y="37"/>
                    </a:lnTo>
                    <a:lnTo>
                      <a:pt x="0" y="37"/>
                    </a:lnTo>
                    <a:lnTo>
                      <a:pt x="0" y="37"/>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0" name="Freeform 28">
                <a:extLst>
                  <a:ext uri="{FF2B5EF4-FFF2-40B4-BE49-F238E27FC236}">
                    <a16:creationId xmlns:a16="http://schemas.microsoft.com/office/drawing/2014/main" id="{C84E9659-ABE6-4728-B9E2-CF1DABABE7FE}"/>
                  </a:ext>
                </a:extLst>
              </p:cNvPr>
              <p:cNvSpPr>
                <a:spLocks/>
              </p:cNvSpPr>
              <p:nvPr/>
            </p:nvSpPr>
            <p:spPr bwMode="auto">
              <a:xfrm>
                <a:off x="1622777" y="4212330"/>
                <a:ext cx="161046" cy="72471"/>
              </a:xfrm>
              <a:custGeom>
                <a:avLst/>
                <a:gdLst>
                  <a:gd name="T0" fmla="*/ 0 w 100"/>
                  <a:gd name="T1" fmla="*/ 0 h 45"/>
                  <a:gd name="T2" fmla="*/ 100 w 100"/>
                  <a:gd name="T3" fmla="*/ 0 h 45"/>
                  <a:gd name="T4" fmla="*/ 100 w 100"/>
                  <a:gd name="T5" fmla="*/ 45 h 45"/>
                  <a:gd name="T6" fmla="*/ 0 w 100"/>
                  <a:gd name="T7" fmla="*/ 45 h 45"/>
                  <a:gd name="T8" fmla="*/ 0 w 100"/>
                  <a:gd name="T9" fmla="*/ 0 h 45"/>
                  <a:gd name="T10" fmla="*/ 0 w 100"/>
                  <a:gd name="T11" fmla="*/ 0 h 45"/>
                </a:gdLst>
                <a:ahLst/>
                <a:cxnLst>
                  <a:cxn ang="0">
                    <a:pos x="T0" y="T1"/>
                  </a:cxn>
                  <a:cxn ang="0">
                    <a:pos x="T2" y="T3"/>
                  </a:cxn>
                  <a:cxn ang="0">
                    <a:pos x="T4" y="T5"/>
                  </a:cxn>
                  <a:cxn ang="0">
                    <a:pos x="T6" y="T7"/>
                  </a:cxn>
                  <a:cxn ang="0">
                    <a:pos x="T8" y="T9"/>
                  </a:cxn>
                  <a:cxn ang="0">
                    <a:pos x="T10" y="T11"/>
                  </a:cxn>
                </a:cxnLst>
                <a:rect l="0" t="0" r="r" b="b"/>
                <a:pathLst>
                  <a:path w="100" h="45">
                    <a:moveTo>
                      <a:pt x="0" y="0"/>
                    </a:moveTo>
                    <a:lnTo>
                      <a:pt x="100" y="0"/>
                    </a:lnTo>
                    <a:lnTo>
                      <a:pt x="100"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1" name="Freeform 29">
                <a:extLst>
                  <a:ext uri="{FF2B5EF4-FFF2-40B4-BE49-F238E27FC236}">
                    <a16:creationId xmlns:a16="http://schemas.microsoft.com/office/drawing/2014/main" id="{916FD9E1-4B27-47DC-BD7B-069CB432303C}"/>
                  </a:ext>
                </a:extLst>
              </p:cNvPr>
              <p:cNvSpPr>
                <a:spLocks/>
              </p:cNvSpPr>
              <p:nvPr/>
            </p:nvSpPr>
            <p:spPr bwMode="auto">
              <a:xfrm>
                <a:off x="1371545"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2" name="Freeform 30">
                <a:extLst>
                  <a:ext uri="{FF2B5EF4-FFF2-40B4-BE49-F238E27FC236}">
                    <a16:creationId xmlns:a16="http://schemas.microsoft.com/office/drawing/2014/main" id="{B4BE53A6-C202-4DAE-812F-04AC26C7D3EF}"/>
                  </a:ext>
                </a:extLst>
              </p:cNvPr>
              <p:cNvSpPr>
                <a:spLocks/>
              </p:cNvSpPr>
              <p:nvPr/>
            </p:nvSpPr>
            <p:spPr bwMode="auto">
              <a:xfrm>
                <a:off x="1371545"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3" name="Freeform 31">
                <a:extLst>
                  <a:ext uri="{FF2B5EF4-FFF2-40B4-BE49-F238E27FC236}">
                    <a16:creationId xmlns:a16="http://schemas.microsoft.com/office/drawing/2014/main" id="{F246C574-3DC7-4E89-8F0D-9001EDC8B76B}"/>
                  </a:ext>
                </a:extLst>
              </p:cNvPr>
              <p:cNvSpPr>
                <a:spLocks/>
              </p:cNvSpPr>
              <p:nvPr/>
            </p:nvSpPr>
            <p:spPr bwMode="auto">
              <a:xfrm>
                <a:off x="1371545"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4" name="Freeform 32">
                <a:extLst>
                  <a:ext uri="{FF2B5EF4-FFF2-40B4-BE49-F238E27FC236}">
                    <a16:creationId xmlns:a16="http://schemas.microsoft.com/office/drawing/2014/main" id="{BB0DA318-2CD7-4778-97E0-E0DF3F1EDECE}"/>
                  </a:ext>
                </a:extLst>
              </p:cNvPr>
              <p:cNvSpPr>
                <a:spLocks/>
              </p:cNvSpPr>
              <p:nvPr/>
            </p:nvSpPr>
            <p:spPr bwMode="auto">
              <a:xfrm>
                <a:off x="1969027"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5" name="Freeform 33">
                <a:extLst>
                  <a:ext uri="{FF2B5EF4-FFF2-40B4-BE49-F238E27FC236}">
                    <a16:creationId xmlns:a16="http://schemas.microsoft.com/office/drawing/2014/main" id="{A1AF9A78-9612-4282-8B72-B07DA777B19E}"/>
                  </a:ext>
                </a:extLst>
              </p:cNvPr>
              <p:cNvSpPr>
                <a:spLocks/>
              </p:cNvSpPr>
              <p:nvPr/>
            </p:nvSpPr>
            <p:spPr bwMode="auto">
              <a:xfrm>
                <a:off x="1882062"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6" name="Freeform 34">
                <a:extLst>
                  <a:ext uri="{FF2B5EF4-FFF2-40B4-BE49-F238E27FC236}">
                    <a16:creationId xmlns:a16="http://schemas.microsoft.com/office/drawing/2014/main" id="{5942A584-5791-42D4-BE98-AA5043743485}"/>
                  </a:ext>
                </a:extLst>
              </p:cNvPr>
              <p:cNvSpPr>
                <a:spLocks/>
              </p:cNvSpPr>
              <p:nvPr/>
            </p:nvSpPr>
            <p:spPr bwMode="auto">
              <a:xfrm>
                <a:off x="1969027"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7" name="Freeform 35">
                <a:extLst>
                  <a:ext uri="{FF2B5EF4-FFF2-40B4-BE49-F238E27FC236}">
                    <a16:creationId xmlns:a16="http://schemas.microsoft.com/office/drawing/2014/main" id="{6FEBF141-B9BB-46D8-8EAC-1E8BE7F3F09B}"/>
                  </a:ext>
                </a:extLst>
              </p:cNvPr>
              <p:cNvSpPr>
                <a:spLocks/>
              </p:cNvSpPr>
              <p:nvPr/>
            </p:nvSpPr>
            <p:spPr bwMode="auto">
              <a:xfrm>
                <a:off x="1725847" y="3466684"/>
                <a:ext cx="468645" cy="471867"/>
              </a:xfrm>
              <a:custGeom>
                <a:avLst/>
                <a:gdLst>
                  <a:gd name="T0" fmla="*/ 208 w 291"/>
                  <a:gd name="T1" fmla="*/ 0 h 293"/>
                  <a:gd name="T2" fmla="*/ 0 w 291"/>
                  <a:gd name="T3" fmla="*/ 196 h 293"/>
                  <a:gd name="T4" fmla="*/ 92 w 291"/>
                  <a:gd name="T5" fmla="*/ 293 h 293"/>
                  <a:gd name="T6" fmla="*/ 291 w 291"/>
                  <a:gd name="T7" fmla="*/ 94 h 293"/>
                  <a:gd name="T8" fmla="*/ 208 w 291"/>
                  <a:gd name="T9" fmla="*/ 0 h 293"/>
                  <a:gd name="T10" fmla="*/ 208 w 291"/>
                  <a:gd name="T11" fmla="*/ 0 h 293"/>
                  <a:gd name="T12" fmla="*/ 208 w 291"/>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91" h="293">
                    <a:moveTo>
                      <a:pt x="208" y="0"/>
                    </a:moveTo>
                    <a:lnTo>
                      <a:pt x="0" y="196"/>
                    </a:lnTo>
                    <a:lnTo>
                      <a:pt x="92" y="293"/>
                    </a:lnTo>
                    <a:lnTo>
                      <a:pt x="291" y="94"/>
                    </a:lnTo>
                    <a:lnTo>
                      <a:pt x="208" y="0"/>
                    </a:lnTo>
                    <a:lnTo>
                      <a:pt x="208" y="0"/>
                    </a:lnTo>
                    <a:lnTo>
                      <a:pt x="20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8" name="Freeform 36">
                <a:extLst>
                  <a:ext uri="{FF2B5EF4-FFF2-40B4-BE49-F238E27FC236}">
                    <a16:creationId xmlns:a16="http://schemas.microsoft.com/office/drawing/2014/main" id="{8E06B4B8-B73A-41C4-BC84-349F7E2A0913}"/>
                  </a:ext>
                </a:extLst>
              </p:cNvPr>
              <p:cNvSpPr>
                <a:spLocks/>
              </p:cNvSpPr>
              <p:nvPr/>
            </p:nvSpPr>
            <p:spPr bwMode="auto">
              <a:xfrm>
                <a:off x="1619556" y="3849975"/>
                <a:ext cx="190035" cy="172320"/>
              </a:xfrm>
              <a:custGeom>
                <a:avLst/>
                <a:gdLst>
                  <a:gd name="T0" fmla="*/ 35 w 118"/>
                  <a:gd name="T1" fmla="*/ 0 h 107"/>
                  <a:gd name="T2" fmla="*/ 0 w 118"/>
                  <a:gd name="T3" fmla="*/ 107 h 107"/>
                  <a:gd name="T4" fmla="*/ 118 w 118"/>
                  <a:gd name="T5" fmla="*/ 81 h 107"/>
                  <a:gd name="T6" fmla="*/ 35 w 118"/>
                  <a:gd name="T7" fmla="*/ 0 h 107"/>
                  <a:gd name="T8" fmla="*/ 35 w 118"/>
                  <a:gd name="T9" fmla="*/ 0 h 107"/>
                  <a:gd name="T10" fmla="*/ 35 w 118"/>
                  <a:gd name="T11" fmla="*/ 0 h 107"/>
                </a:gdLst>
                <a:ahLst/>
                <a:cxnLst>
                  <a:cxn ang="0">
                    <a:pos x="T0" y="T1"/>
                  </a:cxn>
                  <a:cxn ang="0">
                    <a:pos x="T2" y="T3"/>
                  </a:cxn>
                  <a:cxn ang="0">
                    <a:pos x="T4" y="T5"/>
                  </a:cxn>
                  <a:cxn ang="0">
                    <a:pos x="T6" y="T7"/>
                  </a:cxn>
                  <a:cxn ang="0">
                    <a:pos x="T8" y="T9"/>
                  </a:cxn>
                  <a:cxn ang="0">
                    <a:pos x="T10" y="T11"/>
                  </a:cxn>
                </a:cxnLst>
                <a:rect l="0" t="0" r="r" b="b"/>
                <a:pathLst>
                  <a:path w="118" h="107">
                    <a:moveTo>
                      <a:pt x="35" y="0"/>
                    </a:moveTo>
                    <a:lnTo>
                      <a:pt x="0" y="107"/>
                    </a:lnTo>
                    <a:lnTo>
                      <a:pt x="118" y="81"/>
                    </a:lnTo>
                    <a:lnTo>
                      <a:pt x="35" y="0"/>
                    </a:lnTo>
                    <a:lnTo>
                      <a:pt x="35" y="0"/>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p:sp>
        <p:nvSpPr>
          <p:cNvPr id="79" name="TextBox 78">
            <a:extLst>
              <a:ext uri="{FF2B5EF4-FFF2-40B4-BE49-F238E27FC236}">
                <a16:creationId xmlns:a16="http://schemas.microsoft.com/office/drawing/2014/main" id="{7C93031B-F06C-433E-87D1-6F0F3294C852}"/>
              </a:ext>
            </a:extLst>
          </p:cNvPr>
          <p:cNvSpPr txBox="1"/>
          <p:nvPr/>
        </p:nvSpPr>
        <p:spPr>
          <a:xfrm>
            <a:off x="3200400" y="3368107"/>
            <a:ext cx="18468657" cy="811504"/>
          </a:xfrm>
          <a:prstGeom prst="rect">
            <a:avLst/>
          </a:prstGeom>
          <a:noFill/>
        </p:spPr>
        <p:txBody>
          <a:bodyPr wrap="square">
            <a:spAutoFit/>
          </a:bodyPr>
          <a:lstStyle/>
          <a:p>
            <a:pPr lvl="0" algn="just">
              <a:lnSpc>
                <a:spcPct val="107000"/>
              </a:lnSpc>
              <a:spcBef>
                <a:spcPts val="200"/>
              </a:spcBef>
              <a:spcAft>
                <a:spcPts val="200"/>
              </a:spcAft>
              <a:defRPr/>
            </a:pPr>
            <a:r>
              <a:rPr lang="en-US" sz="4800" b="1">
                <a:latin typeface="Tahoma" panose="020B0604030504040204" pitchFamily="34" charset="0"/>
                <a:ea typeface="Tahoma" panose="020B0604030504040204" pitchFamily="34" charset="0"/>
                <a:cs typeface="Tahoma" panose="020B0604030504040204" pitchFamily="34" charset="0"/>
              </a:rPr>
              <a:t>Thay dấu ‘’?’’ bằng dấu ‘’x’’ vào ô thích hợp trong bảng sau:</a:t>
            </a:r>
          </a:p>
        </p:txBody>
      </p:sp>
      <p:graphicFrame>
        <p:nvGraphicFramePr>
          <p:cNvPr id="4" name="Table 3">
            <a:extLst>
              <a:ext uri="{FF2B5EF4-FFF2-40B4-BE49-F238E27FC236}">
                <a16:creationId xmlns:a16="http://schemas.microsoft.com/office/drawing/2014/main" id="{9EB55B19-A268-47E6-86F2-D9CB17928748}"/>
              </a:ext>
            </a:extLst>
          </p:cNvPr>
          <p:cNvGraphicFramePr>
            <a:graphicFrameLocks noGrp="1"/>
          </p:cNvGraphicFramePr>
          <p:nvPr>
            <p:extLst>
              <p:ext uri="{D42A27DB-BD31-4B8C-83A1-F6EECF244321}">
                <p14:modId xmlns:p14="http://schemas.microsoft.com/office/powerpoint/2010/main" val="30663558"/>
              </p:ext>
            </p:extLst>
          </p:nvPr>
        </p:nvGraphicFramePr>
        <p:xfrm>
          <a:off x="1322913" y="4717415"/>
          <a:ext cx="21689487" cy="7928610"/>
        </p:xfrm>
        <a:graphic>
          <a:graphicData uri="http://schemas.openxmlformats.org/drawingml/2006/table">
            <a:tbl>
              <a:tblPr firstRow="1" firstCol="1" bandRow="1">
                <a:tableStyleId>{5C22544A-7EE6-4342-B048-85BDC9FD1C3A}</a:tableStyleId>
              </a:tblPr>
              <a:tblGrid>
                <a:gridCol w="7767149">
                  <a:extLst>
                    <a:ext uri="{9D8B030D-6E8A-4147-A177-3AD203B41FA5}">
                      <a16:colId xmlns:a16="http://schemas.microsoft.com/office/drawing/2014/main" val="1751855056"/>
                    </a:ext>
                  </a:extLst>
                </a:gridCol>
                <a:gridCol w="5510400">
                  <a:extLst>
                    <a:ext uri="{9D8B030D-6E8A-4147-A177-3AD203B41FA5}">
                      <a16:colId xmlns:a16="http://schemas.microsoft.com/office/drawing/2014/main" val="3607455463"/>
                    </a:ext>
                  </a:extLst>
                </a:gridCol>
                <a:gridCol w="4536365">
                  <a:extLst>
                    <a:ext uri="{9D8B030D-6E8A-4147-A177-3AD203B41FA5}">
                      <a16:colId xmlns:a16="http://schemas.microsoft.com/office/drawing/2014/main" val="2390613552"/>
                    </a:ext>
                  </a:extLst>
                </a:gridCol>
                <a:gridCol w="3875573">
                  <a:extLst>
                    <a:ext uri="{9D8B030D-6E8A-4147-A177-3AD203B41FA5}">
                      <a16:colId xmlns:a16="http://schemas.microsoft.com/office/drawing/2014/main" val="1778229263"/>
                    </a:ext>
                  </a:extLst>
                </a:gridCol>
              </a:tblGrid>
              <a:tr h="603377">
                <a:tc>
                  <a:txBody>
                    <a:bodyPr/>
                    <a:lstStyle/>
                    <a:p>
                      <a:pPr algn="ctr">
                        <a:lnSpc>
                          <a:spcPct val="107000"/>
                        </a:lnSpc>
                        <a:spcAft>
                          <a:spcPts val="800"/>
                        </a:spcAft>
                      </a:pP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Câu</a:t>
                      </a:r>
                      <a:endPar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lnSpc>
                          <a:spcPct val="107000"/>
                        </a:lnSpc>
                        <a:spcAft>
                          <a:spcPts val="800"/>
                        </a:spcAft>
                      </a:pP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Không phải </a:t>
                      </a:r>
                    </a:p>
                    <a:p>
                      <a:pPr algn="ctr">
                        <a:lnSpc>
                          <a:spcPct val="107000"/>
                        </a:lnSpc>
                        <a:spcAft>
                          <a:spcPts val="800"/>
                        </a:spcAft>
                      </a:pP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mệnh đề</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lnSpc>
                          <a:spcPct val="107000"/>
                        </a:lnSpc>
                        <a:spcAft>
                          <a:spcPts val="800"/>
                        </a:spcAft>
                      </a:pP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Mệnh</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đề</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đúng</a:t>
                      </a:r>
                      <a:endParaRPr lang="en-US" sz="4800" b="1" dirty="0">
                        <a:solidFill>
                          <a:srgbClr val="FF0000"/>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lnSpc>
                          <a:spcPct val="107000"/>
                        </a:lnSpc>
                        <a:spcAft>
                          <a:spcPts val="800"/>
                        </a:spcAft>
                      </a:pP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Mệnh</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đề</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sai</a:t>
                      </a:r>
                      <a:endParaRPr lang="en-US" sz="4800" b="1" dirty="0">
                        <a:solidFill>
                          <a:srgbClr val="FF0000"/>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3490115586"/>
                  </a:ext>
                </a:extLst>
              </a:tr>
              <a:tr h="603377">
                <a:tc>
                  <a:txBody>
                    <a:bodyPr/>
                    <a:lstStyle/>
                    <a:p>
                      <a:pPr>
                        <a:lnSpc>
                          <a:spcPct val="107000"/>
                        </a:lnSpc>
                        <a:spcAft>
                          <a:spcPts val="800"/>
                        </a:spcAft>
                      </a:pP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13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là</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số</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nguyên</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tố</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lnSpc>
                          <a:spcPct val="107000"/>
                        </a:lnSpc>
                        <a:spcAft>
                          <a:spcPts val="800"/>
                        </a:spcAft>
                      </a:pP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9023952"/>
                  </a:ext>
                </a:extLst>
              </a:tr>
              <a:tr h="1382297">
                <a:tc>
                  <a:txBody>
                    <a:bodyPr/>
                    <a:lstStyle/>
                    <a:p>
                      <a:pPr algn="just">
                        <a:lnSpc>
                          <a:spcPct val="107000"/>
                        </a:lnSpc>
                        <a:spcAft>
                          <a:spcPts val="800"/>
                        </a:spcAft>
                      </a:pP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Tổng độ dài hai cạnh bất kì của một tam giác nhỏ hơn độ dài cạnh còn lại</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7000"/>
                        </a:lnSpc>
                        <a:spcAft>
                          <a:spcPts val="800"/>
                        </a:spcAft>
                      </a:pP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 </a:t>
                      </a:r>
                    </a:p>
                    <a:p>
                      <a:pPr algn="ctr">
                        <a:lnSpc>
                          <a:spcPct val="107000"/>
                        </a:lnSpc>
                        <a:spcAft>
                          <a:spcPts val="800"/>
                        </a:spcAft>
                      </a:pP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7000"/>
                        </a:lnSpc>
                        <a:spcAft>
                          <a:spcPts val="800"/>
                        </a:spcAft>
                      </a:pP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 </a:t>
                      </a:r>
                    </a:p>
                    <a:p>
                      <a:pPr algn="ctr">
                        <a:lnSpc>
                          <a:spcPct val="107000"/>
                        </a:lnSpc>
                        <a:spcAft>
                          <a:spcPts val="800"/>
                        </a:spcAft>
                      </a:pP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7000"/>
                        </a:lnSpc>
                        <a:spcAft>
                          <a:spcPts val="800"/>
                        </a:spcAft>
                      </a:pP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 </a:t>
                      </a:r>
                    </a:p>
                    <a:p>
                      <a:pPr algn="ctr">
                        <a:lnSpc>
                          <a:spcPct val="107000"/>
                        </a:lnSpc>
                        <a:spcAft>
                          <a:spcPts val="800"/>
                        </a:spcAft>
                      </a:pP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07700010"/>
                  </a:ext>
                </a:extLst>
              </a:tr>
              <a:tr h="603377">
                <a:tc>
                  <a:txBody>
                    <a:bodyPr/>
                    <a:lstStyle/>
                    <a:p>
                      <a:pPr algn="just">
                        <a:lnSpc>
                          <a:spcPct val="107000"/>
                        </a:lnSpc>
                        <a:spcAft>
                          <a:spcPts val="800"/>
                        </a:spcAft>
                      </a:pP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Bạn</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đã</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làm</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bài</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tập</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chưa</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lnSpc>
                          <a:spcPct val="107000"/>
                        </a:lnSpc>
                        <a:spcAft>
                          <a:spcPts val="800"/>
                        </a:spcAft>
                      </a:pP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1764121"/>
                  </a:ext>
                </a:extLst>
              </a:tr>
              <a:tr h="603377">
                <a:tc>
                  <a:txBody>
                    <a:bodyPr/>
                    <a:lstStyle/>
                    <a:p>
                      <a:pPr algn="just">
                        <a:lnSpc>
                          <a:spcPct val="107000"/>
                        </a:lnSpc>
                        <a:spcAft>
                          <a:spcPts val="800"/>
                        </a:spcAft>
                      </a:pP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Thời tiết hôm nay thật đẹp!</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7000"/>
                        </a:lnSpc>
                        <a:spcAft>
                          <a:spcPts val="800"/>
                        </a:spcAft>
                      </a:pP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7000"/>
                        </a:lnSpc>
                        <a:spcAft>
                          <a:spcPts val="800"/>
                        </a:spcAft>
                      </a:pP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7000"/>
                        </a:lnSpc>
                        <a:spcAft>
                          <a:spcPts val="800"/>
                        </a:spcAft>
                      </a:pP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560141959"/>
                  </a:ext>
                </a:extLst>
              </a:tr>
            </a:tbl>
          </a:graphicData>
        </a:graphic>
      </p:graphicFrame>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2905679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wipe(left)">
                                      <p:cBhvr>
                                        <p:cTn id="7" dur="500"/>
                                        <p:tgtEl>
                                          <p:spTgt spid="7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7" name="TextBox 26">
            <a:extLst>
              <a:ext uri="{FF2B5EF4-FFF2-40B4-BE49-F238E27FC236}">
                <a16:creationId xmlns:a16="http://schemas.microsoft.com/office/drawing/2014/main" id="{3A653732-9210-4228-AD0D-1B9B77B02426}"/>
              </a:ext>
            </a:extLst>
          </p:cNvPr>
          <p:cNvSpPr txBox="1"/>
          <p:nvPr/>
        </p:nvSpPr>
        <p:spPr>
          <a:xfrm>
            <a:off x="1839065" y="4640743"/>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49" name="Rounded Rectangle 61">
            <a:extLst>
              <a:ext uri="{FF2B5EF4-FFF2-40B4-BE49-F238E27FC236}">
                <a16:creationId xmlns:a16="http://schemas.microsoft.com/office/drawing/2014/main" id="{8C4F66B5-9F53-45FC-B951-E4D1E076FC2C}"/>
              </a:ext>
            </a:extLst>
          </p:cNvPr>
          <p:cNvSpPr/>
          <p:nvPr/>
        </p:nvSpPr>
        <p:spPr>
          <a:xfrm>
            <a:off x="1055781" y="2726936"/>
            <a:ext cx="22163170" cy="10227063"/>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50" name="Group 67">
            <a:extLst>
              <a:ext uri="{FF2B5EF4-FFF2-40B4-BE49-F238E27FC236}">
                <a16:creationId xmlns:a16="http://schemas.microsoft.com/office/drawing/2014/main" id="{BAE863BA-DDC7-40A3-BD63-B632301C2DDF}"/>
              </a:ext>
            </a:extLst>
          </p:cNvPr>
          <p:cNvGrpSpPr/>
          <p:nvPr/>
        </p:nvGrpSpPr>
        <p:grpSpPr>
          <a:xfrm>
            <a:off x="1526207" y="2362200"/>
            <a:ext cx="4569793" cy="940513"/>
            <a:chOff x="1311958" y="3405486"/>
            <a:chExt cx="5547673" cy="940513"/>
          </a:xfrm>
        </p:grpSpPr>
        <p:sp>
          <p:nvSpPr>
            <p:cNvPr id="51" name="Freeform 20">
              <a:extLst>
                <a:ext uri="{FF2B5EF4-FFF2-40B4-BE49-F238E27FC236}">
                  <a16:creationId xmlns:a16="http://schemas.microsoft.com/office/drawing/2014/main" id="{15D07D9B-5448-498A-B68D-C65FD69E3A6E}"/>
                </a:ext>
              </a:extLst>
            </p:cNvPr>
            <p:cNvSpPr>
              <a:spLocks/>
            </p:cNvSpPr>
            <p:nvPr/>
          </p:nvSpPr>
          <p:spPr bwMode="auto">
            <a:xfrm rot="5400000">
              <a:off x="4069456" y="1523012"/>
              <a:ext cx="793396" cy="4786954"/>
            </a:xfrm>
            <a:prstGeom prst="round2SameRect">
              <a:avLst/>
            </a:prstGeom>
            <a:solidFill>
              <a:srgbClr val="70AD47">
                <a:lumMod val="75000"/>
              </a:srgbClr>
            </a:solidFill>
            <a:ln w="57150">
              <a:solidFill>
                <a:srgbClr val="70AD47">
                  <a:lumMod val="75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2" name="TextBox 51">
              <a:extLst>
                <a:ext uri="{FF2B5EF4-FFF2-40B4-BE49-F238E27FC236}">
                  <a16:creationId xmlns:a16="http://schemas.microsoft.com/office/drawing/2014/main" id="{38ADCDEF-9ADE-4990-911D-DB4A647079A9}"/>
                </a:ext>
              </a:extLst>
            </p:cNvPr>
            <p:cNvSpPr txBox="1"/>
            <p:nvPr/>
          </p:nvSpPr>
          <p:spPr>
            <a:xfrm>
              <a:off x="2316645" y="3484582"/>
              <a:ext cx="3333361" cy="8002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600" b="1" kern="0">
                  <a:solidFill>
                    <a:prstClr val="white"/>
                  </a:solidFill>
                  <a:latin typeface="Tahoma" pitchFamily="34" charset="0"/>
                  <a:ea typeface="Tahoma" pitchFamily="34" charset="0"/>
                  <a:cs typeface="Tahoma" pitchFamily="34" charset="0"/>
                </a:rPr>
                <a:t>Luyện tập 1</a:t>
              </a:r>
              <a:endParaRPr kumimoji="0" lang="en-US" sz="4600" b="1" i="0" u="none" strike="noStrike" kern="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p:grpSp>
          <p:nvGrpSpPr>
            <p:cNvPr id="53" name="Group 70">
              <a:extLst>
                <a:ext uri="{FF2B5EF4-FFF2-40B4-BE49-F238E27FC236}">
                  <a16:creationId xmlns:a16="http://schemas.microsoft.com/office/drawing/2014/main" id="{9DB54C55-6C13-4C06-B677-EB45AED0EF74}"/>
                </a:ext>
              </a:extLst>
            </p:cNvPr>
            <p:cNvGrpSpPr/>
            <p:nvPr/>
          </p:nvGrpSpPr>
          <p:grpSpPr>
            <a:xfrm>
              <a:off x="1311958" y="3405486"/>
              <a:ext cx="950173" cy="940513"/>
              <a:chOff x="1311958" y="3405486"/>
              <a:chExt cx="950173" cy="940513"/>
            </a:xfrm>
          </p:grpSpPr>
          <p:sp>
            <p:nvSpPr>
              <p:cNvPr id="54" name="Rectangle 53">
                <a:extLst>
                  <a:ext uri="{FF2B5EF4-FFF2-40B4-BE49-F238E27FC236}">
                    <a16:creationId xmlns:a16="http://schemas.microsoft.com/office/drawing/2014/main" id="{F43D8799-9111-4045-A7B0-7DF40BFE6CB2}"/>
                  </a:ext>
                </a:extLst>
              </p:cNvPr>
              <p:cNvSpPr/>
              <p:nvPr/>
            </p:nvSpPr>
            <p:spPr>
              <a:xfrm>
                <a:off x="1406975" y="3672018"/>
                <a:ext cx="596676" cy="54031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5" name="Freeform 13">
                <a:extLst>
                  <a:ext uri="{FF2B5EF4-FFF2-40B4-BE49-F238E27FC236}">
                    <a16:creationId xmlns:a16="http://schemas.microsoft.com/office/drawing/2014/main" id="{0964B461-7639-42FF-9628-5AEBCC705C50}"/>
                  </a:ext>
                </a:extLst>
              </p:cNvPr>
              <p:cNvSpPr>
                <a:spLocks noEditPoints="1"/>
              </p:cNvSpPr>
              <p:nvPr/>
            </p:nvSpPr>
            <p:spPr bwMode="auto">
              <a:xfrm>
                <a:off x="1311958" y="3581027"/>
                <a:ext cx="190035" cy="268948"/>
              </a:xfrm>
              <a:custGeom>
                <a:avLst/>
                <a:gdLst>
                  <a:gd name="T0" fmla="*/ 34 w 50"/>
                  <a:gd name="T1" fmla="*/ 16 h 71"/>
                  <a:gd name="T2" fmla="*/ 34 w 50"/>
                  <a:gd name="T3" fmla="*/ 55 h 71"/>
                  <a:gd name="T4" fmla="*/ 16 w 50"/>
                  <a:gd name="T5" fmla="*/ 55 h 71"/>
                  <a:gd name="T6" fmla="*/ 16 w 50"/>
                  <a:gd name="T7" fmla="*/ 16 h 71"/>
                  <a:gd name="T8" fmla="*/ 34 w 50"/>
                  <a:gd name="T9" fmla="*/ 16 h 71"/>
                  <a:gd name="T10" fmla="*/ 34 w 50"/>
                  <a:gd name="T11" fmla="*/ 0 h 71"/>
                  <a:gd name="T12" fmla="*/ 16 w 50"/>
                  <a:gd name="T13" fmla="*/ 0 h 71"/>
                  <a:gd name="T14" fmla="*/ 0 w 50"/>
                  <a:gd name="T15" fmla="*/ 16 h 71"/>
                  <a:gd name="T16" fmla="*/ 0 w 50"/>
                  <a:gd name="T17" fmla="*/ 55 h 71"/>
                  <a:gd name="T18" fmla="*/ 16 w 50"/>
                  <a:gd name="T19" fmla="*/ 71 h 71"/>
                  <a:gd name="T20" fmla="*/ 34 w 50"/>
                  <a:gd name="T21" fmla="*/ 71 h 71"/>
                  <a:gd name="T22" fmla="*/ 50 w 50"/>
                  <a:gd name="T23" fmla="*/ 55 h 71"/>
                  <a:gd name="T24" fmla="*/ 50 w 50"/>
                  <a:gd name="T25" fmla="*/ 16 h 71"/>
                  <a:gd name="T26" fmla="*/ 34 w 50"/>
                  <a:gd name="T2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1">
                    <a:moveTo>
                      <a:pt x="34" y="16"/>
                    </a:moveTo>
                    <a:cubicBezTo>
                      <a:pt x="34" y="55"/>
                      <a:pt x="34" y="55"/>
                      <a:pt x="34" y="55"/>
                    </a:cubicBezTo>
                    <a:cubicBezTo>
                      <a:pt x="16" y="55"/>
                      <a:pt x="16" y="55"/>
                      <a:pt x="16" y="55"/>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5"/>
                      <a:pt x="0" y="55"/>
                      <a:pt x="0" y="55"/>
                    </a:cubicBezTo>
                    <a:cubicBezTo>
                      <a:pt x="0" y="64"/>
                      <a:pt x="7" y="71"/>
                      <a:pt x="16" y="71"/>
                    </a:cubicBezTo>
                    <a:cubicBezTo>
                      <a:pt x="34" y="71"/>
                      <a:pt x="34" y="71"/>
                      <a:pt x="34" y="71"/>
                    </a:cubicBezTo>
                    <a:cubicBezTo>
                      <a:pt x="43" y="71"/>
                      <a:pt x="50" y="64"/>
                      <a:pt x="50" y="55"/>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6" name="Freeform 14">
                <a:extLst>
                  <a:ext uri="{FF2B5EF4-FFF2-40B4-BE49-F238E27FC236}">
                    <a16:creationId xmlns:a16="http://schemas.microsoft.com/office/drawing/2014/main" id="{2BD50541-A2D2-439A-9CFF-5A2D5CF0EAFB}"/>
                  </a:ext>
                </a:extLst>
              </p:cNvPr>
              <p:cNvSpPr>
                <a:spLocks noEditPoints="1"/>
              </p:cNvSpPr>
              <p:nvPr/>
            </p:nvSpPr>
            <p:spPr bwMode="auto">
              <a:xfrm>
                <a:off x="1311958" y="3581027"/>
                <a:ext cx="277000" cy="181983"/>
              </a:xfrm>
              <a:custGeom>
                <a:avLst/>
                <a:gdLst>
                  <a:gd name="T0" fmla="*/ 57 w 73"/>
                  <a:gd name="T1" fmla="*/ 16 h 48"/>
                  <a:gd name="T2" fmla="*/ 57 w 73"/>
                  <a:gd name="T3" fmla="*/ 32 h 48"/>
                  <a:gd name="T4" fmla="*/ 16 w 73"/>
                  <a:gd name="T5" fmla="*/ 32 h 48"/>
                  <a:gd name="T6" fmla="*/ 16 w 73"/>
                  <a:gd name="T7" fmla="*/ 16 h 48"/>
                  <a:gd name="T8" fmla="*/ 57 w 73"/>
                  <a:gd name="T9" fmla="*/ 16 h 48"/>
                  <a:gd name="T10" fmla="*/ 57 w 73"/>
                  <a:gd name="T11" fmla="*/ 0 h 48"/>
                  <a:gd name="T12" fmla="*/ 16 w 73"/>
                  <a:gd name="T13" fmla="*/ 0 h 48"/>
                  <a:gd name="T14" fmla="*/ 0 w 73"/>
                  <a:gd name="T15" fmla="*/ 16 h 48"/>
                  <a:gd name="T16" fmla="*/ 0 w 73"/>
                  <a:gd name="T17" fmla="*/ 32 h 48"/>
                  <a:gd name="T18" fmla="*/ 16 w 73"/>
                  <a:gd name="T19" fmla="*/ 48 h 48"/>
                  <a:gd name="T20" fmla="*/ 57 w 73"/>
                  <a:gd name="T21" fmla="*/ 48 h 48"/>
                  <a:gd name="T22" fmla="*/ 73 w 73"/>
                  <a:gd name="T23" fmla="*/ 32 h 48"/>
                  <a:gd name="T24" fmla="*/ 73 w 73"/>
                  <a:gd name="T25" fmla="*/ 16 h 48"/>
                  <a:gd name="T26" fmla="*/ 57 w 73"/>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8">
                    <a:moveTo>
                      <a:pt x="57" y="16"/>
                    </a:moveTo>
                    <a:cubicBezTo>
                      <a:pt x="57" y="32"/>
                      <a:pt x="57" y="32"/>
                      <a:pt x="57" y="32"/>
                    </a:cubicBezTo>
                    <a:cubicBezTo>
                      <a:pt x="16" y="32"/>
                      <a:pt x="16" y="32"/>
                      <a:pt x="16" y="32"/>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2"/>
                      <a:pt x="0" y="32"/>
                      <a:pt x="0" y="32"/>
                    </a:cubicBezTo>
                    <a:cubicBezTo>
                      <a:pt x="0" y="41"/>
                      <a:pt x="7" y="48"/>
                      <a:pt x="16" y="48"/>
                    </a:cubicBezTo>
                    <a:cubicBezTo>
                      <a:pt x="57" y="48"/>
                      <a:pt x="57" y="48"/>
                      <a:pt x="57" y="48"/>
                    </a:cubicBezTo>
                    <a:cubicBezTo>
                      <a:pt x="66" y="48"/>
                      <a:pt x="73" y="41"/>
                      <a:pt x="73" y="32"/>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7" name="Freeform 15">
                <a:extLst>
                  <a:ext uri="{FF2B5EF4-FFF2-40B4-BE49-F238E27FC236}">
                    <a16:creationId xmlns:a16="http://schemas.microsoft.com/office/drawing/2014/main" id="{25BBDF65-0816-4435-86C9-CE992D59BA26}"/>
                  </a:ext>
                </a:extLst>
              </p:cNvPr>
              <p:cNvSpPr>
                <a:spLocks noEditPoints="1"/>
              </p:cNvSpPr>
              <p:nvPr/>
            </p:nvSpPr>
            <p:spPr bwMode="auto">
              <a:xfrm>
                <a:off x="1563190" y="3581027"/>
                <a:ext cx="285052" cy="181983"/>
              </a:xfrm>
              <a:custGeom>
                <a:avLst/>
                <a:gdLst>
                  <a:gd name="T0" fmla="*/ 58 w 75"/>
                  <a:gd name="T1" fmla="*/ 16 h 48"/>
                  <a:gd name="T2" fmla="*/ 43 w 75"/>
                  <a:gd name="T3" fmla="*/ 32 h 48"/>
                  <a:gd name="T4" fmla="*/ 16 w 75"/>
                  <a:gd name="T5" fmla="*/ 32 h 48"/>
                  <a:gd name="T6" fmla="*/ 16 w 75"/>
                  <a:gd name="T7" fmla="*/ 16 h 48"/>
                  <a:gd name="T8" fmla="*/ 58 w 75"/>
                  <a:gd name="T9" fmla="*/ 16 h 48"/>
                  <a:gd name="T10" fmla="*/ 58 w 75"/>
                  <a:gd name="T11" fmla="*/ 0 h 48"/>
                  <a:gd name="T12" fmla="*/ 16 w 75"/>
                  <a:gd name="T13" fmla="*/ 0 h 48"/>
                  <a:gd name="T14" fmla="*/ 0 w 75"/>
                  <a:gd name="T15" fmla="*/ 16 h 48"/>
                  <a:gd name="T16" fmla="*/ 0 w 75"/>
                  <a:gd name="T17" fmla="*/ 32 h 48"/>
                  <a:gd name="T18" fmla="*/ 16 w 75"/>
                  <a:gd name="T19" fmla="*/ 48 h 48"/>
                  <a:gd name="T20" fmla="*/ 43 w 75"/>
                  <a:gd name="T21" fmla="*/ 48 h 48"/>
                  <a:gd name="T22" fmla="*/ 55 w 75"/>
                  <a:gd name="T23" fmla="*/ 43 h 48"/>
                  <a:gd name="T24" fmla="*/ 70 w 75"/>
                  <a:gd name="T25" fmla="*/ 26 h 48"/>
                  <a:gd name="T26" fmla="*/ 73 w 75"/>
                  <a:gd name="T27" fmla="*/ 9 h 48"/>
                  <a:gd name="T28" fmla="*/ 58 w 75"/>
                  <a:gd name="T2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8">
                    <a:moveTo>
                      <a:pt x="58" y="16"/>
                    </a:moveTo>
                    <a:cubicBezTo>
                      <a:pt x="43" y="32"/>
                      <a:pt x="43" y="32"/>
                      <a:pt x="43" y="32"/>
                    </a:cubicBezTo>
                    <a:cubicBezTo>
                      <a:pt x="16" y="32"/>
                      <a:pt x="16" y="32"/>
                      <a:pt x="16" y="32"/>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2"/>
                      <a:pt x="0" y="32"/>
                      <a:pt x="0" y="32"/>
                    </a:cubicBezTo>
                    <a:cubicBezTo>
                      <a:pt x="0" y="41"/>
                      <a:pt x="8" y="48"/>
                      <a:pt x="16" y="48"/>
                    </a:cubicBezTo>
                    <a:cubicBezTo>
                      <a:pt x="43" y="48"/>
                      <a:pt x="43" y="48"/>
                      <a:pt x="43" y="48"/>
                    </a:cubicBezTo>
                    <a:cubicBezTo>
                      <a:pt x="48" y="48"/>
                      <a:pt x="52" y="46"/>
                      <a:pt x="55" y="43"/>
                    </a:cubicBezTo>
                    <a:cubicBezTo>
                      <a:pt x="70" y="26"/>
                      <a:pt x="70" y="26"/>
                      <a:pt x="70" y="26"/>
                    </a:cubicBezTo>
                    <a:cubicBezTo>
                      <a:pt x="74" y="22"/>
                      <a:pt x="75" y="15"/>
                      <a:pt x="73" y="9"/>
                    </a:cubicBezTo>
                    <a:cubicBezTo>
                      <a:pt x="70" y="3"/>
                      <a:pt x="64"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8" name="Freeform 16">
                <a:extLst>
                  <a:ext uri="{FF2B5EF4-FFF2-40B4-BE49-F238E27FC236}">
                    <a16:creationId xmlns:a16="http://schemas.microsoft.com/office/drawing/2014/main" id="{D17517C7-E177-434D-8C4D-A78AAA7627E4}"/>
                  </a:ext>
                </a:extLst>
              </p:cNvPr>
              <p:cNvSpPr>
                <a:spLocks noEditPoints="1"/>
              </p:cNvSpPr>
              <p:nvPr/>
            </p:nvSpPr>
            <p:spPr bwMode="auto">
              <a:xfrm>
                <a:off x="1563190" y="4151132"/>
                <a:ext cx="280221" cy="194867"/>
              </a:xfrm>
              <a:custGeom>
                <a:avLst/>
                <a:gdLst>
                  <a:gd name="T0" fmla="*/ 58 w 74"/>
                  <a:gd name="T1" fmla="*/ 16 h 51"/>
                  <a:gd name="T2" fmla="*/ 58 w 74"/>
                  <a:gd name="T3" fmla="*/ 35 h 51"/>
                  <a:gd name="T4" fmla="*/ 16 w 74"/>
                  <a:gd name="T5" fmla="*/ 35 h 51"/>
                  <a:gd name="T6" fmla="*/ 16 w 74"/>
                  <a:gd name="T7" fmla="*/ 16 h 51"/>
                  <a:gd name="T8" fmla="*/ 58 w 74"/>
                  <a:gd name="T9" fmla="*/ 16 h 51"/>
                  <a:gd name="T10" fmla="*/ 58 w 74"/>
                  <a:gd name="T11" fmla="*/ 0 h 51"/>
                  <a:gd name="T12" fmla="*/ 16 w 74"/>
                  <a:gd name="T13" fmla="*/ 0 h 51"/>
                  <a:gd name="T14" fmla="*/ 0 w 74"/>
                  <a:gd name="T15" fmla="*/ 16 h 51"/>
                  <a:gd name="T16" fmla="*/ 0 w 74"/>
                  <a:gd name="T17" fmla="*/ 35 h 51"/>
                  <a:gd name="T18" fmla="*/ 16 w 74"/>
                  <a:gd name="T19" fmla="*/ 51 h 51"/>
                  <a:gd name="T20" fmla="*/ 58 w 74"/>
                  <a:gd name="T21" fmla="*/ 51 h 51"/>
                  <a:gd name="T22" fmla="*/ 74 w 74"/>
                  <a:gd name="T23" fmla="*/ 35 h 51"/>
                  <a:gd name="T24" fmla="*/ 74 w 74"/>
                  <a:gd name="T25" fmla="*/ 16 h 51"/>
                  <a:gd name="T26" fmla="*/ 58 w 74"/>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1">
                    <a:moveTo>
                      <a:pt x="58" y="16"/>
                    </a:moveTo>
                    <a:cubicBezTo>
                      <a:pt x="58" y="35"/>
                      <a:pt x="58" y="35"/>
                      <a:pt x="58" y="35"/>
                    </a:cubicBezTo>
                    <a:cubicBezTo>
                      <a:pt x="16" y="35"/>
                      <a:pt x="16" y="35"/>
                      <a:pt x="16" y="35"/>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5"/>
                      <a:pt x="0" y="35"/>
                      <a:pt x="0" y="35"/>
                    </a:cubicBezTo>
                    <a:cubicBezTo>
                      <a:pt x="0" y="43"/>
                      <a:pt x="8" y="51"/>
                      <a:pt x="16" y="51"/>
                    </a:cubicBezTo>
                    <a:cubicBezTo>
                      <a:pt x="58" y="51"/>
                      <a:pt x="58" y="51"/>
                      <a:pt x="58" y="51"/>
                    </a:cubicBezTo>
                    <a:cubicBezTo>
                      <a:pt x="67" y="51"/>
                      <a:pt x="74" y="43"/>
                      <a:pt x="74" y="35"/>
                    </a:cubicBezTo>
                    <a:cubicBezTo>
                      <a:pt x="74" y="16"/>
                      <a:pt x="74" y="16"/>
                      <a:pt x="74" y="16"/>
                    </a:cubicBezTo>
                    <a:cubicBezTo>
                      <a:pt x="74" y="7"/>
                      <a:pt x="67"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9" name="Freeform 17">
                <a:extLst>
                  <a:ext uri="{FF2B5EF4-FFF2-40B4-BE49-F238E27FC236}">
                    <a16:creationId xmlns:a16="http://schemas.microsoft.com/office/drawing/2014/main" id="{9B01B60B-B2FF-4665-8ED7-490257C21EAE}"/>
                  </a:ext>
                </a:extLst>
              </p:cNvPr>
              <p:cNvSpPr>
                <a:spLocks noEditPoints="1"/>
              </p:cNvSpPr>
              <p:nvPr/>
            </p:nvSpPr>
            <p:spPr bwMode="auto">
              <a:xfrm>
                <a:off x="1311958" y="4064167"/>
                <a:ext cx="19003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0" name="Freeform 18">
                <a:extLst>
                  <a:ext uri="{FF2B5EF4-FFF2-40B4-BE49-F238E27FC236}">
                    <a16:creationId xmlns:a16="http://schemas.microsoft.com/office/drawing/2014/main" id="{19109C17-AF6D-4476-A672-55EC71EF9A0D}"/>
                  </a:ext>
                </a:extLst>
              </p:cNvPr>
              <p:cNvSpPr>
                <a:spLocks noEditPoints="1"/>
              </p:cNvSpPr>
              <p:nvPr/>
            </p:nvSpPr>
            <p:spPr bwMode="auto">
              <a:xfrm>
                <a:off x="1311958" y="4151132"/>
                <a:ext cx="27700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1" name="Freeform 19">
                <a:extLst>
                  <a:ext uri="{FF2B5EF4-FFF2-40B4-BE49-F238E27FC236}">
                    <a16:creationId xmlns:a16="http://schemas.microsoft.com/office/drawing/2014/main" id="{81AC942F-911A-4CB3-9629-21F5E1B5FBC6}"/>
                  </a:ext>
                </a:extLst>
              </p:cNvPr>
              <p:cNvSpPr>
                <a:spLocks noEditPoints="1"/>
              </p:cNvSpPr>
              <p:nvPr/>
            </p:nvSpPr>
            <p:spPr bwMode="auto">
              <a:xfrm>
                <a:off x="1311958" y="3820986"/>
                <a:ext cx="19003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2" name="Freeform 20">
                <a:extLst>
                  <a:ext uri="{FF2B5EF4-FFF2-40B4-BE49-F238E27FC236}">
                    <a16:creationId xmlns:a16="http://schemas.microsoft.com/office/drawing/2014/main" id="{D9F382EA-F4E2-4501-BC82-C78D2C810BC9}"/>
                  </a:ext>
                </a:extLst>
              </p:cNvPr>
              <p:cNvSpPr>
                <a:spLocks noEditPoints="1"/>
              </p:cNvSpPr>
              <p:nvPr/>
            </p:nvSpPr>
            <p:spPr bwMode="auto">
              <a:xfrm>
                <a:off x="1907830" y="4064167"/>
                <a:ext cx="19164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3" name="Freeform 21">
                <a:extLst>
                  <a:ext uri="{FF2B5EF4-FFF2-40B4-BE49-F238E27FC236}">
                    <a16:creationId xmlns:a16="http://schemas.microsoft.com/office/drawing/2014/main" id="{F1ECB0E6-4452-4C42-BAAB-DC3E74C35AE2}"/>
                  </a:ext>
                </a:extLst>
              </p:cNvPr>
              <p:cNvSpPr>
                <a:spLocks noEditPoints="1"/>
              </p:cNvSpPr>
              <p:nvPr/>
            </p:nvSpPr>
            <p:spPr bwMode="auto">
              <a:xfrm>
                <a:off x="1820865" y="4151132"/>
                <a:ext cx="27861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4" name="Freeform 22">
                <a:extLst>
                  <a:ext uri="{FF2B5EF4-FFF2-40B4-BE49-F238E27FC236}">
                    <a16:creationId xmlns:a16="http://schemas.microsoft.com/office/drawing/2014/main" id="{4BAED771-D18E-4AB8-90C4-545B70E84253}"/>
                  </a:ext>
                </a:extLst>
              </p:cNvPr>
              <p:cNvSpPr>
                <a:spLocks noEditPoints="1"/>
              </p:cNvSpPr>
              <p:nvPr/>
            </p:nvSpPr>
            <p:spPr bwMode="auto">
              <a:xfrm>
                <a:off x="1907830" y="3820986"/>
                <a:ext cx="19164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5" name="Freeform 23">
                <a:extLst>
                  <a:ext uri="{FF2B5EF4-FFF2-40B4-BE49-F238E27FC236}">
                    <a16:creationId xmlns:a16="http://schemas.microsoft.com/office/drawing/2014/main" id="{9015FA6A-8E42-44EB-BD0B-B4F3C8124FCA}"/>
                  </a:ext>
                </a:extLst>
              </p:cNvPr>
              <p:cNvSpPr>
                <a:spLocks noEditPoints="1"/>
              </p:cNvSpPr>
              <p:nvPr/>
            </p:nvSpPr>
            <p:spPr bwMode="auto">
              <a:xfrm>
                <a:off x="1661428" y="3405486"/>
                <a:ext cx="600703" cy="594262"/>
              </a:xfrm>
              <a:custGeom>
                <a:avLst/>
                <a:gdLst>
                  <a:gd name="T0" fmla="*/ 105 w 158"/>
                  <a:gd name="T1" fmla="*/ 16 h 156"/>
                  <a:gd name="T2" fmla="*/ 140 w 158"/>
                  <a:gd name="T3" fmla="*/ 56 h 156"/>
                  <a:gd name="T4" fmla="*/ 56 w 158"/>
                  <a:gd name="T5" fmla="*/ 140 h 156"/>
                  <a:gd name="T6" fmla="*/ 17 w 158"/>
                  <a:gd name="T7" fmla="*/ 99 h 156"/>
                  <a:gd name="T8" fmla="*/ 105 w 158"/>
                  <a:gd name="T9" fmla="*/ 16 h 156"/>
                  <a:gd name="T10" fmla="*/ 105 w 158"/>
                  <a:gd name="T11" fmla="*/ 0 h 156"/>
                  <a:gd name="T12" fmla="*/ 94 w 158"/>
                  <a:gd name="T13" fmla="*/ 5 h 156"/>
                  <a:gd name="T14" fmla="*/ 6 w 158"/>
                  <a:gd name="T15" fmla="*/ 87 h 156"/>
                  <a:gd name="T16" fmla="*/ 5 w 158"/>
                  <a:gd name="T17" fmla="*/ 109 h 156"/>
                  <a:gd name="T18" fmla="*/ 44 w 158"/>
                  <a:gd name="T19" fmla="*/ 151 h 156"/>
                  <a:gd name="T20" fmla="*/ 55 w 158"/>
                  <a:gd name="T21" fmla="*/ 156 h 156"/>
                  <a:gd name="T22" fmla="*/ 56 w 158"/>
                  <a:gd name="T23" fmla="*/ 156 h 156"/>
                  <a:gd name="T24" fmla="*/ 67 w 158"/>
                  <a:gd name="T25" fmla="*/ 152 h 156"/>
                  <a:gd name="T26" fmla="*/ 151 w 158"/>
                  <a:gd name="T27" fmla="*/ 67 h 156"/>
                  <a:gd name="T28" fmla="*/ 152 w 158"/>
                  <a:gd name="T29" fmla="*/ 45 h 156"/>
                  <a:gd name="T30" fmla="*/ 117 w 158"/>
                  <a:gd name="T31" fmla="*/ 6 h 156"/>
                  <a:gd name="T32" fmla="*/ 105 w 158"/>
                  <a:gd name="T33" fmla="*/ 0 h 156"/>
                  <a:gd name="T34" fmla="*/ 105 w 158"/>
                  <a:gd name="T3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 h="156">
                    <a:moveTo>
                      <a:pt x="105" y="16"/>
                    </a:moveTo>
                    <a:cubicBezTo>
                      <a:pt x="140" y="56"/>
                      <a:pt x="140" y="56"/>
                      <a:pt x="140" y="56"/>
                    </a:cubicBezTo>
                    <a:cubicBezTo>
                      <a:pt x="56" y="140"/>
                      <a:pt x="56" y="140"/>
                      <a:pt x="56" y="140"/>
                    </a:cubicBezTo>
                    <a:cubicBezTo>
                      <a:pt x="17" y="99"/>
                      <a:pt x="17" y="99"/>
                      <a:pt x="17" y="99"/>
                    </a:cubicBezTo>
                    <a:cubicBezTo>
                      <a:pt x="105" y="16"/>
                      <a:pt x="105" y="16"/>
                      <a:pt x="105" y="16"/>
                    </a:cubicBezTo>
                    <a:moveTo>
                      <a:pt x="105" y="0"/>
                    </a:moveTo>
                    <a:cubicBezTo>
                      <a:pt x="101" y="0"/>
                      <a:pt x="97" y="2"/>
                      <a:pt x="94" y="5"/>
                    </a:cubicBezTo>
                    <a:cubicBezTo>
                      <a:pt x="6" y="87"/>
                      <a:pt x="6" y="87"/>
                      <a:pt x="6" y="87"/>
                    </a:cubicBezTo>
                    <a:cubicBezTo>
                      <a:pt x="0" y="93"/>
                      <a:pt x="0" y="103"/>
                      <a:pt x="5" y="109"/>
                    </a:cubicBezTo>
                    <a:cubicBezTo>
                      <a:pt x="44" y="151"/>
                      <a:pt x="44" y="151"/>
                      <a:pt x="44" y="151"/>
                    </a:cubicBezTo>
                    <a:cubicBezTo>
                      <a:pt x="47" y="154"/>
                      <a:pt x="51" y="156"/>
                      <a:pt x="55" y="156"/>
                    </a:cubicBezTo>
                    <a:cubicBezTo>
                      <a:pt x="55" y="156"/>
                      <a:pt x="56" y="156"/>
                      <a:pt x="56" y="156"/>
                    </a:cubicBezTo>
                    <a:cubicBezTo>
                      <a:pt x="60" y="156"/>
                      <a:pt x="64" y="155"/>
                      <a:pt x="67" y="152"/>
                    </a:cubicBezTo>
                    <a:cubicBezTo>
                      <a:pt x="151" y="67"/>
                      <a:pt x="151" y="67"/>
                      <a:pt x="151" y="67"/>
                    </a:cubicBezTo>
                    <a:cubicBezTo>
                      <a:pt x="157" y="61"/>
                      <a:pt x="158" y="52"/>
                      <a:pt x="152" y="45"/>
                    </a:cubicBezTo>
                    <a:cubicBezTo>
                      <a:pt x="117" y="6"/>
                      <a:pt x="117" y="6"/>
                      <a:pt x="117" y="6"/>
                    </a:cubicBezTo>
                    <a:cubicBezTo>
                      <a:pt x="114" y="3"/>
                      <a:pt x="110" y="1"/>
                      <a:pt x="105" y="0"/>
                    </a:cubicBezTo>
                    <a:cubicBezTo>
                      <a:pt x="105" y="0"/>
                      <a:pt x="105" y="0"/>
                      <a:pt x="105"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6" name="Freeform 24">
                <a:extLst>
                  <a:ext uri="{FF2B5EF4-FFF2-40B4-BE49-F238E27FC236}">
                    <a16:creationId xmlns:a16="http://schemas.microsoft.com/office/drawing/2014/main" id="{67CF42F9-44A5-43B1-8433-A9E6B4A6ADC5}"/>
                  </a:ext>
                </a:extLst>
              </p:cNvPr>
              <p:cNvSpPr>
                <a:spLocks noEditPoints="1"/>
              </p:cNvSpPr>
              <p:nvPr/>
            </p:nvSpPr>
            <p:spPr bwMode="auto">
              <a:xfrm>
                <a:off x="1555138" y="3790388"/>
                <a:ext cx="318872" cy="293105"/>
              </a:xfrm>
              <a:custGeom>
                <a:avLst/>
                <a:gdLst>
                  <a:gd name="T0" fmla="*/ 32 w 84"/>
                  <a:gd name="T1" fmla="*/ 16 h 77"/>
                  <a:gd name="T2" fmla="*/ 67 w 84"/>
                  <a:gd name="T3" fmla="*/ 50 h 77"/>
                  <a:gd name="T4" fmla="*/ 17 w 84"/>
                  <a:gd name="T5" fmla="*/ 61 h 77"/>
                  <a:gd name="T6" fmla="*/ 32 w 84"/>
                  <a:gd name="T7" fmla="*/ 16 h 77"/>
                  <a:gd name="T8" fmla="*/ 32 w 84"/>
                  <a:gd name="T9" fmla="*/ 0 h 77"/>
                  <a:gd name="T10" fmla="*/ 28 w 84"/>
                  <a:gd name="T11" fmla="*/ 1 h 77"/>
                  <a:gd name="T12" fmla="*/ 17 w 84"/>
                  <a:gd name="T13" fmla="*/ 11 h 77"/>
                  <a:gd name="T14" fmla="*/ 2 w 84"/>
                  <a:gd name="T15" fmla="*/ 56 h 77"/>
                  <a:gd name="T16" fmla="*/ 5 w 84"/>
                  <a:gd name="T17" fmla="*/ 72 h 77"/>
                  <a:gd name="T18" fmla="*/ 17 w 84"/>
                  <a:gd name="T19" fmla="*/ 77 h 77"/>
                  <a:gd name="T20" fmla="*/ 20 w 84"/>
                  <a:gd name="T21" fmla="*/ 76 h 77"/>
                  <a:gd name="T22" fmla="*/ 71 w 84"/>
                  <a:gd name="T23" fmla="*/ 65 h 77"/>
                  <a:gd name="T24" fmla="*/ 83 w 84"/>
                  <a:gd name="T25" fmla="*/ 54 h 77"/>
                  <a:gd name="T26" fmla="*/ 78 w 84"/>
                  <a:gd name="T27" fmla="*/ 38 h 77"/>
                  <a:gd name="T28" fmla="*/ 43 w 84"/>
                  <a:gd name="T29" fmla="*/ 5 h 77"/>
                  <a:gd name="T30" fmla="*/ 32 w 84"/>
                  <a:gd name="T3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77">
                    <a:moveTo>
                      <a:pt x="32" y="16"/>
                    </a:moveTo>
                    <a:cubicBezTo>
                      <a:pt x="67" y="50"/>
                      <a:pt x="67" y="50"/>
                      <a:pt x="67" y="50"/>
                    </a:cubicBezTo>
                    <a:cubicBezTo>
                      <a:pt x="17" y="61"/>
                      <a:pt x="17" y="61"/>
                      <a:pt x="17" y="61"/>
                    </a:cubicBezTo>
                    <a:cubicBezTo>
                      <a:pt x="32" y="16"/>
                      <a:pt x="32" y="16"/>
                      <a:pt x="32" y="16"/>
                    </a:cubicBezTo>
                    <a:moveTo>
                      <a:pt x="32" y="0"/>
                    </a:moveTo>
                    <a:cubicBezTo>
                      <a:pt x="31" y="0"/>
                      <a:pt x="29" y="0"/>
                      <a:pt x="28" y="1"/>
                    </a:cubicBezTo>
                    <a:cubicBezTo>
                      <a:pt x="23" y="2"/>
                      <a:pt x="18" y="6"/>
                      <a:pt x="17" y="11"/>
                    </a:cubicBezTo>
                    <a:cubicBezTo>
                      <a:pt x="2" y="56"/>
                      <a:pt x="2" y="56"/>
                      <a:pt x="2" y="56"/>
                    </a:cubicBezTo>
                    <a:cubicBezTo>
                      <a:pt x="0" y="61"/>
                      <a:pt x="1" y="67"/>
                      <a:pt x="5" y="72"/>
                    </a:cubicBezTo>
                    <a:cubicBezTo>
                      <a:pt x="8" y="75"/>
                      <a:pt x="12" y="77"/>
                      <a:pt x="17" y="77"/>
                    </a:cubicBezTo>
                    <a:cubicBezTo>
                      <a:pt x="18" y="77"/>
                      <a:pt x="19" y="77"/>
                      <a:pt x="20" y="76"/>
                    </a:cubicBezTo>
                    <a:cubicBezTo>
                      <a:pt x="71" y="65"/>
                      <a:pt x="71" y="65"/>
                      <a:pt x="71" y="65"/>
                    </a:cubicBezTo>
                    <a:cubicBezTo>
                      <a:pt x="77" y="64"/>
                      <a:pt x="81" y="59"/>
                      <a:pt x="83" y="54"/>
                    </a:cubicBezTo>
                    <a:cubicBezTo>
                      <a:pt x="84" y="48"/>
                      <a:pt x="83" y="42"/>
                      <a:pt x="78" y="38"/>
                    </a:cubicBezTo>
                    <a:cubicBezTo>
                      <a:pt x="43" y="5"/>
                      <a:pt x="43" y="5"/>
                      <a:pt x="43" y="5"/>
                    </a:cubicBezTo>
                    <a:cubicBezTo>
                      <a:pt x="40" y="2"/>
                      <a:pt x="36" y="0"/>
                      <a:pt x="32"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7" name="Freeform 25">
                <a:extLst>
                  <a:ext uri="{FF2B5EF4-FFF2-40B4-BE49-F238E27FC236}">
                    <a16:creationId xmlns:a16="http://schemas.microsoft.com/office/drawing/2014/main" id="{024383A2-15A9-46AB-9836-B440A160DEB9}"/>
                  </a:ext>
                </a:extLst>
              </p:cNvPr>
              <p:cNvSpPr>
                <a:spLocks/>
              </p:cNvSpPr>
              <p:nvPr/>
            </p:nvSpPr>
            <p:spPr bwMode="auto">
              <a:xfrm>
                <a:off x="1371545" y="3642225"/>
                <a:ext cx="69249" cy="148163"/>
              </a:xfrm>
              <a:custGeom>
                <a:avLst/>
                <a:gdLst>
                  <a:gd name="T0" fmla="*/ 0 w 43"/>
                  <a:gd name="T1" fmla="*/ 0 h 92"/>
                  <a:gd name="T2" fmla="*/ 43 w 43"/>
                  <a:gd name="T3" fmla="*/ 0 h 92"/>
                  <a:gd name="T4" fmla="*/ 43 w 43"/>
                  <a:gd name="T5" fmla="*/ 92 h 92"/>
                  <a:gd name="T6" fmla="*/ 0 w 43"/>
                  <a:gd name="T7" fmla="*/ 92 h 92"/>
                  <a:gd name="T8" fmla="*/ 0 w 43"/>
                  <a:gd name="T9" fmla="*/ 0 h 92"/>
                  <a:gd name="T10" fmla="*/ 0 w 43"/>
                  <a:gd name="T11" fmla="*/ 0 h 92"/>
                </a:gdLst>
                <a:ahLst/>
                <a:cxnLst>
                  <a:cxn ang="0">
                    <a:pos x="T0" y="T1"/>
                  </a:cxn>
                  <a:cxn ang="0">
                    <a:pos x="T2" y="T3"/>
                  </a:cxn>
                  <a:cxn ang="0">
                    <a:pos x="T4" y="T5"/>
                  </a:cxn>
                  <a:cxn ang="0">
                    <a:pos x="T6" y="T7"/>
                  </a:cxn>
                  <a:cxn ang="0">
                    <a:pos x="T8" y="T9"/>
                  </a:cxn>
                  <a:cxn ang="0">
                    <a:pos x="T10" y="T11"/>
                  </a:cxn>
                </a:cxnLst>
                <a:rect l="0" t="0" r="r" b="b"/>
                <a:pathLst>
                  <a:path w="43" h="92">
                    <a:moveTo>
                      <a:pt x="0" y="0"/>
                    </a:moveTo>
                    <a:lnTo>
                      <a:pt x="43" y="0"/>
                    </a:lnTo>
                    <a:lnTo>
                      <a:pt x="43" y="92"/>
                    </a:lnTo>
                    <a:lnTo>
                      <a:pt x="0" y="92"/>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8" name="Freeform 26">
                <a:extLst>
                  <a:ext uri="{FF2B5EF4-FFF2-40B4-BE49-F238E27FC236}">
                    <a16:creationId xmlns:a16="http://schemas.microsoft.com/office/drawing/2014/main" id="{CBBC424F-E267-4294-AC7B-C2A365F10E51}"/>
                  </a:ext>
                </a:extLst>
              </p:cNvPr>
              <p:cNvSpPr>
                <a:spLocks/>
              </p:cNvSpPr>
              <p:nvPr/>
            </p:nvSpPr>
            <p:spPr bwMode="auto">
              <a:xfrm>
                <a:off x="1371545" y="3642225"/>
                <a:ext cx="156215" cy="59588"/>
              </a:xfrm>
              <a:custGeom>
                <a:avLst/>
                <a:gdLst>
                  <a:gd name="T0" fmla="*/ 0 w 97"/>
                  <a:gd name="T1" fmla="*/ 0 h 37"/>
                  <a:gd name="T2" fmla="*/ 97 w 97"/>
                  <a:gd name="T3" fmla="*/ 0 h 37"/>
                  <a:gd name="T4" fmla="*/ 97 w 97"/>
                  <a:gd name="T5" fmla="*/ 37 h 37"/>
                  <a:gd name="T6" fmla="*/ 0 w 97"/>
                  <a:gd name="T7" fmla="*/ 37 h 37"/>
                  <a:gd name="T8" fmla="*/ 0 w 97"/>
                  <a:gd name="T9" fmla="*/ 0 h 37"/>
                  <a:gd name="T10" fmla="*/ 0 w 97"/>
                  <a:gd name="T11" fmla="*/ 0 h 37"/>
                </a:gdLst>
                <a:ahLst/>
                <a:cxnLst>
                  <a:cxn ang="0">
                    <a:pos x="T0" y="T1"/>
                  </a:cxn>
                  <a:cxn ang="0">
                    <a:pos x="T2" y="T3"/>
                  </a:cxn>
                  <a:cxn ang="0">
                    <a:pos x="T4" y="T5"/>
                  </a:cxn>
                  <a:cxn ang="0">
                    <a:pos x="T6" y="T7"/>
                  </a:cxn>
                  <a:cxn ang="0">
                    <a:pos x="T8" y="T9"/>
                  </a:cxn>
                  <a:cxn ang="0">
                    <a:pos x="T10" y="T11"/>
                  </a:cxn>
                </a:cxnLst>
                <a:rect l="0" t="0" r="r" b="b"/>
                <a:pathLst>
                  <a:path w="97" h="37">
                    <a:moveTo>
                      <a:pt x="0" y="0"/>
                    </a:moveTo>
                    <a:lnTo>
                      <a:pt x="97" y="0"/>
                    </a:lnTo>
                    <a:lnTo>
                      <a:pt x="97" y="37"/>
                    </a:lnTo>
                    <a:lnTo>
                      <a:pt x="0" y="37"/>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9" name="Freeform 27">
                <a:extLst>
                  <a:ext uri="{FF2B5EF4-FFF2-40B4-BE49-F238E27FC236}">
                    <a16:creationId xmlns:a16="http://schemas.microsoft.com/office/drawing/2014/main" id="{E10F5550-7A5C-4D04-AF81-314FA07D9743}"/>
                  </a:ext>
                </a:extLst>
              </p:cNvPr>
              <p:cNvSpPr>
                <a:spLocks/>
              </p:cNvSpPr>
              <p:nvPr/>
            </p:nvSpPr>
            <p:spPr bwMode="auto">
              <a:xfrm>
                <a:off x="1622777" y="3642225"/>
                <a:ext cx="161046" cy="59588"/>
              </a:xfrm>
              <a:custGeom>
                <a:avLst/>
                <a:gdLst>
                  <a:gd name="T0" fmla="*/ 0 w 100"/>
                  <a:gd name="T1" fmla="*/ 37 h 37"/>
                  <a:gd name="T2" fmla="*/ 0 w 100"/>
                  <a:gd name="T3" fmla="*/ 0 h 37"/>
                  <a:gd name="T4" fmla="*/ 100 w 100"/>
                  <a:gd name="T5" fmla="*/ 0 h 37"/>
                  <a:gd name="T6" fmla="*/ 64 w 100"/>
                  <a:gd name="T7" fmla="*/ 37 h 37"/>
                  <a:gd name="T8" fmla="*/ 0 w 100"/>
                  <a:gd name="T9" fmla="*/ 37 h 37"/>
                  <a:gd name="T10" fmla="*/ 0 w 100"/>
                  <a:gd name="T11" fmla="*/ 37 h 37"/>
                  <a:gd name="T12" fmla="*/ 0 w 100"/>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100" h="37">
                    <a:moveTo>
                      <a:pt x="0" y="37"/>
                    </a:moveTo>
                    <a:lnTo>
                      <a:pt x="0" y="0"/>
                    </a:lnTo>
                    <a:lnTo>
                      <a:pt x="100" y="0"/>
                    </a:lnTo>
                    <a:lnTo>
                      <a:pt x="64" y="37"/>
                    </a:lnTo>
                    <a:lnTo>
                      <a:pt x="0" y="37"/>
                    </a:lnTo>
                    <a:lnTo>
                      <a:pt x="0" y="37"/>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0" name="Freeform 28">
                <a:extLst>
                  <a:ext uri="{FF2B5EF4-FFF2-40B4-BE49-F238E27FC236}">
                    <a16:creationId xmlns:a16="http://schemas.microsoft.com/office/drawing/2014/main" id="{C84E9659-ABE6-4728-B9E2-CF1DABABE7FE}"/>
                  </a:ext>
                </a:extLst>
              </p:cNvPr>
              <p:cNvSpPr>
                <a:spLocks/>
              </p:cNvSpPr>
              <p:nvPr/>
            </p:nvSpPr>
            <p:spPr bwMode="auto">
              <a:xfrm>
                <a:off x="1622777" y="4212330"/>
                <a:ext cx="161046" cy="72471"/>
              </a:xfrm>
              <a:custGeom>
                <a:avLst/>
                <a:gdLst>
                  <a:gd name="T0" fmla="*/ 0 w 100"/>
                  <a:gd name="T1" fmla="*/ 0 h 45"/>
                  <a:gd name="T2" fmla="*/ 100 w 100"/>
                  <a:gd name="T3" fmla="*/ 0 h 45"/>
                  <a:gd name="T4" fmla="*/ 100 w 100"/>
                  <a:gd name="T5" fmla="*/ 45 h 45"/>
                  <a:gd name="T6" fmla="*/ 0 w 100"/>
                  <a:gd name="T7" fmla="*/ 45 h 45"/>
                  <a:gd name="T8" fmla="*/ 0 w 100"/>
                  <a:gd name="T9" fmla="*/ 0 h 45"/>
                  <a:gd name="T10" fmla="*/ 0 w 100"/>
                  <a:gd name="T11" fmla="*/ 0 h 45"/>
                </a:gdLst>
                <a:ahLst/>
                <a:cxnLst>
                  <a:cxn ang="0">
                    <a:pos x="T0" y="T1"/>
                  </a:cxn>
                  <a:cxn ang="0">
                    <a:pos x="T2" y="T3"/>
                  </a:cxn>
                  <a:cxn ang="0">
                    <a:pos x="T4" y="T5"/>
                  </a:cxn>
                  <a:cxn ang="0">
                    <a:pos x="T6" y="T7"/>
                  </a:cxn>
                  <a:cxn ang="0">
                    <a:pos x="T8" y="T9"/>
                  </a:cxn>
                  <a:cxn ang="0">
                    <a:pos x="T10" y="T11"/>
                  </a:cxn>
                </a:cxnLst>
                <a:rect l="0" t="0" r="r" b="b"/>
                <a:pathLst>
                  <a:path w="100" h="45">
                    <a:moveTo>
                      <a:pt x="0" y="0"/>
                    </a:moveTo>
                    <a:lnTo>
                      <a:pt x="100" y="0"/>
                    </a:lnTo>
                    <a:lnTo>
                      <a:pt x="100"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1" name="Freeform 29">
                <a:extLst>
                  <a:ext uri="{FF2B5EF4-FFF2-40B4-BE49-F238E27FC236}">
                    <a16:creationId xmlns:a16="http://schemas.microsoft.com/office/drawing/2014/main" id="{916FD9E1-4B27-47DC-BD7B-069CB432303C}"/>
                  </a:ext>
                </a:extLst>
              </p:cNvPr>
              <p:cNvSpPr>
                <a:spLocks/>
              </p:cNvSpPr>
              <p:nvPr/>
            </p:nvSpPr>
            <p:spPr bwMode="auto">
              <a:xfrm>
                <a:off x="1371545"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2" name="Freeform 30">
                <a:extLst>
                  <a:ext uri="{FF2B5EF4-FFF2-40B4-BE49-F238E27FC236}">
                    <a16:creationId xmlns:a16="http://schemas.microsoft.com/office/drawing/2014/main" id="{B4BE53A6-C202-4DAE-812F-04AC26C7D3EF}"/>
                  </a:ext>
                </a:extLst>
              </p:cNvPr>
              <p:cNvSpPr>
                <a:spLocks/>
              </p:cNvSpPr>
              <p:nvPr/>
            </p:nvSpPr>
            <p:spPr bwMode="auto">
              <a:xfrm>
                <a:off x="1371545"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3" name="Freeform 31">
                <a:extLst>
                  <a:ext uri="{FF2B5EF4-FFF2-40B4-BE49-F238E27FC236}">
                    <a16:creationId xmlns:a16="http://schemas.microsoft.com/office/drawing/2014/main" id="{F246C574-3DC7-4E89-8F0D-9001EDC8B76B}"/>
                  </a:ext>
                </a:extLst>
              </p:cNvPr>
              <p:cNvSpPr>
                <a:spLocks/>
              </p:cNvSpPr>
              <p:nvPr/>
            </p:nvSpPr>
            <p:spPr bwMode="auto">
              <a:xfrm>
                <a:off x="1371545"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4" name="Freeform 32">
                <a:extLst>
                  <a:ext uri="{FF2B5EF4-FFF2-40B4-BE49-F238E27FC236}">
                    <a16:creationId xmlns:a16="http://schemas.microsoft.com/office/drawing/2014/main" id="{BB0DA318-2CD7-4778-97E0-E0DF3F1EDECE}"/>
                  </a:ext>
                </a:extLst>
              </p:cNvPr>
              <p:cNvSpPr>
                <a:spLocks/>
              </p:cNvSpPr>
              <p:nvPr/>
            </p:nvSpPr>
            <p:spPr bwMode="auto">
              <a:xfrm>
                <a:off x="1969027"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5" name="Freeform 33">
                <a:extLst>
                  <a:ext uri="{FF2B5EF4-FFF2-40B4-BE49-F238E27FC236}">
                    <a16:creationId xmlns:a16="http://schemas.microsoft.com/office/drawing/2014/main" id="{A1AF9A78-9612-4282-8B72-B07DA777B19E}"/>
                  </a:ext>
                </a:extLst>
              </p:cNvPr>
              <p:cNvSpPr>
                <a:spLocks/>
              </p:cNvSpPr>
              <p:nvPr/>
            </p:nvSpPr>
            <p:spPr bwMode="auto">
              <a:xfrm>
                <a:off x="1882062"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6" name="Freeform 34">
                <a:extLst>
                  <a:ext uri="{FF2B5EF4-FFF2-40B4-BE49-F238E27FC236}">
                    <a16:creationId xmlns:a16="http://schemas.microsoft.com/office/drawing/2014/main" id="{5942A584-5791-42D4-BE98-AA5043743485}"/>
                  </a:ext>
                </a:extLst>
              </p:cNvPr>
              <p:cNvSpPr>
                <a:spLocks/>
              </p:cNvSpPr>
              <p:nvPr/>
            </p:nvSpPr>
            <p:spPr bwMode="auto">
              <a:xfrm>
                <a:off x="1969027"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7" name="Freeform 35">
                <a:extLst>
                  <a:ext uri="{FF2B5EF4-FFF2-40B4-BE49-F238E27FC236}">
                    <a16:creationId xmlns:a16="http://schemas.microsoft.com/office/drawing/2014/main" id="{6FEBF141-B9BB-46D8-8EAC-1E8BE7F3F09B}"/>
                  </a:ext>
                </a:extLst>
              </p:cNvPr>
              <p:cNvSpPr>
                <a:spLocks/>
              </p:cNvSpPr>
              <p:nvPr/>
            </p:nvSpPr>
            <p:spPr bwMode="auto">
              <a:xfrm>
                <a:off x="1725847" y="3466684"/>
                <a:ext cx="468645" cy="471867"/>
              </a:xfrm>
              <a:custGeom>
                <a:avLst/>
                <a:gdLst>
                  <a:gd name="T0" fmla="*/ 208 w 291"/>
                  <a:gd name="T1" fmla="*/ 0 h 293"/>
                  <a:gd name="T2" fmla="*/ 0 w 291"/>
                  <a:gd name="T3" fmla="*/ 196 h 293"/>
                  <a:gd name="T4" fmla="*/ 92 w 291"/>
                  <a:gd name="T5" fmla="*/ 293 h 293"/>
                  <a:gd name="T6" fmla="*/ 291 w 291"/>
                  <a:gd name="T7" fmla="*/ 94 h 293"/>
                  <a:gd name="T8" fmla="*/ 208 w 291"/>
                  <a:gd name="T9" fmla="*/ 0 h 293"/>
                  <a:gd name="T10" fmla="*/ 208 w 291"/>
                  <a:gd name="T11" fmla="*/ 0 h 293"/>
                  <a:gd name="T12" fmla="*/ 208 w 291"/>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91" h="293">
                    <a:moveTo>
                      <a:pt x="208" y="0"/>
                    </a:moveTo>
                    <a:lnTo>
                      <a:pt x="0" y="196"/>
                    </a:lnTo>
                    <a:lnTo>
                      <a:pt x="92" y="293"/>
                    </a:lnTo>
                    <a:lnTo>
                      <a:pt x="291" y="94"/>
                    </a:lnTo>
                    <a:lnTo>
                      <a:pt x="208" y="0"/>
                    </a:lnTo>
                    <a:lnTo>
                      <a:pt x="208" y="0"/>
                    </a:lnTo>
                    <a:lnTo>
                      <a:pt x="20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8" name="Freeform 36">
                <a:extLst>
                  <a:ext uri="{FF2B5EF4-FFF2-40B4-BE49-F238E27FC236}">
                    <a16:creationId xmlns:a16="http://schemas.microsoft.com/office/drawing/2014/main" id="{8E06B4B8-B73A-41C4-BC84-349F7E2A0913}"/>
                  </a:ext>
                </a:extLst>
              </p:cNvPr>
              <p:cNvSpPr>
                <a:spLocks/>
              </p:cNvSpPr>
              <p:nvPr/>
            </p:nvSpPr>
            <p:spPr bwMode="auto">
              <a:xfrm>
                <a:off x="1619556" y="3849975"/>
                <a:ext cx="190035" cy="172320"/>
              </a:xfrm>
              <a:custGeom>
                <a:avLst/>
                <a:gdLst>
                  <a:gd name="T0" fmla="*/ 35 w 118"/>
                  <a:gd name="T1" fmla="*/ 0 h 107"/>
                  <a:gd name="T2" fmla="*/ 0 w 118"/>
                  <a:gd name="T3" fmla="*/ 107 h 107"/>
                  <a:gd name="T4" fmla="*/ 118 w 118"/>
                  <a:gd name="T5" fmla="*/ 81 h 107"/>
                  <a:gd name="T6" fmla="*/ 35 w 118"/>
                  <a:gd name="T7" fmla="*/ 0 h 107"/>
                  <a:gd name="T8" fmla="*/ 35 w 118"/>
                  <a:gd name="T9" fmla="*/ 0 h 107"/>
                  <a:gd name="T10" fmla="*/ 35 w 118"/>
                  <a:gd name="T11" fmla="*/ 0 h 107"/>
                </a:gdLst>
                <a:ahLst/>
                <a:cxnLst>
                  <a:cxn ang="0">
                    <a:pos x="T0" y="T1"/>
                  </a:cxn>
                  <a:cxn ang="0">
                    <a:pos x="T2" y="T3"/>
                  </a:cxn>
                  <a:cxn ang="0">
                    <a:pos x="T4" y="T5"/>
                  </a:cxn>
                  <a:cxn ang="0">
                    <a:pos x="T6" y="T7"/>
                  </a:cxn>
                  <a:cxn ang="0">
                    <a:pos x="T8" y="T9"/>
                  </a:cxn>
                  <a:cxn ang="0">
                    <a:pos x="T10" y="T11"/>
                  </a:cxn>
                </a:cxnLst>
                <a:rect l="0" t="0" r="r" b="b"/>
                <a:pathLst>
                  <a:path w="118" h="107">
                    <a:moveTo>
                      <a:pt x="35" y="0"/>
                    </a:moveTo>
                    <a:lnTo>
                      <a:pt x="0" y="107"/>
                    </a:lnTo>
                    <a:lnTo>
                      <a:pt x="118" y="81"/>
                    </a:lnTo>
                    <a:lnTo>
                      <a:pt x="35" y="0"/>
                    </a:lnTo>
                    <a:lnTo>
                      <a:pt x="35" y="0"/>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p:sp>
        <p:nvSpPr>
          <p:cNvPr id="79" name="TextBox 78">
            <a:extLst>
              <a:ext uri="{FF2B5EF4-FFF2-40B4-BE49-F238E27FC236}">
                <a16:creationId xmlns:a16="http://schemas.microsoft.com/office/drawing/2014/main" id="{7C93031B-F06C-433E-87D1-6F0F3294C852}"/>
              </a:ext>
            </a:extLst>
          </p:cNvPr>
          <p:cNvSpPr txBox="1"/>
          <p:nvPr/>
        </p:nvSpPr>
        <p:spPr>
          <a:xfrm>
            <a:off x="3200400" y="3368107"/>
            <a:ext cx="18468657" cy="811504"/>
          </a:xfrm>
          <a:prstGeom prst="rect">
            <a:avLst/>
          </a:prstGeom>
          <a:noFill/>
        </p:spPr>
        <p:txBody>
          <a:bodyPr wrap="square">
            <a:spAutoFit/>
          </a:bodyPr>
          <a:lstStyle/>
          <a:p>
            <a:pPr lvl="0" algn="just">
              <a:lnSpc>
                <a:spcPct val="107000"/>
              </a:lnSpc>
              <a:spcBef>
                <a:spcPts val="200"/>
              </a:spcBef>
              <a:spcAft>
                <a:spcPts val="200"/>
              </a:spcAft>
              <a:defRPr/>
            </a:pPr>
            <a:r>
              <a:rPr lang="en-US" sz="4800" b="1">
                <a:latin typeface="Tahoma" panose="020B0604030504040204" pitchFamily="34" charset="0"/>
                <a:ea typeface="Tahoma" panose="020B0604030504040204" pitchFamily="34" charset="0"/>
                <a:cs typeface="Tahoma" panose="020B0604030504040204" pitchFamily="34" charset="0"/>
              </a:rPr>
              <a:t>Thay dấu ‘’?’’ bằng dấu ‘’x’’ vào ô thích hợp trong bảng sau:</a:t>
            </a:r>
          </a:p>
        </p:txBody>
      </p:sp>
      <p:graphicFrame>
        <p:nvGraphicFramePr>
          <p:cNvPr id="4" name="Table 3">
            <a:extLst>
              <a:ext uri="{FF2B5EF4-FFF2-40B4-BE49-F238E27FC236}">
                <a16:creationId xmlns:a16="http://schemas.microsoft.com/office/drawing/2014/main" id="{9EB55B19-A268-47E6-86F2-D9CB17928748}"/>
              </a:ext>
            </a:extLst>
          </p:cNvPr>
          <p:cNvGraphicFramePr>
            <a:graphicFrameLocks noGrp="1"/>
          </p:cNvGraphicFramePr>
          <p:nvPr>
            <p:extLst>
              <p:ext uri="{D42A27DB-BD31-4B8C-83A1-F6EECF244321}">
                <p14:modId xmlns:p14="http://schemas.microsoft.com/office/powerpoint/2010/main" val="3891438057"/>
              </p:ext>
            </p:extLst>
          </p:nvPr>
        </p:nvGraphicFramePr>
        <p:xfrm>
          <a:off x="1322913" y="4717415"/>
          <a:ext cx="21689487" cy="7928610"/>
        </p:xfrm>
        <a:graphic>
          <a:graphicData uri="http://schemas.openxmlformats.org/drawingml/2006/table">
            <a:tbl>
              <a:tblPr firstRow="1" firstCol="1" bandRow="1">
                <a:tableStyleId>{5C22544A-7EE6-4342-B048-85BDC9FD1C3A}</a:tableStyleId>
              </a:tblPr>
              <a:tblGrid>
                <a:gridCol w="7767149">
                  <a:extLst>
                    <a:ext uri="{9D8B030D-6E8A-4147-A177-3AD203B41FA5}">
                      <a16:colId xmlns:a16="http://schemas.microsoft.com/office/drawing/2014/main" val="1751855056"/>
                    </a:ext>
                  </a:extLst>
                </a:gridCol>
                <a:gridCol w="5510400">
                  <a:extLst>
                    <a:ext uri="{9D8B030D-6E8A-4147-A177-3AD203B41FA5}">
                      <a16:colId xmlns:a16="http://schemas.microsoft.com/office/drawing/2014/main" val="3607455463"/>
                    </a:ext>
                  </a:extLst>
                </a:gridCol>
                <a:gridCol w="4536365">
                  <a:extLst>
                    <a:ext uri="{9D8B030D-6E8A-4147-A177-3AD203B41FA5}">
                      <a16:colId xmlns:a16="http://schemas.microsoft.com/office/drawing/2014/main" val="2390613552"/>
                    </a:ext>
                  </a:extLst>
                </a:gridCol>
                <a:gridCol w="3875573">
                  <a:extLst>
                    <a:ext uri="{9D8B030D-6E8A-4147-A177-3AD203B41FA5}">
                      <a16:colId xmlns:a16="http://schemas.microsoft.com/office/drawing/2014/main" val="1778229263"/>
                    </a:ext>
                  </a:extLst>
                </a:gridCol>
              </a:tblGrid>
              <a:tr h="603377">
                <a:tc>
                  <a:txBody>
                    <a:bodyPr/>
                    <a:lstStyle/>
                    <a:p>
                      <a:pPr algn="ctr">
                        <a:lnSpc>
                          <a:spcPct val="107000"/>
                        </a:lnSpc>
                        <a:spcAft>
                          <a:spcPts val="800"/>
                        </a:spcAft>
                      </a:pP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Câu</a:t>
                      </a:r>
                      <a:endPar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lnSpc>
                          <a:spcPct val="107000"/>
                        </a:lnSpc>
                        <a:spcAft>
                          <a:spcPts val="800"/>
                        </a:spcAft>
                      </a:pP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Không phải </a:t>
                      </a:r>
                    </a:p>
                    <a:p>
                      <a:pPr algn="ctr">
                        <a:lnSpc>
                          <a:spcPct val="107000"/>
                        </a:lnSpc>
                        <a:spcAft>
                          <a:spcPts val="800"/>
                        </a:spcAft>
                      </a:pP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mệnh đề</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lnSpc>
                          <a:spcPct val="107000"/>
                        </a:lnSpc>
                        <a:spcAft>
                          <a:spcPts val="800"/>
                        </a:spcAft>
                      </a:pP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Mệnh</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đề</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đúng</a:t>
                      </a:r>
                      <a:endParaRPr lang="en-US" sz="4800" b="1" dirty="0">
                        <a:solidFill>
                          <a:srgbClr val="FF0000"/>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lnSpc>
                          <a:spcPct val="107000"/>
                        </a:lnSpc>
                        <a:spcAft>
                          <a:spcPts val="800"/>
                        </a:spcAft>
                      </a:pP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Mệnh</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đề</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sai</a:t>
                      </a:r>
                      <a:endParaRPr lang="en-US" sz="4800" b="1" dirty="0">
                        <a:solidFill>
                          <a:srgbClr val="FF0000"/>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3490115586"/>
                  </a:ext>
                </a:extLst>
              </a:tr>
              <a:tr h="603377">
                <a:tc>
                  <a:txBody>
                    <a:bodyPr/>
                    <a:lstStyle/>
                    <a:p>
                      <a:pPr>
                        <a:lnSpc>
                          <a:spcPct val="107000"/>
                        </a:lnSpc>
                        <a:spcAft>
                          <a:spcPts val="800"/>
                        </a:spcAft>
                      </a:pP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13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là</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số</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nguyên</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tố</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lnSpc>
                          <a:spcPct val="107000"/>
                        </a:lnSpc>
                        <a:spcAft>
                          <a:spcPts val="800"/>
                        </a:spcAft>
                      </a:pPr>
                      <a:endPar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X</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9023952"/>
                  </a:ext>
                </a:extLst>
              </a:tr>
              <a:tr h="1382297">
                <a:tc>
                  <a:txBody>
                    <a:bodyPr/>
                    <a:lstStyle/>
                    <a:p>
                      <a:pPr algn="just">
                        <a:lnSpc>
                          <a:spcPct val="107000"/>
                        </a:lnSpc>
                        <a:spcAft>
                          <a:spcPts val="800"/>
                        </a:spcAft>
                      </a:pP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Tổng độ dài hai cạnh bất kì của một tam giác nhỏ hơn độ dài cạnh còn lại</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7000"/>
                        </a:lnSpc>
                        <a:spcAft>
                          <a:spcPts val="800"/>
                        </a:spcAft>
                      </a:pPr>
                      <a:endPar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7000"/>
                        </a:lnSpc>
                        <a:spcAft>
                          <a:spcPts val="800"/>
                        </a:spcAft>
                      </a:pPr>
                      <a:endPar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7000"/>
                        </a:lnSpc>
                        <a:spcAft>
                          <a:spcPts val="800"/>
                        </a:spcAft>
                      </a:pP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X</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07700010"/>
                  </a:ext>
                </a:extLst>
              </a:tr>
              <a:tr h="603377">
                <a:tc>
                  <a:txBody>
                    <a:bodyPr/>
                    <a:lstStyle/>
                    <a:p>
                      <a:pPr algn="just">
                        <a:lnSpc>
                          <a:spcPct val="107000"/>
                        </a:lnSpc>
                        <a:spcAft>
                          <a:spcPts val="800"/>
                        </a:spcAft>
                      </a:pP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Bạn</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đã</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làm</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bài</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tập</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chưa</a:t>
                      </a:r>
                      <a:r>
                        <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lnSpc>
                          <a:spcPct val="107000"/>
                        </a:lnSpc>
                        <a:spcAft>
                          <a:spcPts val="800"/>
                        </a:spcAft>
                      </a:pP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X</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1764121"/>
                  </a:ext>
                </a:extLst>
              </a:tr>
              <a:tr h="603377">
                <a:tc>
                  <a:txBody>
                    <a:bodyPr/>
                    <a:lstStyle/>
                    <a:p>
                      <a:pPr algn="just">
                        <a:lnSpc>
                          <a:spcPct val="107000"/>
                        </a:lnSpc>
                        <a:spcAft>
                          <a:spcPts val="800"/>
                        </a:spcAft>
                      </a:pP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Thời tiết hôm nay thật đẹp!</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7000"/>
                        </a:lnSpc>
                        <a:spcAft>
                          <a:spcPts val="800"/>
                        </a:spcAft>
                      </a:pPr>
                      <a:r>
                        <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rPr>
                        <a:t>X</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7000"/>
                        </a:lnSpc>
                        <a:spcAft>
                          <a:spcPts val="800"/>
                        </a:spcAft>
                      </a:pPr>
                      <a:endParaRPr lang="en-US" sz="4800" b="1">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7000"/>
                        </a:lnSpc>
                        <a:spcAft>
                          <a:spcPts val="800"/>
                        </a:spcAft>
                      </a:pPr>
                      <a:endParaRPr lang="en-US" sz="4800" b="1"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560141959"/>
                  </a:ext>
                </a:extLst>
              </a:tr>
            </a:tbl>
          </a:graphicData>
        </a:graphic>
      </p:graphicFrame>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820321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left)">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wipe(left)">
                                      <p:cBhvr>
                                        <p:cTn id="12" dur="500"/>
                                        <p:tgtEl>
                                          <p:spTgt spid="5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9"/>
                                        </p:tgtEl>
                                        <p:attrNameLst>
                                          <p:attrName>style.visibility</p:attrName>
                                        </p:attrNameLst>
                                      </p:cBhvr>
                                      <p:to>
                                        <p:strVal val="visible"/>
                                      </p:to>
                                    </p:set>
                                    <p:animEffect transition="in" filter="wipe(left)">
                                      <p:cBhvr>
                                        <p:cTn id="17" dur="500"/>
                                        <p:tgtEl>
                                          <p:spTgt spid="7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7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nvGrpSpPr>
          <p:cNvPr id="46" name="Group 45">
            <a:extLst>
              <a:ext uri="{FF2B5EF4-FFF2-40B4-BE49-F238E27FC236}">
                <a16:creationId xmlns:a16="http://schemas.microsoft.com/office/drawing/2014/main" id="{0BF7F14D-FBE0-40C2-9108-E1EEE9627A3A}"/>
              </a:ext>
            </a:extLst>
          </p:cNvPr>
          <p:cNvGrpSpPr/>
          <p:nvPr/>
        </p:nvGrpSpPr>
        <p:grpSpPr>
          <a:xfrm>
            <a:off x="1354887" y="2424584"/>
            <a:ext cx="10837113" cy="852016"/>
            <a:chOff x="895143" y="2795826"/>
            <a:chExt cx="10417389" cy="852016"/>
          </a:xfrm>
        </p:grpSpPr>
        <p:sp>
          <p:nvSpPr>
            <p:cNvPr id="47" name="TextBox 46">
              <a:extLst>
                <a:ext uri="{FF2B5EF4-FFF2-40B4-BE49-F238E27FC236}">
                  <a16:creationId xmlns:a16="http://schemas.microsoft.com/office/drawing/2014/main" id="{B457CC90-BD49-4047-A4C2-7AAF26207943}"/>
                </a:ext>
              </a:extLst>
            </p:cNvPr>
            <p:cNvSpPr txBox="1"/>
            <p:nvPr/>
          </p:nvSpPr>
          <p:spPr>
            <a:xfrm>
              <a:off x="2320932" y="2816845"/>
              <a:ext cx="8991600" cy="830997"/>
            </a:xfrm>
            <a:prstGeom prst="rect">
              <a:avLst/>
            </a:prstGeom>
            <a:noFill/>
          </p:spPr>
          <p:txBody>
            <a:bodyPr wrap="square" rtlCol="0">
              <a:spAutoFit/>
            </a:bodyPr>
            <a:lstStyle/>
            <a:p>
              <a:r>
                <a:rPr lang="en-US" sz="4800" b="1" err="1">
                  <a:solidFill>
                    <a:srgbClr val="145F82"/>
                  </a:solidFill>
                  <a:latin typeface="Tahoma" pitchFamily="34" charset="0"/>
                  <a:ea typeface="Tahoma" pitchFamily="34" charset="0"/>
                  <a:cs typeface="Tahoma" pitchFamily="34" charset="0"/>
                </a:rPr>
                <a:t>Mệnh</a:t>
              </a:r>
              <a:r>
                <a:rPr lang="en-US" sz="4800" b="1">
                  <a:solidFill>
                    <a:srgbClr val="145F82"/>
                  </a:solidFill>
                  <a:latin typeface="Tahoma" pitchFamily="34" charset="0"/>
                  <a:ea typeface="Tahoma" pitchFamily="34" charset="0"/>
                  <a:cs typeface="Tahoma" pitchFamily="34" charset="0"/>
                </a:rPr>
                <a:t> đề chứa biến</a:t>
              </a:r>
              <a:endParaRPr lang="en-US" sz="4800" b="1" dirty="0">
                <a:solidFill>
                  <a:srgbClr val="145F82"/>
                </a:solidFill>
                <a:latin typeface="Tahoma" pitchFamily="34" charset="0"/>
                <a:ea typeface="Tahoma" pitchFamily="34" charset="0"/>
                <a:cs typeface="Tahoma" pitchFamily="34" charset="0"/>
              </a:endParaRPr>
            </a:p>
          </p:txBody>
        </p:sp>
        <p:sp>
          <p:nvSpPr>
            <p:cNvPr id="48" name="Rounded Rectangle 7">
              <a:extLst>
                <a:ext uri="{FF2B5EF4-FFF2-40B4-BE49-F238E27FC236}">
                  <a16:creationId xmlns:a16="http://schemas.microsoft.com/office/drawing/2014/main" id="{4CBA7D30-7DD6-476F-B76D-3D444FC7F088}"/>
                </a:ext>
              </a:extLst>
            </p:cNvPr>
            <p:cNvSpPr/>
            <p:nvPr/>
          </p:nvSpPr>
          <p:spPr>
            <a:xfrm>
              <a:off x="895143" y="2823876"/>
              <a:ext cx="895051"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AD5D21B7-1ADF-4A26-B49E-4E16A52A839F}"/>
                </a:ext>
              </a:extLst>
            </p:cNvPr>
            <p:cNvSpPr txBox="1"/>
            <p:nvPr/>
          </p:nvSpPr>
          <p:spPr>
            <a:xfrm>
              <a:off x="919509" y="2795826"/>
              <a:ext cx="689099" cy="769441"/>
            </a:xfrm>
            <a:prstGeom prst="rect">
              <a:avLst/>
            </a:prstGeom>
            <a:noFill/>
          </p:spPr>
          <p:txBody>
            <a:bodyPr wrap="none" rtlCol="0">
              <a:spAutoFit/>
            </a:bodyPr>
            <a:lstStyle/>
            <a:p>
              <a:pPr algn="ctr"/>
              <a:r>
                <a:rPr lang="en-US" sz="4400" b="1">
                  <a:solidFill>
                    <a:schemeClr val="bg1"/>
                  </a:solidFill>
                  <a:latin typeface="Tahoma" pitchFamily="34" charset="0"/>
                  <a:ea typeface="Tahoma" pitchFamily="34" charset="0"/>
                  <a:cs typeface="Tahoma" pitchFamily="34" charset="0"/>
                </a:rPr>
                <a:t>b.</a:t>
              </a:r>
            </a:p>
          </p:txBody>
        </p:sp>
      </p:grpSp>
      <mc:AlternateContent xmlns:mc="http://schemas.openxmlformats.org/markup-compatibility/2006" xmlns:a14="http://schemas.microsoft.com/office/drawing/2010/main">
        <mc:Choice Requires="a14">
          <p:sp>
            <p:nvSpPr>
              <p:cNvPr id="89" name="Rounded Rectangle 61">
                <a:extLst>
                  <a:ext uri="{FF2B5EF4-FFF2-40B4-BE49-F238E27FC236}">
                    <a16:creationId xmlns:a16="http://schemas.microsoft.com/office/drawing/2014/main" id="{23784C0D-F091-44D2-8A2A-F45D1F4AC1C3}"/>
                  </a:ext>
                </a:extLst>
              </p:cNvPr>
              <p:cNvSpPr/>
              <p:nvPr/>
            </p:nvSpPr>
            <p:spPr>
              <a:xfrm>
                <a:off x="1281205" y="3685034"/>
                <a:ext cx="21807395" cy="8273970"/>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r>
                  <a:rPr lang="en-US" sz="4800" b="1">
                    <a:latin typeface="Tahoma" panose="020B0604030504040204" pitchFamily="34" charset="0"/>
                    <a:ea typeface="Tahoma" panose="020B0604030504040204" pitchFamily="34" charset="0"/>
                    <a:cs typeface="Tahoma" panose="020B0604030504040204" pitchFamily="34" charset="0"/>
                  </a:rPr>
                  <a:t>Xét câu “</a:t>
                </a:r>
                <a14:m>
                  <m:oMath xmlns:m="http://schemas.openxmlformats.org/officeDocument/2006/math">
                    <m:r>
                      <a:rPr lang="en-US" sz="4800" b="1" i="1">
                        <a:latin typeface="Cambria Math" panose="02040503050406030204" pitchFamily="18" charset="0"/>
                      </a:rPr>
                      <m:t>𝒏</m:t>
                    </m:r>
                  </m:oMath>
                </a14:m>
                <a:r>
                  <a:rPr lang="en-US" sz="4800" b="1">
                    <a:latin typeface="Tahoma" panose="020B0604030504040204" pitchFamily="34" charset="0"/>
                    <a:ea typeface="Tahoma" panose="020B0604030504040204" pitchFamily="34" charset="0"/>
                    <a:cs typeface="Tahoma" panose="020B0604030504040204" pitchFamily="34" charset="0"/>
                  </a:rPr>
                  <a:t> chia hết cho </a:t>
                </a:r>
                <a14:m>
                  <m:oMath xmlns:m="http://schemas.openxmlformats.org/officeDocument/2006/math">
                    <m:r>
                      <a:rPr lang="en-US" sz="4800" b="1" i="1">
                        <a:latin typeface="Cambria Math" panose="02040503050406030204" pitchFamily="18" charset="0"/>
                      </a:rPr>
                      <m:t>𝟐</m:t>
                    </m:r>
                  </m:oMath>
                </a14:m>
                <a:r>
                  <a:rPr lang="en-US" sz="4800" b="1">
                    <a:latin typeface="Tahoma" panose="020B0604030504040204" pitchFamily="34" charset="0"/>
                    <a:ea typeface="Tahoma" panose="020B0604030504040204" pitchFamily="34" charset="0"/>
                    <a:cs typeface="Tahoma" panose="020B0604030504040204" pitchFamily="34" charset="0"/>
                  </a:rPr>
                  <a:t>” (với </a:t>
                </a:r>
                <a14:m>
                  <m:oMath xmlns:m="http://schemas.openxmlformats.org/officeDocument/2006/math">
                    <m:r>
                      <a:rPr lang="en-US" sz="4800" b="1" i="1">
                        <a:latin typeface="Cambria Math" panose="02040503050406030204" pitchFamily="18" charset="0"/>
                      </a:rPr>
                      <m:t>𝒏</m:t>
                    </m:r>
                  </m:oMath>
                </a14:m>
                <a:r>
                  <a:rPr lang="en-US" sz="4800" b="1">
                    <a:latin typeface="Tahoma" panose="020B0604030504040204" pitchFamily="34" charset="0"/>
                    <a:ea typeface="Tahoma" panose="020B0604030504040204" pitchFamily="34" charset="0"/>
                    <a:cs typeface="Tahoma" panose="020B0604030504040204" pitchFamily="34" charset="0"/>
                  </a:rPr>
                  <a:t> là số tự nhiên).</a:t>
                </a:r>
              </a:p>
              <a:p>
                <a:r>
                  <a:rPr lang="en-US" sz="4800" b="1">
                    <a:latin typeface="Tahoma" panose="020B0604030504040204" pitchFamily="34" charset="0"/>
                    <a:ea typeface="Tahoma" panose="020B0604030504040204" pitchFamily="34" charset="0"/>
                    <a:cs typeface="Tahoma" panose="020B0604030504040204" pitchFamily="34" charset="0"/>
                  </a:rPr>
                  <a:t>Ta chưa khẳng định được tính đúng sai của câu này, do đó nó chưa phải là một mệnh đề.</a:t>
                </a:r>
              </a:p>
              <a:p>
                <a:r>
                  <a:rPr lang="en-US" sz="4800" b="1">
                    <a:latin typeface="Tahoma" panose="020B0604030504040204" pitchFamily="34" charset="0"/>
                    <a:ea typeface="Tahoma" panose="020B0604030504040204" pitchFamily="34" charset="0"/>
                    <a:cs typeface="Tahoma" panose="020B0604030504040204" pitchFamily="34" charset="0"/>
                  </a:rPr>
                  <a:t>Tuy nhiên, nếu thay </a:t>
                </a:r>
                <a14:m>
                  <m:oMath xmlns:m="http://schemas.openxmlformats.org/officeDocument/2006/math">
                    <m:r>
                      <a:rPr lang="en-US" sz="4800" b="1" i="1">
                        <a:latin typeface="Cambria Math" panose="02040503050406030204" pitchFamily="18" charset="0"/>
                      </a:rPr>
                      <m:t>𝒏</m:t>
                    </m:r>
                  </m:oMath>
                </a14:m>
                <a:r>
                  <a:rPr lang="en-US" sz="4800" b="1">
                    <a:latin typeface="Tahoma" panose="020B0604030504040204" pitchFamily="34" charset="0"/>
                    <a:ea typeface="Tahoma" panose="020B0604030504040204" pitchFamily="34" charset="0"/>
                    <a:cs typeface="Tahoma" panose="020B0604030504040204" pitchFamily="34" charset="0"/>
                  </a:rPr>
                  <a:t> bằng số tự nhiên cụ thể thì câu này cho ta một mệnh đề. Chẳng hạn:</a:t>
                </a:r>
              </a:p>
              <a:p>
                <a:pPr marL="685800" lvl="0" indent="-685800">
                  <a:buFont typeface="Wingdings" panose="05000000000000000000" pitchFamily="2" charset="2"/>
                  <a:buChar char="Ø"/>
                </a:pPr>
                <a:r>
                  <a:rPr lang="en-US" sz="4800" b="1">
                    <a:latin typeface="Tahoma" panose="020B0604030504040204" pitchFamily="34" charset="0"/>
                    <a:ea typeface="Tahoma" panose="020B0604030504040204" pitchFamily="34" charset="0"/>
                    <a:cs typeface="Tahoma" panose="020B0604030504040204" pitchFamily="34" charset="0"/>
                  </a:rPr>
                  <a:t>Với </a:t>
                </a:r>
                <a14:m>
                  <m:oMath xmlns:m="http://schemas.openxmlformats.org/officeDocument/2006/math">
                    <m:r>
                      <a:rPr lang="en-US" sz="4800" b="1" i="1">
                        <a:latin typeface="Cambria Math" panose="02040503050406030204" pitchFamily="18" charset="0"/>
                      </a:rPr>
                      <m:t>𝒏</m:t>
                    </m:r>
                    <m:r>
                      <a:rPr lang="en-US" sz="4800" b="1" i="1">
                        <a:latin typeface="Cambria Math" panose="02040503050406030204" pitchFamily="18" charset="0"/>
                      </a:rPr>
                      <m:t>=</m:t>
                    </m:r>
                    <m:r>
                      <a:rPr lang="en-US" sz="4800" b="1" i="1">
                        <a:latin typeface="Cambria Math" panose="02040503050406030204" pitchFamily="18" charset="0"/>
                      </a:rPr>
                      <m:t>𝟓</m:t>
                    </m:r>
                  </m:oMath>
                </a14:m>
                <a:r>
                  <a:rPr lang="en-US" sz="4800" b="1">
                    <a:latin typeface="Tahoma" panose="020B0604030504040204" pitchFamily="34" charset="0"/>
                    <a:ea typeface="Tahoma" panose="020B0604030504040204" pitchFamily="34" charset="0"/>
                    <a:cs typeface="Tahoma" panose="020B0604030504040204" pitchFamily="34" charset="0"/>
                  </a:rPr>
                  <a:t> ta được mệnh đề “5 chia hết cho 2”. Đây là mệnh đề </a:t>
                </a:r>
                <a:r>
                  <a:rPr lang="en-US" sz="4800" b="1">
                    <a:solidFill>
                      <a:srgbClr val="FF0000"/>
                    </a:solidFill>
                    <a:latin typeface="Tahoma" panose="020B0604030504040204" pitchFamily="34" charset="0"/>
                    <a:ea typeface="Tahoma" panose="020B0604030504040204" pitchFamily="34" charset="0"/>
                    <a:cs typeface="Tahoma" panose="020B0604030504040204" pitchFamily="34" charset="0"/>
                  </a:rPr>
                  <a:t>sai</a:t>
                </a:r>
                <a:r>
                  <a:rPr lang="en-US" sz="4800" b="1">
                    <a:latin typeface="Tahoma" panose="020B0604030504040204" pitchFamily="34" charset="0"/>
                    <a:ea typeface="Tahoma" panose="020B0604030504040204" pitchFamily="34" charset="0"/>
                    <a:cs typeface="Tahoma" panose="020B0604030504040204" pitchFamily="34" charset="0"/>
                  </a:rPr>
                  <a:t>.</a:t>
                </a:r>
              </a:p>
              <a:p>
                <a:pPr marL="685800" lvl="0" indent="-685800">
                  <a:buFont typeface="Wingdings" panose="05000000000000000000" pitchFamily="2" charset="2"/>
                  <a:buChar char="Ø"/>
                </a:pPr>
                <a:r>
                  <a:rPr lang="en-US" sz="4800" b="1">
                    <a:latin typeface="Tahoma" panose="020B0604030504040204" pitchFamily="34" charset="0"/>
                    <a:ea typeface="Tahoma" panose="020B0604030504040204" pitchFamily="34" charset="0"/>
                    <a:cs typeface="Tahoma" panose="020B0604030504040204" pitchFamily="34" charset="0"/>
                  </a:rPr>
                  <a:t>Với </a:t>
                </a:r>
                <a14:m>
                  <m:oMath xmlns:m="http://schemas.openxmlformats.org/officeDocument/2006/math">
                    <m:r>
                      <a:rPr lang="en-US" sz="4800" b="1" i="1">
                        <a:latin typeface="Cambria Math" panose="02040503050406030204" pitchFamily="18" charset="0"/>
                      </a:rPr>
                      <m:t>𝒏</m:t>
                    </m:r>
                    <m:r>
                      <a:rPr lang="en-US" sz="4800" b="1" i="1">
                        <a:latin typeface="Cambria Math" panose="02040503050406030204" pitchFamily="18" charset="0"/>
                      </a:rPr>
                      <m:t>=</m:t>
                    </m:r>
                    <m:r>
                      <a:rPr lang="en-US" sz="4800" b="1" i="1">
                        <a:latin typeface="Cambria Math" panose="02040503050406030204" pitchFamily="18" charset="0"/>
                      </a:rPr>
                      <m:t>𝟏𝟎</m:t>
                    </m:r>
                  </m:oMath>
                </a14:m>
                <a:r>
                  <a:rPr lang="en-US" sz="4800" b="1">
                    <a:latin typeface="Tahoma" panose="020B0604030504040204" pitchFamily="34" charset="0"/>
                    <a:ea typeface="Tahoma" panose="020B0604030504040204" pitchFamily="34" charset="0"/>
                    <a:cs typeface="Tahoma" panose="020B0604030504040204" pitchFamily="34" charset="0"/>
                  </a:rPr>
                  <a:t> ta được mệnh đề “10 chia hết cho 2”. Đây là mệnh đề </a:t>
                </a:r>
                <a:r>
                  <a:rPr lang="en-US" sz="4800" b="1">
                    <a:solidFill>
                      <a:srgbClr val="FF0000"/>
                    </a:solidFill>
                    <a:latin typeface="Tahoma" panose="020B0604030504040204" pitchFamily="34" charset="0"/>
                    <a:ea typeface="Tahoma" panose="020B0604030504040204" pitchFamily="34" charset="0"/>
                    <a:cs typeface="Tahoma" panose="020B0604030504040204" pitchFamily="34" charset="0"/>
                  </a:rPr>
                  <a:t>đúng</a:t>
                </a:r>
                <a:r>
                  <a:rPr lang="en-US" sz="4800" b="1">
                    <a:latin typeface="Tahoma" panose="020B0604030504040204" pitchFamily="34" charset="0"/>
                    <a:ea typeface="Tahoma" panose="020B0604030504040204" pitchFamily="34" charset="0"/>
                    <a:cs typeface="Tahoma" panose="020B0604030504040204" pitchFamily="34" charset="0"/>
                  </a:rPr>
                  <a:t>.</a:t>
                </a:r>
              </a:p>
              <a:p>
                <a:r>
                  <a:rPr lang="en-US" sz="4800" b="1">
                    <a:latin typeface="Tahoma" panose="020B0604030504040204" pitchFamily="34" charset="0"/>
                    <a:ea typeface="Tahoma" panose="020B0604030504040204" pitchFamily="34" charset="0"/>
                    <a:cs typeface="Tahoma" panose="020B0604030504040204" pitchFamily="34" charset="0"/>
                  </a:rPr>
                  <a:t>Ta nói rằng câu “</a:t>
                </a:r>
                <a14:m>
                  <m:oMath xmlns:m="http://schemas.openxmlformats.org/officeDocument/2006/math">
                    <m:r>
                      <a:rPr lang="en-US" sz="4800" b="1" i="1">
                        <a:latin typeface="Cambria Math" panose="02040503050406030204" pitchFamily="18" charset="0"/>
                      </a:rPr>
                      <m:t>𝒏</m:t>
                    </m:r>
                  </m:oMath>
                </a14:m>
                <a:r>
                  <a:rPr lang="en-US" sz="4800" b="1">
                    <a:latin typeface="Tahoma" panose="020B0604030504040204" pitchFamily="34" charset="0"/>
                    <a:ea typeface="Tahoma" panose="020B0604030504040204" pitchFamily="34" charset="0"/>
                    <a:cs typeface="Tahoma" panose="020B0604030504040204" pitchFamily="34" charset="0"/>
                  </a:rPr>
                  <a:t> chia hết cho </a:t>
                </a:r>
                <a14:m>
                  <m:oMath xmlns:m="http://schemas.openxmlformats.org/officeDocument/2006/math">
                    <m:r>
                      <a:rPr lang="en-US" sz="4800" b="1" i="1">
                        <a:latin typeface="Cambria Math" panose="02040503050406030204" pitchFamily="18" charset="0"/>
                      </a:rPr>
                      <m:t>𝟐</m:t>
                    </m:r>
                  </m:oMath>
                </a14:m>
                <a:r>
                  <a:rPr lang="en-US" sz="4800" b="1">
                    <a:latin typeface="Tahoma" panose="020B0604030504040204" pitchFamily="34" charset="0"/>
                    <a:ea typeface="Tahoma" panose="020B0604030504040204" pitchFamily="34" charset="0"/>
                    <a:cs typeface="Tahoma" panose="020B0604030504040204" pitchFamily="34" charset="0"/>
                  </a:rPr>
                  <a:t>” là một </a:t>
                </a:r>
                <a:r>
                  <a:rPr lang="en-US" sz="4800" b="1">
                    <a:solidFill>
                      <a:srgbClr val="FF0000"/>
                    </a:solidFill>
                    <a:latin typeface="Tahoma" panose="020B0604030504040204" pitchFamily="34" charset="0"/>
                    <a:ea typeface="Tahoma" panose="020B0604030504040204" pitchFamily="34" charset="0"/>
                    <a:cs typeface="Tahoma" panose="020B0604030504040204" pitchFamily="34" charset="0"/>
                  </a:rPr>
                  <a:t>mệnh đề chứa biến</a:t>
                </a:r>
                <a:r>
                  <a:rPr lang="en-US" sz="4800" b="1">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89" name="Rounded Rectangle 61">
                <a:extLst>
                  <a:ext uri="{FF2B5EF4-FFF2-40B4-BE49-F238E27FC236}">
                    <a16:creationId xmlns:a16="http://schemas.microsoft.com/office/drawing/2014/main" id="{23784C0D-F091-44D2-8A2A-F45D1F4AC1C3}"/>
                  </a:ext>
                </a:extLst>
              </p:cNvPr>
              <p:cNvSpPr>
                <a:spLocks noRot="1" noChangeAspect="1" noMove="1" noResize="1" noEditPoints="1" noAdjustHandles="1" noChangeArrowheads="1" noChangeShapeType="1" noTextEdit="1"/>
              </p:cNvSpPr>
              <p:nvPr/>
            </p:nvSpPr>
            <p:spPr>
              <a:xfrm>
                <a:off x="1281205" y="3685034"/>
                <a:ext cx="21807395" cy="8273970"/>
              </a:xfrm>
              <a:prstGeom prst="roundRect">
                <a:avLst>
                  <a:gd name="adj" fmla="val 5347"/>
                </a:avLst>
              </a:prstGeom>
              <a:blipFill>
                <a:blip r:embed="rId4"/>
                <a:stretch>
                  <a:fillRect l="-614" r="-28"/>
                </a:stretch>
              </a:blipFill>
              <a:ln w="28575" cap="flat" cmpd="sng" algn="ctr">
                <a:solidFill>
                  <a:srgbClr val="70AD47">
                    <a:lumMod val="75000"/>
                  </a:srgbClr>
                </a:solidFill>
                <a:prstDash val="solid"/>
                <a:miter lim="800000"/>
              </a:ln>
              <a:effectLst/>
            </p:spPr>
            <p:txBody>
              <a:bodyPr/>
              <a:lstStyle/>
              <a:p>
                <a:r>
                  <a:rPr lang="en-US">
                    <a:noFill/>
                  </a:rPr>
                  <a:t> </a:t>
                </a:r>
              </a:p>
            </p:txBody>
          </p:sp>
        </mc:Fallback>
      </mc:AlternateContent>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9526934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inVertical)">
                                      <p:cBhvr>
                                        <p:cTn id="7" dur="500"/>
                                        <p:tgtEl>
                                          <p:spTgt spid="4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9"/>
                                        </p:tgtEl>
                                        <p:attrNameLst>
                                          <p:attrName>style.visibility</p:attrName>
                                        </p:attrNameLst>
                                      </p:cBhvr>
                                      <p:to>
                                        <p:strVal val="visible"/>
                                      </p:to>
                                    </p:set>
                                    <p:animEffect transition="in" filter="wipe(left)">
                                      <p:cBhvr>
                                        <p:cTn id="11" dur="500"/>
                                        <p:tgtEl>
                                          <p:spTgt spid="89"/>
                                        </p:tgtEl>
                                      </p:cBhvr>
                                    </p:animEffect>
                                  </p:childTnLst>
                                </p:cTn>
                              </p:par>
                            </p:childTnLst>
                          </p:cTn>
                        </p:par>
                        <p:par>
                          <p:cTn id="12" fill="hold">
                            <p:stCondLst>
                              <p:cond delay="1000"/>
                            </p:stCondLst>
                            <p:childTnLst>
                              <p:par>
                                <p:cTn id="13" presetID="1" presetClass="entr" presetSubtype="0" fill="hold" nodeType="afterEffect">
                                  <p:stCondLst>
                                    <p:cond delay="0"/>
                                  </p:stCondLst>
                                  <p:childTnLst>
                                    <p:set>
                                      <p:cBhvr>
                                        <p:cTn id="14" dur="1" fill="hold">
                                          <p:stCondLst>
                                            <p:cond delay="0"/>
                                          </p:stCondLst>
                                        </p:cTn>
                                        <p:tgtEl>
                                          <p:spTgt spid="8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9">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9">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9">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9">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7" name="TextBox 26">
            <a:extLst>
              <a:ext uri="{FF2B5EF4-FFF2-40B4-BE49-F238E27FC236}">
                <a16:creationId xmlns:a16="http://schemas.microsoft.com/office/drawing/2014/main" id="{3A653732-9210-4228-AD0D-1B9B77B02426}"/>
              </a:ext>
            </a:extLst>
          </p:cNvPr>
          <p:cNvSpPr txBox="1"/>
          <p:nvPr/>
        </p:nvSpPr>
        <p:spPr>
          <a:xfrm>
            <a:off x="1839065" y="5788073"/>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49" name="Rounded Rectangle 61">
            <a:extLst>
              <a:ext uri="{FF2B5EF4-FFF2-40B4-BE49-F238E27FC236}">
                <a16:creationId xmlns:a16="http://schemas.microsoft.com/office/drawing/2014/main" id="{8C4F66B5-9F53-45FC-B951-E4D1E076FC2C}"/>
              </a:ext>
            </a:extLst>
          </p:cNvPr>
          <p:cNvSpPr/>
          <p:nvPr/>
        </p:nvSpPr>
        <p:spPr>
          <a:xfrm>
            <a:off x="1055780" y="3874267"/>
            <a:ext cx="22164531" cy="3440933"/>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50" name="Group 67">
            <a:extLst>
              <a:ext uri="{FF2B5EF4-FFF2-40B4-BE49-F238E27FC236}">
                <a16:creationId xmlns:a16="http://schemas.microsoft.com/office/drawing/2014/main" id="{BAE863BA-DDC7-40A3-BD63-B632301C2DDF}"/>
              </a:ext>
            </a:extLst>
          </p:cNvPr>
          <p:cNvGrpSpPr/>
          <p:nvPr/>
        </p:nvGrpSpPr>
        <p:grpSpPr>
          <a:xfrm>
            <a:off x="1526208" y="3509530"/>
            <a:ext cx="3579192" cy="1659459"/>
            <a:chOff x="1311958" y="3405486"/>
            <a:chExt cx="3579192" cy="1659459"/>
          </a:xfrm>
        </p:grpSpPr>
        <p:sp>
          <p:nvSpPr>
            <p:cNvPr id="51" name="Freeform 20">
              <a:extLst>
                <a:ext uri="{FF2B5EF4-FFF2-40B4-BE49-F238E27FC236}">
                  <a16:creationId xmlns:a16="http://schemas.microsoft.com/office/drawing/2014/main" id="{15D07D9B-5448-498A-B68D-C65FD69E3A6E}"/>
                </a:ext>
              </a:extLst>
            </p:cNvPr>
            <p:cNvSpPr>
              <a:spLocks/>
            </p:cNvSpPr>
            <p:nvPr/>
          </p:nvSpPr>
          <p:spPr bwMode="auto">
            <a:xfrm rot="5400000">
              <a:off x="2709337" y="2883131"/>
              <a:ext cx="1545154" cy="2818473"/>
            </a:xfrm>
            <a:prstGeom prst="round2SameRect">
              <a:avLst/>
            </a:prstGeom>
            <a:solidFill>
              <a:srgbClr val="70AD47">
                <a:lumMod val="75000"/>
              </a:srgbClr>
            </a:solidFill>
            <a:ln w="57150">
              <a:solidFill>
                <a:srgbClr val="70AD47">
                  <a:lumMod val="75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2" name="TextBox 51">
              <a:extLst>
                <a:ext uri="{FF2B5EF4-FFF2-40B4-BE49-F238E27FC236}">
                  <a16:creationId xmlns:a16="http://schemas.microsoft.com/office/drawing/2014/main" id="{38ADCDEF-9ADE-4990-911D-DB4A647079A9}"/>
                </a:ext>
              </a:extLst>
            </p:cNvPr>
            <p:cNvSpPr txBox="1"/>
            <p:nvPr/>
          </p:nvSpPr>
          <p:spPr>
            <a:xfrm>
              <a:off x="2316645" y="3484582"/>
              <a:ext cx="184731" cy="8002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600" b="1" i="0" u="none" strike="noStrike" kern="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p:grpSp>
          <p:nvGrpSpPr>
            <p:cNvPr id="53" name="Group 70">
              <a:extLst>
                <a:ext uri="{FF2B5EF4-FFF2-40B4-BE49-F238E27FC236}">
                  <a16:creationId xmlns:a16="http://schemas.microsoft.com/office/drawing/2014/main" id="{9DB54C55-6C13-4C06-B677-EB45AED0EF74}"/>
                </a:ext>
              </a:extLst>
            </p:cNvPr>
            <p:cNvGrpSpPr/>
            <p:nvPr/>
          </p:nvGrpSpPr>
          <p:grpSpPr>
            <a:xfrm>
              <a:off x="1311958" y="3405486"/>
              <a:ext cx="950173" cy="940513"/>
              <a:chOff x="1311958" y="3405486"/>
              <a:chExt cx="950173" cy="940513"/>
            </a:xfrm>
          </p:grpSpPr>
          <p:sp>
            <p:nvSpPr>
              <p:cNvPr id="54" name="Rectangle 53">
                <a:extLst>
                  <a:ext uri="{FF2B5EF4-FFF2-40B4-BE49-F238E27FC236}">
                    <a16:creationId xmlns:a16="http://schemas.microsoft.com/office/drawing/2014/main" id="{F43D8799-9111-4045-A7B0-7DF40BFE6CB2}"/>
                  </a:ext>
                </a:extLst>
              </p:cNvPr>
              <p:cNvSpPr/>
              <p:nvPr/>
            </p:nvSpPr>
            <p:spPr>
              <a:xfrm>
                <a:off x="1406975" y="3672018"/>
                <a:ext cx="596676" cy="54031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5" name="Freeform 13">
                <a:extLst>
                  <a:ext uri="{FF2B5EF4-FFF2-40B4-BE49-F238E27FC236}">
                    <a16:creationId xmlns:a16="http://schemas.microsoft.com/office/drawing/2014/main" id="{0964B461-7639-42FF-9628-5AEBCC705C50}"/>
                  </a:ext>
                </a:extLst>
              </p:cNvPr>
              <p:cNvSpPr>
                <a:spLocks noEditPoints="1"/>
              </p:cNvSpPr>
              <p:nvPr/>
            </p:nvSpPr>
            <p:spPr bwMode="auto">
              <a:xfrm>
                <a:off x="1311958" y="3581027"/>
                <a:ext cx="190035" cy="268948"/>
              </a:xfrm>
              <a:custGeom>
                <a:avLst/>
                <a:gdLst>
                  <a:gd name="T0" fmla="*/ 34 w 50"/>
                  <a:gd name="T1" fmla="*/ 16 h 71"/>
                  <a:gd name="T2" fmla="*/ 34 w 50"/>
                  <a:gd name="T3" fmla="*/ 55 h 71"/>
                  <a:gd name="T4" fmla="*/ 16 w 50"/>
                  <a:gd name="T5" fmla="*/ 55 h 71"/>
                  <a:gd name="T6" fmla="*/ 16 w 50"/>
                  <a:gd name="T7" fmla="*/ 16 h 71"/>
                  <a:gd name="T8" fmla="*/ 34 w 50"/>
                  <a:gd name="T9" fmla="*/ 16 h 71"/>
                  <a:gd name="T10" fmla="*/ 34 w 50"/>
                  <a:gd name="T11" fmla="*/ 0 h 71"/>
                  <a:gd name="T12" fmla="*/ 16 w 50"/>
                  <a:gd name="T13" fmla="*/ 0 h 71"/>
                  <a:gd name="T14" fmla="*/ 0 w 50"/>
                  <a:gd name="T15" fmla="*/ 16 h 71"/>
                  <a:gd name="T16" fmla="*/ 0 w 50"/>
                  <a:gd name="T17" fmla="*/ 55 h 71"/>
                  <a:gd name="T18" fmla="*/ 16 w 50"/>
                  <a:gd name="T19" fmla="*/ 71 h 71"/>
                  <a:gd name="T20" fmla="*/ 34 w 50"/>
                  <a:gd name="T21" fmla="*/ 71 h 71"/>
                  <a:gd name="T22" fmla="*/ 50 w 50"/>
                  <a:gd name="T23" fmla="*/ 55 h 71"/>
                  <a:gd name="T24" fmla="*/ 50 w 50"/>
                  <a:gd name="T25" fmla="*/ 16 h 71"/>
                  <a:gd name="T26" fmla="*/ 34 w 50"/>
                  <a:gd name="T2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1">
                    <a:moveTo>
                      <a:pt x="34" y="16"/>
                    </a:moveTo>
                    <a:cubicBezTo>
                      <a:pt x="34" y="55"/>
                      <a:pt x="34" y="55"/>
                      <a:pt x="34" y="55"/>
                    </a:cubicBezTo>
                    <a:cubicBezTo>
                      <a:pt x="16" y="55"/>
                      <a:pt x="16" y="55"/>
                      <a:pt x="16" y="55"/>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5"/>
                      <a:pt x="0" y="55"/>
                      <a:pt x="0" y="55"/>
                    </a:cubicBezTo>
                    <a:cubicBezTo>
                      <a:pt x="0" y="64"/>
                      <a:pt x="7" y="71"/>
                      <a:pt x="16" y="71"/>
                    </a:cubicBezTo>
                    <a:cubicBezTo>
                      <a:pt x="34" y="71"/>
                      <a:pt x="34" y="71"/>
                      <a:pt x="34" y="71"/>
                    </a:cubicBezTo>
                    <a:cubicBezTo>
                      <a:pt x="43" y="71"/>
                      <a:pt x="50" y="64"/>
                      <a:pt x="50" y="55"/>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6" name="Freeform 14">
                <a:extLst>
                  <a:ext uri="{FF2B5EF4-FFF2-40B4-BE49-F238E27FC236}">
                    <a16:creationId xmlns:a16="http://schemas.microsoft.com/office/drawing/2014/main" id="{2BD50541-A2D2-439A-9CFF-5A2D5CF0EAFB}"/>
                  </a:ext>
                </a:extLst>
              </p:cNvPr>
              <p:cNvSpPr>
                <a:spLocks noEditPoints="1"/>
              </p:cNvSpPr>
              <p:nvPr/>
            </p:nvSpPr>
            <p:spPr bwMode="auto">
              <a:xfrm>
                <a:off x="1311958" y="3581027"/>
                <a:ext cx="277000" cy="181983"/>
              </a:xfrm>
              <a:custGeom>
                <a:avLst/>
                <a:gdLst>
                  <a:gd name="T0" fmla="*/ 57 w 73"/>
                  <a:gd name="T1" fmla="*/ 16 h 48"/>
                  <a:gd name="T2" fmla="*/ 57 w 73"/>
                  <a:gd name="T3" fmla="*/ 32 h 48"/>
                  <a:gd name="T4" fmla="*/ 16 w 73"/>
                  <a:gd name="T5" fmla="*/ 32 h 48"/>
                  <a:gd name="T6" fmla="*/ 16 w 73"/>
                  <a:gd name="T7" fmla="*/ 16 h 48"/>
                  <a:gd name="T8" fmla="*/ 57 w 73"/>
                  <a:gd name="T9" fmla="*/ 16 h 48"/>
                  <a:gd name="T10" fmla="*/ 57 w 73"/>
                  <a:gd name="T11" fmla="*/ 0 h 48"/>
                  <a:gd name="T12" fmla="*/ 16 w 73"/>
                  <a:gd name="T13" fmla="*/ 0 h 48"/>
                  <a:gd name="T14" fmla="*/ 0 w 73"/>
                  <a:gd name="T15" fmla="*/ 16 h 48"/>
                  <a:gd name="T16" fmla="*/ 0 w 73"/>
                  <a:gd name="T17" fmla="*/ 32 h 48"/>
                  <a:gd name="T18" fmla="*/ 16 w 73"/>
                  <a:gd name="T19" fmla="*/ 48 h 48"/>
                  <a:gd name="T20" fmla="*/ 57 w 73"/>
                  <a:gd name="T21" fmla="*/ 48 h 48"/>
                  <a:gd name="T22" fmla="*/ 73 w 73"/>
                  <a:gd name="T23" fmla="*/ 32 h 48"/>
                  <a:gd name="T24" fmla="*/ 73 w 73"/>
                  <a:gd name="T25" fmla="*/ 16 h 48"/>
                  <a:gd name="T26" fmla="*/ 57 w 73"/>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8">
                    <a:moveTo>
                      <a:pt x="57" y="16"/>
                    </a:moveTo>
                    <a:cubicBezTo>
                      <a:pt x="57" y="32"/>
                      <a:pt x="57" y="32"/>
                      <a:pt x="57" y="32"/>
                    </a:cubicBezTo>
                    <a:cubicBezTo>
                      <a:pt x="16" y="32"/>
                      <a:pt x="16" y="32"/>
                      <a:pt x="16" y="32"/>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2"/>
                      <a:pt x="0" y="32"/>
                      <a:pt x="0" y="32"/>
                    </a:cubicBezTo>
                    <a:cubicBezTo>
                      <a:pt x="0" y="41"/>
                      <a:pt x="7" y="48"/>
                      <a:pt x="16" y="48"/>
                    </a:cubicBezTo>
                    <a:cubicBezTo>
                      <a:pt x="57" y="48"/>
                      <a:pt x="57" y="48"/>
                      <a:pt x="57" y="48"/>
                    </a:cubicBezTo>
                    <a:cubicBezTo>
                      <a:pt x="66" y="48"/>
                      <a:pt x="73" y="41"/>
                      <a:pt x="73" y="32"/>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7" name="Freeform 15">
                <a:extLst>
                  <a:ext uri="{FF2B5EF4-FFF2-40B4-BE49-F238E27FC236}">
                    <a16:creationId xmlns:a16="http://schemas.microsoft.com/office/drawing/2014/main" id="{25BBDF65-0816-4435-86C9-CE992D59BA26}"/>
                  </a:ext>
                </a:extLst>
              </p:cNvPr>
              <p:cNvSpPr>
                <a:spLocks noEditPoints="1"/>
              </p:cNvSpPr>
              <p:nvPr/>
            </p:nvSpPr>
            <p:spPr bwMode="auto">
              <a:xfrm>
                <a:off x="1563190" y="3581027"/>
                <a:ext cx="285052" cy="181983"/>
              </a:xfrm>
              <a:custGeom>
                <a:avLst/>
                <a:gdLst>
                  <a:gd name="T0" fmla="*/ 58 w 75"/>
                  <a:gd name="T1" fmla="*/ 16 h 48"/>
                  <a:gd name="T2" fmla="*/ 43 w 75"/>
                  <a:gd name="T3" fmla="*/ 32 h 48"/>
                  <a:gd name="T4" fmla="*/ 16 w 75"/>
                  <a:gd name="T5" fmla="*/ 32 h 48"/>
                  <a:gd name="T6" fmla="*/ 16 w 75"/>
                  <a:gd name="T7" fmla="*/ 16 h 48"/>
                  <a:gd name="T8" fmla="*/ 58 w 75"/>
                  <a:gd name="T9" fmla="*/ 16 h 48"/>
                  <a:gd name="T10" fmla="*/ 58 w 75"/>
                  <a:gd name="T11" fmla="*/ 0 h 48"/>
                  <a:gd name="T12" fmla="*/ 16 w 75"/>
                  <a:gd name="T13" fmla="*/ 0 h 48"/>
                  <a:gd name="T14" fmla="*/ 0 w 75"/>
                  <a:gd name="T15" fmla="*/ 16 h 48"/>
                  <a:gd name="T16" fmla="*/ 0 w 75"/>
                  <a:gd name="T17" fmla="*/ 32 h 48"/>
                  <a:gd name="T18" fmla="*/ 16 w 75"/>
                  <a:gd name="T19" fmla="*/ 48 h 48"/>
                  <a:gd name="T20" fmla="*/ 43 w 75"/>
                  <a:gd name="T21" fmla="*/ 48 h 48"/>
                  <a:gd name="T22" fmla="*/ 55 w 75"/>
                  <a:gd name="T23" fmla="*/ 43 h 48"/>
                  <a:gd name="T24" fmla="*/ 70 w 75"/>
                  <a:gd name="T25" fmla="*/ 26 h 48"/>
                  <a:gd name="T26" fmla="*/ 73 w 75"/>
                  <a:gd name="T27" fmla="*/ 9 h 48"/>
                  <a:gd name="T28" fmla="*/ 58 w 75"/>
                  <a:gd name="T2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8">
                    <a:moveTo>
                      <a:pt x="58" y="16"/>
                    </a:moveTo>
                    <a:cubicBezTo>
                      <a:pt x="43" y="32"/>
                      <a:pt x="43" y="32"/>
                      <a:pt x="43" y="32"/>
                    </a:cubicBezTo>
                    <a:cubicBezTo>
                      <a:pt x="16" y="32"/>
                      <a:pt x="16" y="32"/>
                      <a:pt x="16" y="32"/>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2"/>
                      <a:pt x="0" y="32"/>
                      <a:pt x="0" y="32"/>
                    </a:cubicBezTo>
                    <a:cubicBezTo>
                      <a:pt x="0" y="41"/>
                      <a:pt x="8" y="48"/>
                      <a:pt x="16" y="48"/>
                    </a:cubicBezTo>
                    <a:cubicBezTo>
                      <a:pt x="43" y="48"/>
                      <a:pt x="43" y="48"/>
                      <a:pt x="43" y="48"/>
                    </a:cubicBezTo>
                    <a:cubicBezTo>
                      <a:pt x="48" y="48"/>
                      <a:pt x="52" y="46"/>
                      <a:pt x="55" y="43"/>
                    </a:cubicBezTo>
                    <a:cubicBezTo>
                      <a:pt x="70" y="26"/>
                      <a:pt x="70" y="26"/>
                      <a:pt x="70" y="26"/>
                    </a:cubicBezTo>
                    <a:cubicBezTo>
                      <a:pt x="74" y="22"/>
                      <a:pt x="75" y="15"/>
                      <a:pt x="73" y="9"/>
                    </a:cubicBezTo>
                    <a:cubicBezTo>
                      <a:pt x="70" y="3"/>
                      <a:pt x="64"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8" name="Freeform 16">
                <a:extLst>
                  <a:ext uri="{FF2B5EF4-FFF2-40B4-BE49-F238E27FC236}">
                    <a16:creationId xmlns:a16="http://schemas.microsoft.com/office/drawing/2014/main" id="{D17517C7-E177-434D-8C4D-A78AAA7627E4}"/>
                  </a:ext>
                </a:extLst>
              </p:cNvPr>
              <p:cNvSpPr>
                <a:spLocks noEditPoints="1"/>
              </p:cNvSpPr>
              <p:nvPr/>
            </p:nvSpPr>
            <p:spPr bwMode="auto">
              <a:xfrm>
                <a:off x="1563190" y="4151132"/>
                <a:ext cx="280221" cy="194867"/>
              </a:xfrm>
              <a:custGeom>
                <a:avLst/>
                <a:gdLst>
                  <a:gd name="T0" fmla="*/ 58 w 74"/>
                  <a:gd name="T1" fmla="*/ 16 h 51"/>
                  <a:gd name="T2" fmla="*/ 58 w 74"/>
                  <a:gd name="T3" fmla="*/ 35 h 51"/>
                  <a:gd name="T4" fmla="*/ 16 w 74"/>
                  <a:gd name="T5" fmla="*/ 35 h 51"/>
                  <a:gd name="T6" fmla="*/ 16 w 74"/>
                  <a:gd name="T7" fmla="*/ 16 h 51"/>
                  <a:gd name="T8" fmla="*/ 58 w 74"/>
                  <a:gd name="T9" fmla="*/ 16 h 51"/>
                  <a:gd name="T10" fmla="*/ 58 w 74"/>
                  <a:gd name="T11" fmla="*/ 0 h 51"/>
                  <a:gd name="T12" fmla="*/ 16 w 74"/>
                  <a:gd name="T13" fmla="*/ 0 h 51"/>
                  <a:gd name="T14" fmla="*/ 0 w 74"/>
                  <a:gd name="T15" fmla="*/ 16 h 51"/>
                  <a:gd name="T16" fmla="*/ 0 w 74"/>
                  <a:gd name="T17" fmla="*/ 35 h 51"/>
                  <a:gd name="T18" fmla="*/ 16 w 74"/>
                  <a:gd name="T19" fmla="*/ 51 h 51"/>
                  <a:gd name="T20" fmla="*/ 58 w 74"/>
                  <a:gd name="T21" fmla="*/ 51 h 51"/>
                  <a:gd name="T22" fmla="*/ 74 w 74"/>
                  <a:gd name="T23" fmla="*/ 35 h 51"/>
                  <a:gd name="T24" fmla="*/ 74 w 74"/>
                  <a:gd name="T25" fmla="*/ 16 h 51"/>
                  <a:gd name="T26" fmla="*/ 58 w 74"/>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1">
                    <a:moveTo>
                      <a:pt x="58" y="16"/>
                    </a:moveTo>
                    <a:cubicBezTo>
                      <a:pt x="58" y="35"/>
                      <a:pt x="58" y="35"/>
                      <a:pt x="58" y="35"/>
                    </a:cubicBezTo>
                    <a:cubicBezTo>
                      <a:pt x="16" y="35"/>
                      <a:pt x="16" y="35"/>
                      <a:pt x="16" y="35"/>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5"/>
                      <a:pt x="0" y="35"/>
                      <a:pt x="0" y="35"/>
                    </a:cubicBezTo>
                    <a:cubicBezTo>
                      <a:pt x="0" y="43"/>
                      <a:pt x="8" y="51"/>
                      <a:pt x="16" y="51"/>
                    </a:cubicBezTo>
                    <a:cubicBezTo>
                      <a:pt x="58" y="51"/>
                      <a:pt x="58" y="51"/>
                      <a:pt x="58" y="51"/>
                    </a:cubicBezTo>
                    <a:cubicBezTo>
                      <a:pt x="67" y="51"/>
                      <a:pt x="74" y="43"/>
                      <a:pt x="74" y="35"/>
                    </a:cubicBezTo>
                    <a:cubicBezTo>
                      <a:pt x="74" y="16"/>
                      <a:pt x="74" y="16"/>
                      <a:pt x="74" y="16"/>
                    </a:cubicBezTo>
                    <a:cubicBezTo>
                      <a:pt x="74" y="7"/>
                      <a:pt x="67"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9" name="Freeform 17">
                <a:extLst>
                  <a:ext uri="{FF2B5EF4-FFF2-40B4-BE49-F238E27FC236}">
                    <a16:creationId xmlns:a16="http://schemas.microsoft.com/office/drawing/2014/main" id="{9B01B60B-B2FF-4665-8ED7-490257C21EAE}"/>
                  </a:ext>
                </a:extLst>
              </p:cNvPr>
              <p:cNvSpPr>
                <a:spLocks noEditPoints="1"/>
              </p:cNvSpPr>
              <p:nvPr/>
            </p:nvSpPr>
            <p:spPr bwMode="auto">
              <a:xfrm>
                <a:off x="1311958" y="4064167"/>
                <a:ext cx="19003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0" name="Freeform 18">
                <a:extLst>
                  <a:ext uri="{FF2B5EF4-FFF2-40B4-BE49-F238E27FC236}">
                    <a16:creationId xmlns:a16="http://schemas.microsoft.com/office/drawing/2014/main" id="{19109C17-AF6D-4476-A672-55EC71EF9A0D}"/>
                  </a:ext>
                </a:extLst>
              </p:cNvPr>
              <p:cNvSpPr>
                <a:spLocks noEditPoints="1"/>
              </p:cNvSpPr>
              <p:nvPr/>
            </p:nvSpPr>
            <p:spPr bwMode="auto">
              <a:xfrm>
                <a:off x="1311958" y="4151132"/>
                <a:ext cx="27700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1" name="Freeform 19">
                <a:extLst>
                  <a:ext uri="{FF2B5EF4-FFF2-40B4-BE49-F238E27FC236}">
                    <a16:creationId xmlns:a16="http://schemas.microsoft.com/office/drawing/2014/main" id="{81AC942F-911A-4CB3-9629-21F5E1B5FBC6}"/>
                  </a:ext>
                </a:extLst>
              </p:cNvPr>
              <p:cNvSpPr>
                <a:spLocks noEditPoints="1"/>
              </p:cNvSpPr>
              <p:nvPr/>
            </p:nvSpPr>
            <p:spPr bwMode="auto">
              <a:xfrm>
                <a:off x="1311958" y="3820986"/>
                <a:ext cx="19003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2" name="Freeform 20">
                <a:extLst>
                  <a:ext uri="{FF2B5EF4-FFF2-40B4-BE49-F238E27FC236}">
                    <a16:creationId xmlns:a16="http://schemas.microsoft.com/office/drawing/2014/main" id="{D9F382EA-F4E2-4501-BC82-C78D2C810BC9}"/>
                  </a:ext>
                </a:extLst>
              </p:cNvPr>
              <p:cNvSpPr>
                <a:spLocks noEditPoints="1"/>
              </p:cNvSpPr>
              <p:nvPr/>
            </p:nvSpPr>
            <p:spPr bwMode="auto">
              <a:xfrm>
                <a:off x="1907830" y="4064167"/>
                <a:ext cx="19164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3" name="Freeform 21">
                <a:extLst>
                  <a:ext uri="{FF2B5EF4-FFF2-40B4-BE49-F238E27FC236}">
                    <a16:creationId xmlns:a16="http://schemas.microsoft.com/office/drawing/2014/main" id="{F1ECB0E6-4452-4C42-BAAB-DC3E74C35AE2}"/>
                  </a:ext>
                </a:extLst>
              </p:cNvPr>
              <p:cNvSpPr>
                <a:spLocks noEditPoints="1"/>
              </p:cNvSpPr>
              <p:nvPr/>
            </p:nvSpPr>
            <p:spPr bwMode="auto">
              <a:xfrm>
                <a:off x="1820865" y="4151132"/>
                <a:ext cx="27861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4" name="Freeform 22">
                <a:extLst>
                  <a:ext uri="{FF2B5EF4-FFF2-40B4-BE49-F238E27FC236}">
                    <a16:creationId xmlns:a16="http://schemas.microsoft.com/office/drawing/2014/main" id="{4BAED771-D18E-4AB8-90C4-545B70E84253}"/>
                  </a:ext>
                </a:extLst>
              </p:cNvPr>
              <p:cNvSpPr>
                <a:spLocks noEditPoints="1"/>
              </p:cNvSpPr>
              <p:nvPr/>
            </p:nvSpPr>
            <p:spPr bwMode="auto">
              <a:xfrm>
                <a:off x="1907830" y="3820986"/>
                <a:ext cx="19164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5" name="Freeform 23">
                <a:extLst>
                  <a:ext uri="{FF2B5EF4-FFF2-40B4-BE49-F238E27FC236}">
                    <a16:creationId xmlns:a16="http://schemas.microsoft.com/office/drawing/2014/main" id="{9015FA6A-8E42-44EB-BD0B-B4F3C8124FCA}"/>
                  </a:ext>
                </a:extLst>
              </p:cNvPr>
              <p:cNvSpPr>
                <a:spLocks noEditPoints="1"/>
              </p:cNvSpPr>
              <p:nvPr/>
            </p:nvSpPr>
            <p:spPr bwMode="auto">
              <a:xfrm>
                <a:off x="1661428" y="3405486"/>
                <a:ext cx="600703" cy="594262"/>
              </a:xfrm>
              <a:custGeom>
                <a:avLst/>
                <a:gdLst>
                  <a:gd name="T0" fmla="*/ 105 w 158"/>
                  <a:gd name="T1" fmla="*/ 16 h 156"/>
                  <a:gd name="T2" fmla="*/ 140 w 158"/>
                  <a:gd name="T3" fmla="*/ 56 h 156"/>
                  <a:gd name="T4" fmla="*/ 56 w 158"/>
                  <a:gd name="T5" fmla="*/ 140 h 156"/>
                  <a:gd name="T6" fmla="*/ 17 w 158"/>
                  <a:gd name="T7" fmla="*/ 99 h 156"/>
                  <a:gd name="T8" fmla="*/ 105 w 158"/>
                  <a:gd name="T9" fmla="*/ 16 h 156"/>
                  <a:gd name="T10" fmla="*/ 105 w 158"/>
                  <a:gd name="T11" fmla="*/ 0 h 156"/>
                  <a:gd name="T12" fmla="*/ 94 w 158"/>
                  <a:gd name="T13" fmla="*/ 5 h 156"/>
                  <a:gd name="T14" fmla="*/ 6 w 158"/>
                  <a:gd name="T15" fmla="*/ 87 h 156"/>
                  <a:gd name="T16" fmla="*/ 5 w 158"/>
                  <a:gd name="T17" fmla="*/ 109 h 156"/>
                  <a:gd name="T18" fmla="*/ 44 w 158"/>
                  <a:gd name="T19" fmla="*/ 151 h 156"/>
                  <a:gd name="T20" fmla="*/ 55 w 158"/>
                  <a:gd name="T21" fmla="*/ 156 h 156"/>
                  <a:gd name="T22" fmla="*/ 56 w 158"/>
                  <a:gd name="T23" fmla="*/ 156 h 156"/>
                  <a:gd name="T24" fmla="*/ 67 w 158"/>
                  <a:gd name="T25" fmla="*/ 152 h 156"/>
                  <a:gd name="T26" fmla="*/ 151 w 158"/>
                  <a:gd name="T27" fmla="*/ 67 h 156"/>
                  <a:gd name="T28" fmla="*/ 152 w 158"/>
                  <a:gd name="T29" fmla="*/ 45 h 156"/>
                  <a:gd name="T30" fmla="*/ 117 w 158"/>
                  <a:gd name="T31" fmla="*/ 6 h 156"/>
                  <a:gd name="T32" fmla="*/ 105 w 158"/>
                  <a:gd name="T33" fmla="*/ 0 h 156"/>
                  <a:gd name="T34" fmla="*/ 105 w 158"/>
                  <a:gd name="T3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 h="156">
                    <a:moveTo>
                      <a:pt x="105" y="16"/>
                    </a:moveTo>
                    <a:cubicBezTo>
                      <a:pt x="140" y="56"/>
                      <a:pt x="140" y="56"/>
                      <a:pt x="140" y="56"/>
                    </a:cubicBezTo>
                    <a:cubicBezTo>
                      <a:pt x="56" y="140"/>
                      <a:pt x="56" y="140"/>
                      <a:pt x="56" y="140"/>
                    </a:cubicBezTo>
                    <a:cubicBezTo>
                      <a:pt x="17" y="99"/>
                      <a:pt x="17" y="99"/>
                      <a:pt x="17" y="99"/>
                    </a:cubicBezTo>
                    <a:cubicBezTo>
                      <a:pt x="105" y="16"/>
                      <a:pt x="105" y="16"/>
                      <a:pt x="105" y="16"/>
                    </a:cubicBezTo>
                    <a:moveTo>
                      <a:pt x="105" y="0"/>
                    </a:moveTo>
                    <a:cubicBezTo>
                      <a:pt x="101" y="0"/>
                      <a:pt x="97" y="2"/>
                      <a:pt x="94" y="5"/>
                    </a:cubicBezTo>
                    <a:cubicBezTo>
                      <a:pt x="6" y="87"/>
                      <a:pt x="6" y="87"/>
                      <a:pt x="6" y="87"/>
                    </a:cubicBezTo>
                    <a:cubicBezTo>
                      <a:pt x="0" y="93"/>
                      <a:pt x="0" y="103"/>
                      <a:pt x="5" y="109"/>
                    </a:cubicBezTo>
                    <a:cubicBezTo>
                      <a:pt x="44" y="151"/>
                      <a:pt x="44" y="151"/>
                      <a:pt x="44" y="151"/>
                    </a:cubicBezTo>
                    <a:cubicBezTo>
                      <a:pt x="47" y="154"/>
                      <a:pt x="51" y="156"/>
                      <a:pt x="55" y="156"/>
                    </a:cubicBezTo>
                    <a:cubicBezTo>
                      <a:pt x="55" y="156"/>
                      <a:pt x="56" y="156"/>
                      <a:pt x="56" y="156"/>
                    </a:cubicBezTo>
                    <a:cubicBezTo>
                      <a:pt x="60" y="156"/>
                      <a:pt x="64" y="155"/>
                      <a:pt x="67" y="152"/>
                    </a:cubicBezTo>
                    <a:cubicBezTo>
                      <a:pt x="151" y="67"/>
                      <a:pt x="151" y="67"/>
                      <a:pt x="151" y="67"/>
                    </a:cubicBezTo>
                    <a:cubicBezTo>
                      <a:pt x="157" y="61"/>
                      <a:pt x="158" y="52"/>
                      <a:pt x="152" y="45"/>
                    </a:cubicBezTo>
                    <a:cubicBezTo>
                      <a:pt x="117" y="6"/>
                      <a:pt x="117" y="6"/>
                      <a:pt x="117" y="6"/>
                    </a:cubicBezTo>
                    <a:cubicBezTo>
                      <a:pt x="114" y="3"/>
                      <a:pt x="110" y="1"/>
                      <a:pt x="105" y="0"/>
                    </a:cubicBezTo>
                    <a:cubicBezTo>
                      <a:pt x="105" y="0"/>
                      <a:pt x="105" y="0"/>
                      <a:pt x="105"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6" name="Freeform 24">
                <a:extLst>
                  <a:ext uri="{FF2B5EF4-FFF2-40B4-BE49-F238E27FC236}">
                    <a16:creationId xmlns:a16="http://schemas.microsoft.com/office/drawing/2014/main" id="{67CF42F9-44A5-43B1-8433-A9E6B4A6ADC5}"/>
                  </a:ext>
                </a:extLst>
              </p:cNvPr>
              <p:cNvSpPr>
                <a:spLocks noEditPoints="1"/>
              </p:cNvSpPr>
              <p:nvPr/>
            </p:nvSpPr>
            <p:spPr bwMode="auto">
              <a:xfrm>
                <a:off x="1555138" y="3790388"/>
                <a:ext cx="318872" cy="293105"/>
              </a:xfrm>
              <a:custGeom>
                <a:avLst/>
                <a:gdLst>
                  <a:gd name="T0" fmla="*/ 32 w 84"/>
                  <a:gd name="T1" fmla="*/ 16 h 77"/>
                  <a:gd name="T2" fmla="*/ 67 w 84"/>
                  <a:gd name="T3" fmla="*/ 50 h 77"/>
                  <a:gd name="T4" fmla="*/ 17 w 84"/>
                  <a:gd name="T5" fmla="*/ 61 h 77"/>
                  <a:gd name="T6" fmla="*/ 32 w 84"/>
                  <a:gd name="T7" fmla="*/ 16 h 77"/>
                  <a:gd name="T8" fmla="*/ 32 w 84"/>
                  <a:gd name="T9" fmla="*/ 0 h 77"/>
                  <a:gd name="T10" fmla="*/ 28 w 84"/>
                  <a:gd name="T11" fmla="*/ 1 h 77"/>
                  <a:gd name="T12" fmla="*/ 17 w 84"/>
                  <a:gd name="T13" fmla="*/ 11 h 77"/>
                  <a:gd name="T14" fmla="*/ 2 w 84"/>
                  <a:gd name="T15" fmla="*/ 56 h 77"/>
                  <a:gd name="T16" fmla="*/ 5 w 84"/>
                  <a:gd name="T17" fmla="*/ 72 h 77"/>
                  <a:gd name="T18" fmla="*/ 17 w 84"/>
                  <a:gd name="T19" fmla="*/ 77 h 77"/>
                  <a:gd name="T20" fmla="*/ 20 w 84"/>
                  <a:gd name="T21" fmla="*/ 76 h 77"/>
                  <a:gd name="T22" fmla="*/ 71 w 84"/>
                  <a:gd name="T23" fmla="*/ 65 h 77"/>
                  <a:gd name="T24" fmla="*/ 83 w 84"/>
                  <a:gd name="T25" fmla="*/ 54 h 77"/>
                  <a:gd name="T26" fmla="*/ 78 w 84"/>
                  <a:gd name="T27" fmla="*/ 38 h 77"/>
                  <a:gd name="T28" fmla="*/ 43 w 84"/>
                  <a:gd name="T29" fmla="*/ 5 h 77"/>
                  <a:gd name="T30" fmla="*/ 32 w 84"/>
                  <a:gd name="T3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77">
                    <a:moveTo>
                      <a:pt x="32" y="16"/>
                    </a:moveTo>
                    <a:cubicBezTo>
                      <a:pt x="67" y="50"/>
                      <a:pt x="67" y="50"/>
                      <a:pt x="67" y="50"/>
                    </a:cubicBezTo>
                    <a:cubicBezTo>
                      <a:pt x="17" y="61"/>
                      <a:pt x="17" y="61"/>
                      <a:pt x="17" y="61"/>
                    </a:cubicBezTo>
                    <a:cubicBezTo>
                      <a:pt x="32" y="16"/>
                      <a:pt x="32" y="16"/>
                      <a:pt x="32" y="16"/>
                    </a:cubicBezTo>
                    <a:moveTo>
                      <a:pt x="32" y="0"/>
                    </a:moveTo>
                    <a:cubicBezTo>
                      <a:pt x="31" y="0"/>
                      <a:pt x="29" y="0"/>
                      <a:pt x="28" y="1"/>
                    </a:cubicBezTo>
                    <a:cubicBezTo>
                      <a:pt x="23" y="2"/>
                      <a:pt x="18" y="6"/>
                      <a:pt x="17" y="11"/>
                    </a:cubicBezTo>
                    <a:cubicBezTo>
                      <a:pt x="2" y="56"/>
                      <a:pt x="2" y="56"/>
                      <a:pt x="2" y="56"/>
                    </a:cubicBezTo>
                    <a:cubicBezTo>
                      <a:pt x="0" y="61"/>
                      <a:pt x="1" y="67"/>
                      <a:pt x="5" y="72"/>
                    </a:cubicBezTo>
                    <a:cubicBezTo>
                      <a:pt x="8" y="75"/>
                      <a:pt x="12" y="77"/>
                      <a:pt x="17" y="77"/>
                    </a:cubicBezTo>
                    <a:cubicBezTo>
                      <a:pt x="18" y="77"/>
                      <a:pt x="19" y="77"/>
                      <a:pt x="20" y="76"/>
                    </a:cubicBezTo>
                    <a:cubicBezTo>
                      <a:pt x="71" y="65"/>
                      <a:pt x="71" y="65"/>
                      <a:pt x="71" y="65"/>
                    </a:cubicBezTo>
                    <a:cubicBezTo>
                      <a:pt x="77" y="64"/>
                      <a:pt x="81" y="59"/>
                      <a:pt x="83" y="54"/>
                    </a:cubicBezTo>
                    <a:cubicBezTo>
                      <a:pt x="84" y="48"/>
                      <a:pt x="83" y="42"/>
                      <a:pt x="78" y="38"/>
                    </a:cubicBezTo>
                    <a:cubicBezTo>
                      <a:pt x="43" y="5"/>
                      <a:pt x="43" y="5"/>
                      <a:pt x="43" y="5"/>
                    </a:cubicBezTo>
                    <a:cubicBezTo>
                      <a:pt x="40" y="2"/>
                      <a:pt x="36" y="0"/>
                      <a:pt x="32"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7" name="Freeform 25">
                <a:extLst>
                  <a:ext uri="{FF2B5EF4-FFF2-40B4-BE49-F238E27FC236}">
                    <a16:creationId xmlns:a16="http://schemas.microsoft.com/office/drawing/2014/main" id="{024383A2-15A9-46AB-9836-B440A160DEB9}"/>
                  </a:ext>
                </a:extLst>
              </p:cNvPr>
              <p:cNvSpPr>
                <a:spLocks/>
              </p:cNvSpPr>
              <p:nvPr/>
            </p:nvSpPr>
            <p:spPr bwMode="auto">
              <a:xfrm>
                <a:off x="1371545" y="3642225"/>
                <a:ext cx="69249" cy="148163"/>
              </a:xfrm>
              <a:custGeom>
                <a:avLst/>
                <a:gdLst>
                  <a:gd name="T0" fmla="*/ 0 w 43"/>
                  <a:gd name="T1" fmla="*/ 0 h 92"/>
                  <a:gd name="T2" fmla="*/ 43 w 43"/>
                  <a:gd name="T3" fmla="*/ 0 h 92"/>
                  <a:gd name="T4" fmla="*/ 43 w 43"/>
                  <a:gd name="T5" fmla="*/ 92 h 92"/>
                  <a:gd name="T6" fmla="*/ 0 w 43"/>
                  <a:gd name="T7" fmla="*/ 92 h 92"/>
                  <a:gd name="T8" fmla="*/ 0 w 43"/>
                  <a:gd name="T9" fmla="*/ 0 h 92"/>
                  <a:gd name="T10" fmla="*/ 0 w 43"/>
                  <a:gd name="T11" fmla="*/ 0 h 92"/>
                </a:gdLst>
                <a:ahLst/>
                <a:cxnLst>
                  <a:cxn ang="0">
                    <a:pos x="T0" y="T1"/>
                  </a:cxn>
                  <a:cxn ang="0">
                    <a:pos x="T2" y="T3"/>
                  </a:cxn>
                  <a:cxn ang="0">
                    <a:pos x="T4" y="T5"/>
                  </a:cxn>
                  <a:cxn ang="0">
                    <a:pos x="T6" y="T7"/>
                  </a:cxn>
                  <a:cxn ang="0">
                    <a:pos x="T8" y="T9"/>
                  </a:cxn>
                  <a:cxn ang="0">
                    <a:pos x="T10" y="T11"/>
                  </a:cxn>
                </a:cxnLst>
                <a:rect l="0" t="0" r="r" b="b"/>
                <a:pathLst>
                  <a:path w="43" h="92">
                    <a:moveTo>
                      <a:pt x="0" y="0"/>
                    </a:moveTo>
                    <a:lnTo>
                      <a:pt x="43" y="0"/>
                    </a:lnTo>
                    <a:lnTo>
                      <a:pt x="43" y="92"/>
                    </a:lnTo>
                    <a:lnTo>
                      <a:pt x="0" y="92"/>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8" name="Freeform 26">
                <a:extLst>
                  <a:ext uri="{FF2B5EF4-FFF2-40B4-BE49-F238E27FC236}">
                    <a16:creationId xmlns:a16="http://schemas.microsoft.com/office/drawing/2014/main" id="{CBBC424F-E267-4294-AC7B-C2A365F10E51}"/>
                  </a:ext>
                </a:extLst>
              </p:cNvPr>
              <p:cNvSpPr>
                <a:spLocks/>
              </p:cNvSpPr>
              <p:nvPr/>
            </p:nvSpPr>
            <p:spPr bwMode="auto">
              <a:xfrm>
                <a:off x="1371545" y="3642225"/>
                <a:ext cx="156215" cy="59588"/>
              </a:xfrm>
              <a:custGeom>
                <a:avLst/>
                <a:gdLst>
                  <a:gd name="T0" fmla="*/ 0 w 97"/>
                  <a:gd name="T1" fmla="*/ 0 h 37"/>
                  <a:gd name="T2" fmla="*/ 97 w 97"/>
                  <a:gd name="T3" fmla="*/ 0 h 37"/>
                  <a:gd name="T4" fmla="*/ 97 w 97"/>
                  <a:gd name="T5" fmla="*/ 37 h 37"/>
                  <a:gd name="T6" fmla="*/ 0 w 97"/>
                  <a:gd name="T7" fmla="*/ 37 h 37"/>
                  <a:gd name="T8" fmla="*/ 0 w 97"/>
                  <a:gd name="T9" fmla="*/ 0 h 37"/>
                  <a:gd name="T10" fmla="*/ 0 w 97"/>
                  <a:gd name="T11" fmla="*/ 0 h 37"/>
                </a:gdLst>
                <a:ahLst/>
                <a:cxnLst>
                  <a:cxn ang="0">
                    <a:pos x="T0" y="T1"/>
                  </a:cxn>
                  <a:cxn ang="0">
                    <a:pos x="T2" y="T3"/>
                  </a:cxn>
                  <a:cxn ang="0">
                    <a:pos x="T4" y="T5"/>
                  </a:cxn>
                  <a:cxn ang="0">
                    <a:pos x="T6" y="T7"/>
                  </a:cxn>
                  <a:cxn ang="0">
                    <a:pos x="T8" y="T9"/>
                  </a:cxn>
                  <a:cxn ang="0">
                    <a:pos x="T10" y="T11"/>
                  </a:cxn>
                </a:cxnLst>
                <a:rect l="0" t="0" r="r" b="b"/>
                <a:pathLst>
                  <a:path w="97" h="37">
                    <a:moveTo>
                      <a:pt x="0" y="0"/>
                    </a:moveTo>
                    <a:lnTo>
                      <a:pt x="97" y="0"/>
                    </a:lnTo>
                    <a:lnTo>
                      <a:pt x="97" y="37"/>
                    </a:lnTo>
                    <a:lnTo>
                      <a:pt x="0" y="37"/>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9" name="Freeform 27">
                <a:extLst>
                  <a:ext uri="{FF2B5EF4-FFF2-40B4-BE49-F238E27FC236}">
                    <a16:creationId xmlns:a16="http://schemas.microsoft.com/office/drawing/2014/main" id="{E10F5550-7A5C-4D04-AF81-314FA07D9743}"/>
                  </a:ext>
                </a:extLst>
              </p:cNvPr>
              <p:cNvSpPr>
                <a:spLocks/>
              </p:cNvSpPr>
              <p:nvPr/>
            </p:nvSpPr>
            <p:spPr bwMode="auto">
              <a:xfrm>
                <a:off x="1622777" y="3642225"/>
                <a:ext cx="161046" cy="59588"/>
              </a:xfrm>
              <a:custGeom>
                <a:avLst/>
                <a:gdLst>
                  <a:gd name="T0" fmla="*/ 0 w 100"/>
                  <a:gd name="T1" fmla="*/ 37 h 37"/>
                  <a:gd name="T2" fmla="*/ 0 w 100"/>
                  <a:gd name="T3" fmla="*/ 0 h 37"/>
                  <a:gd name="T4" fmla="*/ 100 w 100"/>
                  <a:gd name="T5" fmla="*/ 0 h 37"/>
                  <a:gd name="T6" fmla="*/ 64 w 100"/>
                  <a:gd name="T7" fmla="*/ 37 h 37"/>
                  <a:gd name="T8" fmla="*/ 0 w 100"/>
                  <a:gd name="T9" fmla="*/ 37 h 37"/>
                  <a:gd name="T10" fmla="*/ 0 w 100"/>
                  <a:gd name="T11" fmla="*/ 37 h 37"/>
                  <a:gd name="T12" fmla="*/ 0 w 100"/>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100" h="37">
                    <a:moveTo>
                      <a:pt x="0" y="37"/>
                    </a:moveTo>
                    <a:lnTo>
                      <a:pt x="0" y="0"/>
                    </a:lnTo>
                    <a:lnTo>
                      <a:pt x="100" y="0"/>
                    </a:lnTo>
                    <a:lnTo>
                      <a:pt x="64" y="37"/>
                    </a:lnTo>
                    <a:lnTo>
                      <a:pt x="0" y="37"/>
                    </a:lnTo>
                    <a:lnTo>
                      <a:pt x="0" y="37"/>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0" name="Freeform 28">
                <a:extLst>
                  <a:ext uri="{FF2B5EF4-FFF2-40B4-BE49-F238E27FC236}">
                    <a16:creationId xmlns:a16="http://schemas.microsoft.com/office/drawing/2014/main" id="{C84E9659-ABE6-4728-B9E2-CF1DABABE7FE}"/>
                  </a:ext>
                </a:extLst>
              </p:cNvPr>
              <p:cNvSpPr>
                <a:spLocks/>
              </p:cNvSpPr>
              <p:nvPr/>
            </p:nvSpPr>
            <p:spPr bwMode="auto">
              <a:xfrm>
                <a:off x="1622777" y="4212330"/>
                <a:ext cx="161046" cy="72471"/>
              </a:xfrm>
              <a:custGeom>
                <a:avLst/>
                <a:gdLst>
                  <a:gd name="T0" fmla="*/ 0 w 100"/>
                  <a:gd name="T1" fmla="*/ 0 h 45"/>
                  <a:gd name="T2" fmla="*/ 100 w 100"/>
                  <a:gd name="T3" fmla="*/ 0 h 45"/>
                  <a:gd name="T4" fmla="*/ 100 w 100"/>
                  <a:gd name="T5" fmla="*/ 45 h 45"/>
                  <a:gd name="T6" fmla="*/ 0 w 100"/>
                  <a:gd name="T7" fmla="*/ 45 h 45"/>
                  <a:gd name="T8" fmla="*/ 0 w 100"/>
                  <a:gd name="T9" fmla="*/ 0 h 45"/>
                  <a:gd name="T10" fmla="*/ 0 w 100"/>
                  <a:gd name="T11" fmla="*/ 0 h 45"/>
                </a:gdLst>
                <a:ahLst/>
                <a:cxnLst>
                  <a:cxn ang="0">
                    <a:pos x="T0" y="T1"/>
                  </a:cxn>
                  <a:cxn ang="0">
                    <a:pos x="T2" y="T3"/>
                  </a:cxn>
                  <a:cxn ang="0">
                    <a:pos x="T4" y="T5"/>
                  </a:cxn>
                  <a:cxn ang="0">
                    <a:pos x="T6" y="T7"/>
                  </a:cxn>
                  <a:cxn ang="0">
                    <a:pos x="T8" y="T9"/>
                  </a:cxn>
                  <a:cxn ang="0">
                    <a:pos x="T10" y="T11"/>
                  </a:cxn>
                </a:cxnLst>
                <a:rect l="0" t="0" r="r" b="b"/>
                <a:pathLst>
                  <a:path w="100" h="45">
                    <a:moveTo>
                      <a:pt x="0" y="0"/>
                    </a:moveTo>
                    <a:lnTo>
                      <a:pt x="100" y="0"/>
                    </a:lnTo>
                    <a:lnTo>
                      <a:pt x="100"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1" name="Freeform 29">
                <a:extLst>
                  <a:ext uri="{FF2B5EF4-FFF2-40B4-BE49-F238E27FC236}">
                    <a16:creationId xmlns:a16="http://schemas.microsoft.com/office/drawing/2014/main" id="{916FD9E1-4B27-47DC-BD7B-069CB432303C}"/>
                  </a:ext>
                </a:extLst>
              </p:cNvPr>
              <p:cNvSpPr>
                <a:spLocks/>
              </p:cNvSpPr>
              <p:nvPr/>
            </p:nvSpPr>
            <p:spPr bwMode="auto">
              <a:xfrm>
                <a:off x="1371545"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2" name="Freeform 30">
                <a:extLst>
                  <a:ext uri="{FF2B5EF4-FFF2-40B4-BE49-F238E27FC236}">
                    <a16:creationId xmlns:a16="http://schemas.microsoft.com/office/drawing/2014/main" id="{B4BE53A6-C202-4DAE-812F-04AC26C7D3EF}"/>
                  </a:ext>
                </a:extLst>
              </p:cNvPr>
              <p:cNvSpPr>
                <a:spLocks/>
              </p:cNvSpPr>
              <p:nvPr/>
            </p:nvSpPr>
            <p:spPr bwMode="auto">
              <a:xfrm>
                <a:off x="1371545"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3" name="Freeform 31">
                <a:extLst>
                  <a:ext uri="{FF2B5EF4-FFF2-40B4-BE49-F238E27FC236}">
                    <a16:creationId xmlns:a16="http://schemas.microsoft.com/office/drawing/2014/main" id="{F246C574-3DC7-4E89-8F0D-9001EDC8B76B}"/>
                  </a:ext>
                </a:extLst>
              </p:cNvPr>
              <p:cNvSpPr>
                <a:spLocks/>
              </p:cNvSpPr>
              <p:nvPr/>
            </p:nvSpPr>
            <p:spPr bwMode="auto">
              <a:xfrm>
                <a:off x="1371545"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4" name="Freeform 32">
                <a:extLst>
                  <a:ext uri="{FF2B5EF4-FFF2-40B4-BE49-F238E27FC236}">
                    <a16:creationId xmlns:a16="http://schemas.microsoft.com/office/drawing/2014/main" id="{BB0DA318-2CD7-4778-97E0-E0DF3F1EDECE}"/>
                  </a:ext>
                </a:extLst>
              </p:cNvPr>
              <p:cNvSpPr>
                <a:spLocks/>
              </p:cNvSpPr>
              <p:nvPr/>
            </p:nvSpPr>
            <p:spPr bwMode="auto">
              <a:xfrm>
                <a:off x="1969027"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5" name="Freeform 33">
                <a:extLst>
                  <a:ext uri="{FF2B5EF4-FFF2-40B4-BE49-F238E27FC236}">
                    <a16:creationId xmlns:a16="http://schemas.microsoft.com/office/drawing/2014/main" id="{A1AF9A78-9612-4282-8B72-B07DA777B19E}"/>
                  </a:ext>
                </a:extLst>
              </p:cNvPr>
              <p:cNvSpPr>
                <a:spLocks/>
              </p:cNvSpPr>
              <p:nvPr/>
            </p:nvSpPr>
            <p:spPr bwMode="auto">
              <a:xfrm>
                <a:off x="1882062"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6" name="Freeform 34">
                <a:extLst>
                  <a:ext uri="{FF2B5EF4-FFF2-40B4-BE49-F238E27FC236}">
                    <a16:creationId xmlns:a16="http://schemas.microsoft.com/office/drawing/2014/main" id="{5942A584-5791-42D4-BE98-AA5043743485}"/>
                  </a:ext>
                </a:extLst>
              </p:cNvPr>
              <p:cNvSpPr>
                <a:spLocks/>
              </p:cNvSpPr>
              <p:nvPr/>
            </p:nvSpPr>
            <p:spPr bwMode="auto">
              <a:xfrm>
                <a:off x="1969027"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7" name="Freeform 35">
                <a:extLst>
                  <a:ext uri="{FF2B5EF4-FFF2-40B4-BE49-F238E27FC236}">
                    <a16:creationId xmlns:a16="http://schemas.microsoft.com/office/drawing/2014/main" id="{6FEBF141-B9BB-46D8-8EAC-1E8BE7F3F09B}"/>
                  </a:ext>
                </a:extLst>
              </p:cNvPr>
              <p:cNvSpPr>
                <a:spLocks/>
              </p:cNvSpPr>
              <p:nvPr/>
            </p:nvSpPr>
            <p:spPr bwMode="auto">
              <a:xfrm>
                <a:off x="1725847" y="3466684"/>
                <a:ext cx="468645" cy="471867"/>
              </a:xfrm>
              <a:custGeom>
                <a:avLst/>
                <a:gdLst>
                  <a:gd name="T0" fmla="*/ 208 w 291"/>
                  <a:gd name="T1" fmla="*/ 0 h 293"/>
                  <a:gd name="T2" fmla="*/ 0 w 291"/>
                  <a:gd name="T3" fmla="*/ 196 h 293"/>
                  <a:gd name="T4" fmla="*/ 92 w 291"/>
                  <a:gd name="T5" fmla="*/ 293 h 293"/>
                  <a:gd name="T6" fmla="*/ 291 w 291"/>
                  <a:gd name="T7" fmla="*/ 94 h 293"/>
                  <a:gd name="T8" fmla="*/ 208 w 291"/>
                  <a:gd name="T9" fmla="*/ 0 h 293"/>
                  <a:gd name="T10" fmla="*/ 208 w 291"/>
                  <a:gd name="T11" fmla="*/ 0 h 293"/>
                  <a:gd name="T12" fmla="*/ 208 w 291"/>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91" h="293">
                    <a:moveTo>
                      <a:pt x="208" y="0"/>
                    </a:moveTo>
                    <a:lnTo>
                      <a:pt x="0" y="196"/>
                    </a:lnTo>
                    <a:lnTo>
                      <a:pt x="92" y="293"/>
                    </a:lnTo>
                    <a:lnTo>
                      <a:pt x="291" y="94"/>
                    </a:lnTo>
                    <a:lnTo>
                      <a:pt x="208" y="0"/>
                    </a:lnTo>
                    <a:lnTo>
                      <a:pt x="208" y="0"/>
                    </a:lnTo>
                    <a:lnTo>
                      <a:pt x="20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8" name="Freeform 36">
                <a:extLst>
                  <a:ext uri="{FF2B5EF4-FFF2-40B4-BE49-F238E27FC236}">
                    <a16:creationId xmlns:a16="http://schemas.microsoft.com/office/drawing/2014/main" id="{8E06B4B8-B73A-41C4-BC84-349F7E2A0913}"/>
                  </a:ext>
                </a:extLst>
              </p:cNvPr>
              <p:cNvSpPr>
                <a:spLocks/>
              </p:cNvSpPr>
              <p:nvPr/>
            </p:nvSpPr>
            <p:spPr bwMode="auto">
              <a:xfrm>
                <a:off x="1619556" y="3849975"/>
                <a:ext cx="190035" cy="172320"/>
              </a:xfrm>
              <a:custGeom>
                <a:avLst/>
                <a:gdLst>
                  <a:gd name="T0" fmla="*/ 35 w 118"/>
                  <a:gd name="T1" fmla="*/ 0 h 107"/>
                  <a:gd name="T2" fmla="*/ 0 w 118"/>
                  <a:gd name="T3" fmla="*/ 107 h 107"/>
                  <a:gd name="T4" fmla="*/ 118 w 118"/>
                  <a:gd name="T5" fmla="*/ 81 h 107"/>
                  <a:gd name="T6" fmla="*/ 35 w 118"/>
                  <a:gd name="T7" fmla="*/ 0 h 107"/>
                  <a:gd name="T8" fmla="*/ 35 w 118"/>
                  <a:gd name="T9" fmla="*/ 0 h 107"/>
                  <a:gd name="T10" fmla="*/ 35 w 118"/>
                  <a:gd name="T11" fmla="*/ 0 h 107"/>
                </a:gdLst>
                <a:ahLst/>
                <a:cxnLst>
                  <a:cxn ang="0">
                    <a:pos x="T0" y="T1"/>
                  </a:cxn>
                  <a:cxn ang="0">
                    <a:pos x="T2" y="T3"/>
                  </a:cxn>
                  <a:cxn ang="0">
                    <a:pos x="T4" y="T5"/>
                  </a:cxn>
                  <a:cxn ang="0">
                    <a:pos x="T6" y="T7"/>
                  </a:cxn>
                  <a:cxn ang="0">
                    <a:pos x="T8" y="T9"/>
                  </a:cxn>
                  <a:cxn ang="0">
                    <a:pos x="T10" y="T11"/>
                  </a:cxn>
                </a:cxnLst>
                <a:rect l="0" t="0" r="r" b="b"/>
                <a:pathLst>
                  <a:path w="118" h="107">
                    <a:moveTo>
                      <a:pt x="35" y="0"/>
                    </a:moveTo>
                    <a:lnTo>
                      <a:pt x="0" y="107"/>
                    </a:lnTo>
                    <a:lnTo>
                      <a:pt x="118" y="81"/>
                    </a:lnTo>
                    <a:lnTo>
                      <a:pt x="35" y="0"/>
                    </a:lnTo>
                    <a:lnTo>
                      <a:pt x="35" y="0"/>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7C93031B-F06C-433E-87D1-6F0F3294C852}"/>
                  </a:ext>
                </a:extLst>
              </p:cNvPr>
              <p:cNvSpPr txBox="1"/>
              <p:nvPr/>
            </p:nvSpPr>
            <p:spPr>
              <a:xfrm>
                <a:off x="1894728" y="5229991"/>
                <a:ext cx="21236567" cy="1569660"/>
              </a:xfrm>
              <a:prstGeom prst="rect">
                <a:avLst/>
              </a:prstGeom>
              <a:noFill/>
            </p:spPr>
            <p:txBody>
              <a:bodyPr wrap="square">
                <a:spAutoFit/>
              </a:bodyPr>
              <a:lstStyle/>
              <a:p>
                <a:r>
                  <a:rPr lang="en-US" sz="4800" b="1">
                    <a:latin typeface="Tahoma" panose="020B0604030504040204" pitchFamily="34" charset="0"/>
                    <a:ea typeface="Tahoma" panose="020B0604030504040204" pitchFamily="34" charset="0"/>
                    <a:cs typeface="Tahoma" panose="020B0604030504040204" pitchFamily="34" charset="0"/>
                  </a:rPr>
                  <a:t>Xét câu “</a:t>
                </a:r>
                <a14:m>
                  <m:oMath xmlns:m="http://schemas.openxmlformats.org/officeDocument/2006/math">
                    <m:r>
                      <a:rPr lang="en-US" sz="4800" b="1" i="1">
                        <a:latin typeface="Cambria Math" panose="02040503050406030204" pitchFamily="18" charset="0"/>
                      </a:rPr>
                      <m:t>𝒙</m:t>
                    </m:r>
                    <m:r>
                      <a:rPr lang="en-US" sz="4800" b="1" i="1">
                        <a:latin typeface="Cambria Math" panose="02040503050406030204" pitchFamily="18" charset="0"/>
                      </a:rPr>
                      <m:t>&gt;</m:t>
                    </m:r>
                    <m:r>
                      <a:rPr lang="en-US" sz="4800" b="1" i="1">
                        <a:latin typeface="Cambria Math" panose="02040503050406030204" pitchFamily="18" charset="0"/>
                      </a:rPr>
                      <m:t>𝟓</m:t>
                    </m:r>
                  </m:oMath>
                </a14:m>
                <a:r>
                  <a:rPr lang="en-US" sz="4800" b="1">
                    <a:latin typeface="Tahoma" panose="020B0604030504040204" pitchFamily="34" charset="0"/>
                    <a:ea typeface="Tahoma" panose="020B0604030504040204" pitchFamily="34" charset="0"/>
                    <a:cs typeface="Tahoma" panose="020B0604030504040204" pitchFamily="34" charset="0"/>
                  </a:rPr>
                  <a:t>”. Hãy tìm hai giá trị thực của </a:t>
                </a:r>
                <a14:m>
                  <m:oMath xmlns:m="http://schemas.openxmlformats.org/officeDocument/2006/math">
                    <m:r>
                      <a:rPr lang="en-US" sz="4800" b="1" i="1">
                        <a:latin typeface="Cambria Math" panose="02040503050406030204" pitchFamily="18" charset="0"/>
                      </a:rPr>
                      <m:t>𝒙</m:t>
                    </m:r>
                  </m:oMath>
                </a14:m>
                <a:r>
                  <a:rPr lang="en-US" sz="4800" b="1">
                    <a:latin typeface="Tahoma" panose="020B0604030504040204" pitchFamily="34" charset="0"/>
                    <a:ea typeface="Tahoma" panose="020B0604030504040204" pitchFamily="34" charset="0"/>
                    <a:cs typeface="Tahoma" panose="020B0604030504040204" pitchFamily="34" charset="0"/>
                  </a:rPr>
                  <a:t> để từ câu đã cho ta nhận được một mệnh đề đúng và một mệnh đề sai. </a:t>
                </a:r>
              </a:p>
            </p:txBody>
          </p:sp>
        </mc:Choice>
        <mc:Fallback xmlns="">
          <p:sp>
            <p:nvSpPr>
              <p:cNvPr id="79" name="TextBox 78">
                <a:extLst>
                  <a:ext uri="{FF2B5EF4-FFF2-40B4-BE49-F238E27FC236}">
                    <a16:creationId xmlns:a16="http://schemas.microsoft.com/office/drawing/2014/main" id="{7C93031B-F06C-433E-87D1-6F0F3294C852}"/>
                  </a:ext>
                </a:extLst>
              </p:cNvPr>
              <p:cNvSpPr txBox="1">
                <a:spLocks noRot="1" noChangeAspect="1" noMove="1" noResize="1" noEditPoints="1" noAdjustHandles="1" noChangeArrowheads="1" noChangeShapeType="1" noTextEdit="1"/>
              </p:cNvSpPr>
              <p:nvPr/>
            </p:nvSpPr>
            <p:spPr>
              <a:xfrm>
                <a:off x="1894728" y="5229991"/>
                <a:ext cx="21236567" cy="1569660"/>
              </a:xfrm>
              <a:prstGeom prst="rect">
                <a:avLst/>
              </a:prstGeom>
              <a:blipFill>
                <a:blip r:embed="rId4"/>
                <a:stretch>
                  <a:fillRect l="-1320" t="-9339" b="-19844"/>
                </a:stretch>
              </a:blipFill>
            </p:spPr>
            <p:txBody>
              <a:bodyPr/>
              <a:lstStyle/>
              <a:p>
                <a:r>
                  <a:rPr lang="en-US">
                    <a:noFill/>
                  </a:rPr>
                  <a:t> </a:t>
                </a:r>
              </a:p>
            </p:txBody>
          </p:sp>
        </mc:Fallback>
      </mc:AlternateContent>
      <p:sp>
        <p:nvSpPr>
          <p:cNvPr id="80" name="Rounded Rectangle 4">
            <a:extLst>
              <a:ext uri="{FF2B5EF4-FFF2-40B4-BE49-F238E27FC236}">
                <a16:creationId xmlns:a16="http://schemas.microsoft.com/office/drawing/2014/main" id="{60BF75B9-8E5D-4526-9D50-2E9BBC426B2C}"/>
              </a:ext>
            </a:extLst>
          </p:cNvPr>
          <p:cNvSpPr/>
          <p:nvPr/>
        </p:nvSpPr>
        <p:spPr>
          <a:xfrm>
            <a:off x="1143000" y="8110595"/>
            <a:ext cx="22077311" cy="3180821"/>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99FF99"/>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81" name="Group 80">
            <a:extLst>
              <a:ext uri="{FF2B5EF4-FFF2-40B4-BE49-F238E27FC236}">
                <a16:creationId xmlns:a16="http://schemas.microsoft.com/office/drawing/2014/main" id="{FC8842BF-BD13-47EC-A01B-D5CB2E509824}"/>
              </a:ext>
            </a:extLst>
          </p:cNvPr>
          <p:cNvGrpSpPr/>
          <p:nvPr/>
        </p:nvGrpSpPr>
        <p:grpSpPr>
          <a:xfrm>
            <a:off x="1676403" y="7772400"/>
            <a:ext cx="3600000" cy="828000"/>
            <a:chOff x="1275608" y="6322796"/>
            <a:chExt cx="3572909" cy="828631"/>
          </a:xfrm>
        </p:grpSpPr>
        <p:sp>
          <p:nvSpPr>
            <p:cNvPr id="82" name="Freeform 20">
              <a:extLst>
                <a:ext uri="{FF2B5EF4-FFF2-40B4-BE49-F238E27FC236}">
                  <a16:creationId xmlns:a16="http://schemas.microsoft.com/office/drawing/2014/main" id="{9DCB7188-C5D1-4562-B7E9-036039AD40E7}"/>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3" name="TextBox 82">
              <a:extLst>
                <a:ext uri="{FF2B5EF4-FFF2-40B4-BE49-F238E27FC236}">
                  <a16:creationId xmlns:a16="http://schemas.microsoft.com/office/drawing/2014/main" id="{3C5BC4FA-BAB5-4E66-A1A7-2C39A80EA8B6}"/>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84" name="Round Diagonal Corner Rectangle 8">
              <a:extLst>
                <a:ext uri="{FF2B5EF4-FFF2-40B4-BE49-F238E27FC236}">
                  <a16:creationId xmlns:a16="http://schemas.microsoft.com/office/drawing/2014/main" id="{DD02836A-CB9D-49AF-9B43-E2AE37577D4F}"/>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5" name="Freeform 9">
              <a:extLst>
                <a:ext uri="{FF2B5EF4-FFF2-40B4-BE49-F238E27FC236}">
                  <a16:creationId xmlns:a16="http://schemas.microsoft.com/office/drawing/2014/main" id="{F1DAE37F-C02F-41A4-AB7C-15856E498EB4}"/>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86" name="Rectangle 85">
                <a:extLst>
                  <a:ext uri="{FF2B5EF4-FFF2-40B4-BE49-F238E27FC236}">
                    <a16:creationId xmlns:a16="http://schemas.microsoft.com/office/drawing/2014/main" id="{AC37888B-97E9-42E3-82BD-29595758137A}"/>
                  </a:ext>
                </a:extLst>
              </p:cNvPr>
              <p:cNvSpPr/>
              <p:nvPr/>
            </p:nvSpPr>
            <p:spPr>
              <a:xfrm>
                <a:off x="5276404" y="8739719"/>
                <a:ext cx="17202596" cy="1569660"/>
              </a:xfrm>
              <a:prstGeom prst="rect">
                <a:avLst/>
              </a:prstGeom>
            </p:spPr>
            <p:txBody>
              <a:bodyPr wrap="square">
                <a:spAutoFit/>
              </a:bodyPr>
              <a:lstStyle/>
              <a:p>
                <a:r>
                  <a:rPr lang="en-US" sz="4800" b="1" dirty="0">
                    <a:latin typeface="Tahoma" panose="020B0604030504040204" pitchFamily="34" charset="0"/>
                    <a:ea typeface="Tahoma" panose="020B0604030504040204" pitchFamily="34" charset="0"/>
                    <a:cs typeface="Tahoma" panose="020B0604030504040204" pitchFamily="34" charset="0"/>
                  </a:rPr>
                  <a:t>Khi </a:t>
                </a:r>
                <a14:m>
                  <m:oMath xmlns:m="http://schemas.openxmlformats.org/officeDocument/2006/math">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𝟕</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thì</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𝒙</m:t>
                    </m:r>
                    <m:r>
                      <a:rPr lang="en-US" sz="4800" b="1" i="1">
                        <a:latin typeface="Cambria Math" panose="02040503050406030204" pitchFamily="18" charset="0"/>
                      </a:rPr>
                      <m:t>&gt;</m:t>
                    </m:r>
                    <m:r>
                      <a:rPr lang="en-US" sz="4800" b="1" i="1">
                        <a:latin typeface="Cambria Math" panose="02040503050406030204" pitchFamily="18" charset="0"/>
                      </a:rPr>
                      <m:t>𝟓</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mệnh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đề</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đúng</a:t>
                </a:r>
                <a:r>
                  <a:rPr lang="en-US" sz="4800" b="1" dirty="0">
                    <a:latin typeface="Tahoma" panose="020B0604030504040204" pitchFamily="34" charset="0"/>
                    <a:ea typeface="Tahoma" panose="020B0604030504040204" pitchFamily="34" charset="0"/>
                    <a:cs typeface="Tahoma" panose="020B0604030504040204" pitchFamily="34" charset="0"/>
                  </a:rPr>
                  <a:t>.</a:t>
                </a:r>
                <a:endParaRPr lang="vi-VN" sz="4800" b="1" dirty="0">
                  <a:latin typeface="Tahoma" panose="020B0604030504040204" pitchFamily="34" charset="0"/>
                  <a:ea typeface="Tahoma" panose="020B0604030504040204" pitchFamily="34" charset="0"/>
                  <a:cs typeface="Tahoma" panose="020B0604030504040204" pitchFamily="34" charset="0"/>
                </a:endParaRPr>
              </a:p>
              <a:p>
                <a:r>
                  <a:rPr lang="en-US" sz="4800" b="1" dirty="0">
                    <a:latin typeface="Tahoma" panose="020B0604030504040204" pitchFamily="34" charset="0"/>
                    <a:ea typeface="Tahoma" panose="020B0604030504040204" pitchFamily="34" charset="0"/>
                    <a:cs typeface="Tahoma" panose="020B0604030504040204" pitchFamily="34" charset="0"/>
                  </a:rPr>
                  <a:t>Khi </a:t>
                </a:r>
                <a14:m>
                  <m:oMath xmlns:m="http://schemas.openxmlformats.org/officeDocument/2006/math">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𝟕</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thì</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𝒙</m:t>
                    </m:r>
                    <m:r>
                      <a:rPr lang="en-US" sz="4800" b="1" i="1">
                        <a:latin typeface="Cambria Math" panose="02040503050406030204" pitchFamily="18" charset="0"/>
                      </a:rPr>
                      <m:t>&gt;</m:t>
                    </m:r>
                    <m:r>
                      <a:rPr lang="en-US" sz="4800" b="1" i="1">
                        <a:latin typeface="Cambria Math" panose="02040503050406030204" pitchFamily="18" charset="0"/>
                      </a:rPr>
                      <m:t>𝟓</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mệnh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đề</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sai</a:t>
                </a:r>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86" name="Rectangle 85">
                <a:extLst>
                  <a:ext uri="{FF2B5EF4-FFF2-40B4-BE49-F238E27FC236}">
                    <a16:creationId xmlns:a16="http://schemas.microsoft.com/office/drawing/2014/main" id="{AC37888B-97E9-42E3-82BD-29595758137A}"/>
                  </a:ext>
                </a:extLst>
              </p:cNvPr>
              <p:cNvSpPr>
                <a:spLocks noRot="1" noChangeAspect="1" noMove="1" noResize="1" noEditPoints="1" noAdjustHandles="1" noChangeArrowheads="1" noChangeShapeType="1" noTextEdit="1"/>
              </p:cNvSpPr>
              <p:nvPr/>
            </p:nvSpPr>
            <p:spPr>
              <a:xfrm>
                <a:off x="5276404" y="8739719"/>
                <a:ext cx="17202596" cy="1569660"/>
              </a:xfrm>
              <a:prstGeom prst="rect">
                <a:avLst/>
              </a:prstGeom>
              <a:blipFill>
                <a:blip r:embed="rId5"/>
                <a:stretch>
                  <a:fillRect l="-1630" t="-9339" b="-19455"/>
                </a:stretch>
              </a:blipFill>
            </p:spPr>
            <p:txBody>
              <a:bodyPr/>
              <a:lstStyle/>
              <a:p>
                <a:r>
                  <a:rPr lang="en-US">
                    <a:noFill/>
                  </a:rPr>
                  <a:t> </a:t>
                </a:r>
              </a:p>
            </p:txBody>
          </p:sp>
        </mc:Fallback>
      </mc:AlternateContent>
      <p:pic>
        <p:nvPicPr>
          <p:cNvPr id="46" name="Picture 45">
            <a:extLst>
              <a:ext uri="{FF2B5EF4-FFF2-40B4-BE49-F238E27FC236}">
                <a16:creationId xmlns:a16="http://schemas.microsoft.com/office/drawing/2014/main" id="{DD0BE66A-15FB-4421-9CD4-B64DD77D7F5D}"/>
              </a:ext>
            </a:extLst>
          </p:cNvPr>
          <p:cNvPicPr>
            <a:picLocks noChangeAspect="1"/>
          </p:cNvPicPr>
          <p:nvPr/>
        </p:nvPicPr>
        <p:blipFill>
          <a:blip r:embed="rId6"/>
          <a:stretch>
            <a:fillRect/>
          </a:stretch>
        </p:blipFill>
        <p:spPr>
          <a:xfrm>
            <a:off x="2553450" y="3696965"/>
            <a:ext cx="2247557" cy="1263261"/>
          </a:xfrm>
          <a:prstGeom prst="rect">
            <a:avLst/>
          </a:prstGeom>
        </p:spPr>
      </p:pic>
      <p:grpSp>
        <p:nvGrpSpPr>
          <p:cNvPr id="87" name="Group 86">
            <a:extLst>
              <a:ext uri="{FF2B5EF4-FFF2-40B4-BE49-F238E27FC236}">
                <a16:creationId xmlns:a16="http://schemas.microsoft.com/office/drawing/2014/main" id="{965B7102-ECE4-4862-B775-CBA93D894183}"/>
              </a:ext>
            </a:extLst>
          </p:cNvPr>
          <p:cNvGrpSpPr/>
          <p:nvPr/>
        </p:nvGrpSpPr>
        <p:grpSpPr>
          <a:xfrm>
            <a:off x="1354887" y="2424584"/>
            <a:ext cx="10837113" cy="852016"/>
            <a:chOff x="895143" y="2795826"/>
            <a:chExt cx="10417389" cy="852016"/>
          </a:xfrm>
        </p:grpSpPr>
        <p:sp>
          <p:nvSpPr>
            <p:cNvPr id="88" name="TextBox 87">
              <a:extLst>
                <a:ext uri="{FF2B5EF4-FFF2-40B4-BE49-F238E27FC236}">
                  <a16:creationId xmlns:a16="http://schemas.microsoft.com/office/drawing/2014/main" id="{0464A2C8-4AC0-4BE4-985C-216B3D0CE378}"/>
                </a:ext>
              </a:extLst>
            </p:cNvPr>
            <p:cNvSpPr txBox="1"/>
            <p:nvPr/>
          </p:nvSpPr>
          <p:spPr>
            <a:xfrm>
              <a:off x="2320932" y="2816845"/>
              <a:ext cx="8991600" cy="830997"/>
            </a:xfrm>
            <a:prstGeom prst="rect">
              <a:avLst/>
            </a:prstGeom>
            <a:noFill/>
          </p:spPr>
          <p:txBody>
            <a:bodyPr wrap="square" rtlCol="0">
              <a:spAutoFit/>
            </a:bodyPr>
            <a:lstStyle/>
            <a:p>
              <a:r>
                <a:rPr lang="en-US" sz="4800" b="1" err="1">
                  <a:solidFill>
                    <a:srgbClr val="145F82"/>
                  </a:solidFill>
                  <a:latin typeface="Tahoma" pitchFamily="34" charset="0"/>
                  <a:ea typeface="Tahoma" pitchFamily="34" charset="0"/>
                  <a:cs typeface="Tahoma" pitchFamily="34" charset="0"/>
                </a:rPr>
                <a:t>Mệnh</a:t>
              </a:r>
              <a:r>
                <a:rPr lang="en-US" sz="4800" b="1">
                  <a:solidFill>
                    <a:srgbClr val="145F82"/>
                  </a:solidFill>
                  <a:latin typeface="Tahoma" pitchFamily="34" charset="0"/>
                  <a:ea typeface="Tahoma" pitchFamily="34" charset="0"/>
                  <a:cs typeface="Tahoma" pitchFamily="34" charset="0"/>
                </a:rPr>
                <a:t> đề chứa biến</a:t>
              </a:r>
              <a:endParaRPr lang="en-US" sz="4800" b="1" dirty="0">
                <a:solidFill>
                  <a:srgbClr val="145F82"/>
                </a:solidFill>
                <a:latin typeface="Tahoma" pitchFamily="34" charset="0"/>
                <a:ea typeface="Tahoma" pitchFamily="34" charset="0"/>
                <a:cs typeface="Tahoma" pitchFamily="34" charset="0"/>
              </a:endParaRPr>
            </a:p>
          </p:txBody>
        </p:sp>
        <p:sp>
          <p:nvSpPr>
            <p:cNvPr id="89" name="Rounded Rectangle 7">
              <a:extLst>
                <a:ext uri="{FF2B5EF4-FFF2-40B4-BE49-F238E27FC236}">
                  <a16:creationId xmlns:a16="http://schemas.microsoft.com/office/drawing/2014/main" id="{1988DBB0-9C80-424F-AD61-F078A5BBD666}"/>
                </a:ext>
              </a:extLst>
            </p:cNvPr>
            <p:cNvSpPr/>
            <p:nvPr/>
          </p:nvSpPr>
          <p:spPr>
            <a:xfrm>
              <a:off x="895143" y="2823876"/>
              <a:ext cx="895051"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a:extLst>
                <a:ext uri="{FF2B5EF4-FFF2-40B4-BE49-F238E27FC236}">
                  <a16:creationId xmlns:a16="http://schemas.microsoft.com/office/drawing/2014/main" id="{47602A02-17BD-433C-9E45-5E2E10929DDF}"/>
                </a:ext>
              </a:extLst>
            </p:cNvPr>
            <p:cNvSpPr txBox="1"/>
            <p:nvPr/>
          </p:nvSpPr>
          <p:spPr>
            <a:xfrm>
              <a:off x="919509" y="2795826"/>
              <a:ext cx="689099" cy="769441"/>
            </a:xfrm>
            <a:prstGeom prst="rect">
              <a:avLst/>
            </a:prstGeom>
            <a:noFill/>
          </p:spPr>
          <p:txBody>
            <a:bodyPr wrap="none" rtlCol="0">
              <a:spAutoFit/>
            </a:bodyPr>
            <a:lstStyle/>
            <a:p>
              <a:pPr algn="ctr"/>
              <a:r>
                <a:rPr lang="en-US" sz="4400" b="1">
                  <a:solidFill>
                    <a:schemeClr val="bg1"/>
                  </a:solidFill>
                  <a:latin typeface="Tahoma" pitchFamily="34" charset="0"/>
                  <a:ea typeface="Tahoma" pitchFamily="34" charset="0"/>
                  <a:cs typeface="Tahoma" pitchFamily="34" charset="0"/>
                </a:rPr>
                <a:t>b.</a:t>
              </a:r>
            </a:p>
          </p:txBody>
        </p:sp>
      </p:grpSp>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3615739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7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81"/>
                                        </p:tgtEl>
                                        <p:attrNameLst>
                                          <p:attrName>style.visibility</p:attrName>
                                        </p:attrNameLst>
                                      </p:cBhvr>
                                      <p:to>
                                        <p:strVal val="visible"/>
                                      </p:to>
                                    </p:set>
                                    <p:animEffect transition="in" filter="barn(inVertical)">
                                      <p:cBhvr>
                                        <p:cTn id="18" dur="500"/>
                                        <p:tgtEl>
                                          <p:spTgt spid="81"/>
                                        </p:tgtEl>
                                      </p:cBhvr>
                                    </p:animEffect>
                                  </p:childTnLst>
                                </p:cTn>
                              </p:par>
                            </p:childTnLst>
                          </p:cTn>
                        </p:par>
                        <p:par>
                          <p:cTn id="19" fill="hold">
                            <p:stCondLst>
                              <p:cond delay="500"/>
                            </p:stCondLst>
                            <p:childTnLst>
                              <p:par>
                                <p:cTn id="20" presetID="22" presetClass="entr" presetSubtype="4" fill="hold" grpId="0" nodeType="afterEffect">
                                  <p:stCondLst>
                                    <p:cond delay="0"/>
                                  </p:stCondLst>
                                  <p:childTnLst>
                                    <p:set>
                                      <p:cBhvr>
                                        <p:cTn id="21" dur="1" fill="hold">
                                          <p:stCondLst>
                                            <p:cond delay="0"/>
                                          </p:stCondLst>
                                        </p:cTn>
                                        <p:tgtEl>
                                          <p:spTgt spid="80"/>
                                        </p:tgtEl>
                                        <p:attrNameLst>
                                          <p:attrName>style.visibility</p:attrName>
                                        </p:attrNameLst>
                                      </p:cBhvr>
                                      <p:to>
                                        <p:strVal val="visible"/>
                                      </p:to>
                                    </p:set>
                                    <p:animEffect transition="in" filter="wipe(down)">
                                      <p:cBhvr>
                                        <p:cTn id="22" dur="500"/>
                                        <p:tgtEl>
                                          <p:spTgt spid="8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79" grpId="0"/>
      <p:bldP spid="8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7" name="TextBox 26">
            <a:extLst>
              <a:ext uri="{FF2B5EF4-FFF2-40B4-BE49-F238E27FC236}">
                <a16:creationId xmlns:a16="http://schemas.microsoft.com/office/drawing/2014/main" id="{3A653732-9210-4228-AD0D-1B9B77B02426}"/>
              </a:ext>
            </a:extLst>
          </p:cNvPr>
          <p:cNvSpPr txBox="1"/>
          <p:nvPr/>
        </p:nvSpPr>
        <p:spPr>
          <a:xfrm>
            <a:off x="1839065" y="5631343"/>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49" name="Rounded Rectangle 61">
            <a:extLst>
              <a:ext uri="{FF2B5EF4-FFF2-40B4-BE49-F238E27FC236}">
                <a16:creationId xmlns:a16="http://schemas.microsoft.com/office/drawing/2014/main" id="{8C4F66B5-9F53-45FC-B951-E4D1E076FC2C}"/>
              </a:ext>
            </a:extLst>
          </p:cNvPr>
          <p:cNvSpPr/>
          <p:nvPr/>
        </p:nvSpPr>
        <p:spPr>
          <a:xfrm>
            <a:off x="1055781" y="3717537"/>
            <a:ext cx="22407574" cy="6232499"/>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50" name="Group 67">
            <a:extLst>
              <a:ext uri="{FF2B5EF4-FFF2-40B4-BE49-F238E27FC236}">
                <a16:creationId xmlns:a16="http://schemas.microsoft.com/office/drawing/2014/main" id="{BAE863BA-DDC7-40A3-BD63-B632301C2DDF}"/>
              </a:ext>
            </a:extLst>
          </p:cNvPr>
          <p:cNvGrpSpPr/>
          <p:nvPr/>
        </p:nvGrpSpPr>
        <p:grpSpPr>
          <a:xfrm>
            <a:off x="1526208" y="3352800"/>
            <a:ext cx="3579192" cy="940513"/>
            <a:chOff x="1311958" y="3405486"/>
            <a:chExt cx="3579192" cy="940513"/>
          </a:xfrm>
        </p:grpSpPr>
        <p:sp>
          <p:nvSpPr>
            <p:cNvPr id="51" name="Freeform 20">
              <a:extLst>
                <a:ext uri="{FF2B5EF4-FFF2-40B4-BE49-F238E27FC236}">
                  <a16:creationId xmlns:a16="http://schemas.microsoft.com/office/drawing/2014/main" id="{15D07D9B-5448-498A-B68D-C65FD69E3A6E}"/>
                </a:ext>
              </a:extLst>
            </p:cNvPr>
            <p:cNvSpPr>
              <a:spLocks/>
            </p:cNvSpPr>
            <p:nvPr/>
          </p:nvSpPr>
          <p:spPr bwMode="auto">
            <a:xfrm rot="5400000">
              <a:off x="3085216" y="2507252"/>
              <a:ext cx="793396" cy="2818473"/>
            </a:xfrm>
            <a:prstGeom prst="round2SameRect">
              <a:avLst/>
            </a:prstGeom>
            <a:solidFill>
              <a:srgbClr val="70AD47">
                <a:lumMod val="75000"/>
              </a:srgbClr>
            </a:solidFill>
            <a:ln w="57150">
              <a:solidFill>
                <a:srgbClr val="70AD47">
                  <a:lumMod val="75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2" name="TextBox 51">
              <a:extLst>
                <a:ext uri="{FF2B5EF4-FFF2-40B4-BE49-F238E27FC236}">
                  <a16:creationId xmlns:a16="http://schemas.microsoft.com/office/drawing/2014/main" id="{38ADCDEF-9ADE-4990-911D-DB4A647079A9}"/>
                </a:ext>
              </a:extLst>
            </p:cNvPr>
            <p:cNvSpPr txBox="1"/>
            <p:nvPr/>
          </p:nvSpPr>
          <p:spPr>
            <a:xfrm>
              <a:off x="2316645" y="3484582"/>
              <a:ext cx="1640193" cy="8002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HĐ 2</a:t>
              </a:r>
              <a:endParaRPr kumimoji="0" lang="en-US" sz="46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grpSp>
          <p:nvGrpSpPr>
            <p:cNvPr id="53" name="Group 70">
              <a:extLst>
                <a:ext uri="{FF2B5EF4-FFF2-40B4-BE49-F238E27FC236}">
                  <a16:creationId xmlns:a16="http://schemas.microsoft.com/office/drawing/2014/main" id="{9DB54C55-6C13-4C06-B677-EB45AED0EF74}"/>
                </a:ext>
              </a:extLst>
            </p:cNvPr>
            <p:cNvGrpSpPr/>
            <p:nvPr/>
          </p:nvGrpSpPr>
          <p:grpSpPr>
            <a:xfrm>
              <a:off x="1311958" y="3405486"/>
              <a:ext cx="950173" cy="940513"/>
              <a:chOff x="1311958" y="3405486"/>
              <a:chExt cx="950173" cy="940513"/>
            </a:xfrm>
          </p:grpSpPr>
          <p:sp>
            <p:nvSpPr>
              <p:cNvPr id="54" name="Rectangle 53">
                <a:extLst>
                  <a:ext uri="{FF2B5EF4-FFF2-40B4-BE49-F238E27FC236}">
                    <a16:creationId xmlns:a16="http://schemas.microsoft.com/office/drawing/2014/main" id="{F43D8799-9111-4045-A7B0-7DF40BFE6CB2}"/>
                  </a:ext>
                </a:extLst>
              </p:cNvPr>
              <p:cNvSpPr/>
              <p:nvPr/>
            </p:nvSpPr>
            <p:spPr>
              <a:xfrm>
                <a:off x="1406975" y="3672018"/>
                <a:ext cx="596676" cy="54031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5" name="Freeform 13">
                <a:extLst>
                  <a:ext uri="{FF2B5EF4-FFF2-40B4-BE49-F238E27FC236}">
                    <a16:creationId xmlns:a16="http://schemas.microsoft.com/office/drawing/2014/main" id="{0964B461-7639-42FF-9628-5AEBCC705C50}"/>
                  </a:ext>
                </a:extLst>
              </p:cNvPr>
              <p:cNvSpPr>
                <a:spLocks noEditPoints="1"/>
              </p:cNvSpPr>
              <p:nvPr/>
            </p:nvSpPr>
            <p:spPr bwMode="auto">
              <a:xfrm>
                <a:off x="1311958" y="3581027"/>
                <a:ext cx="190035" cy="268948"/>
              </a:xfrm>
              <a:custGeom>
                <a:avLst/>
                <a:gdLst>
                  <a:gd name="T0" fmla="*/ 34 w 50"/>
                  <a:gd name="T1" fmla="*/ 16 h 71"/>
                  <a:gd name="T2" fmla="*/ 34 w 50"/>
                  <a:gd name="T3" fmla="*/ 55 h 71"/>
                  <a:gd name="T4" fmla="*/ 16 w 50"/>
                  <a:gd name="T5" fmla="*/ 55 h 71"/>
                  <a:gd name="T6" fmla="*/ 16 w 50"/>
                  <a:gd name="T7" fmla="*/ 16 h 71"/>
                  <a:gd name="T8" fmla="*/ 34 w 50"/>
                  <a:gd name="T9" fmla="*/ 16 h 71"/>
                  <a:gd name="T10" fmla="*/ 34 w 50"/>
                  <a:gd name="T11" fmla="*/ 0 h 71"/>
                  <a:gd name="T12" fmla="*/ 16 w 50"/>
                  <a:gd name="T13" fmla="*/ 0 h 71"/>
                  <a:gd name="T14" fmla="*/ 0 w 50"/>
                  <a:gd name="T15" fmla="*/ 16 h 71"/>
                  <a:gd name="T16" fmla="*/ 0 w 50"/>
                  <a:gd name="T17" fmla="*/ 55 h 71"/>
                  <a:gd name="T18" fmla="*/ 16 w 50"/>
                  <a:gd name="T19" fmla="*/ 71 h 71"/>
                  <a:gd name="T20" fmla="*/ 34 w 50"/>
                  <a:gd name="T21" fmla="*/ 71 h 71"/>
                  <a:gd name="T22" fmla="*/ 50 w 50"/>
                  <a:gd name="T23" fmla="*/ 55 h 71"/>
                  <a:gd name="T24" fmla="*/ 50 w 50"/>
                  <a:gd name="T25" fmla="*/ 16 h 71"/>
                  <a:gd name="T26" fmla="*/ 34 w 50"/>
                  <a:gd name="T2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1">
                    <a:moveTo>
                      <a:pt x="34" y="16"/>
                    </a:moveTo>
                    <a:cubicBezTo>
                      <a:pt x="34" y="55"/>
                      <a:pt x="34" y="55"/>
                      <a:pt x="34" y="55"/>
                    </a:cubicBezTo>
                    <a:cubicBezTo>
                      <a:pt x="16" y="55"/>
                      <a:pt x="16" y="55"/>
                      <a:pt x="16" y="55"/>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5"/>
                      <a:pt x="0" y="55"/>
                      <a:pt x="0" y="55"/>
                    </a:cubicBezTo>
                    <a:cubicBezTo>
                      <a:pt x="0" y="64"/>
                      <a:pt x="7" y="71"/>
                      <a:pt x="16" y="71"/>
                    </a:cubicBezTo>
                    <a:cubicBezTo>
                      <a:pt x="34" y="71"/>
                      <a:pt x="34" y="71"/>
                      <a:pt x="34" y="71"/>
                    </a:cubicBezTo>
                    <a:cubicBezTo>
                      <a:pt x="43" y="71"/>
                      <a:pt x="50" y="64"/>
                      <a:pt x="50" y="55"/>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6" name="Freeform 14">
                <a:extLst>
                  <a:ext uri="{FF2B5EF4-FFF2-40B4-BE49-F238E27FC236}">
                    <a16:creationId xmlns:a16="http://schemas.microsoft.com/office/drawing/2014/main" id="{2BD50541-A2D2-439A-9CFF-5A2D5CF0EAFB}"/>
                  </a:ext>
                </a:extLst>
              </p:cNvPr>
              <p:cNvSpPr>
                <a:spLocks noEditPoints="1"/>
              </p:cNvSpPr>
              <p:nvPr/>
            </p:nvSpPr>
            <p:spPr bwMode="auto">
              <a:xfrm>
                <a:off x="1311958" y="3581027"/>
                <a:ext cx="277000" cy="181983"/>
              </a:xfrm>
              <a:custGeom>
                <a:avLst/>
                <a:gdLst>
                  <a:gd name="T0" fmla="*/ 57 w 73"/>
                  <a:gd name="T1" fmla="*/ 16 h 48"/>
                  <a:gd name="T2" fmla="*/ 57 w 73"/>
                  <a:gd name="T3" fmla="*/ 32 h 48"/>
                  <a:gd name="T4" fmla="*/ 16 w 73"/>
                  <a:gd name="T5" fmla="*/ 32 h 48"/>
                  <a:gd name="T6" fmla="*/ 16 w 73"/>
                  <a:gd name="T7" fmla="*/ 16 h 48"/>
                  <a:gd name="T8" fmla="*/ 57 w 73"/>
                  <a:gd name="T9" fmla="*/ 16 h 48"/>
                  <a:gd name="T10" fmla="*/ 57 w 73"/>
                  <a:gd name="T11" fmla="*/ 0 h 48"/>
                  <a:gd name="T12" fmla="*/ 16 w 73"/>
                  <a:gd name="T13" fmla="*/ 0 h 48"/>
                  <a:gd name="T14" fmla="*/ 0 w 73"/>
                  <a:gd name="T15" fmla="*/ 16 h 48"/>
                  <a:gd name="T16" fmla="*/ 0 w 73"/>
                  <a:gd name="T17" fmla="*/ 32 h 48"/>
                  <a:gd name="T18" fmla="*/ 16 w 73"/>
                  <a:gd name="T19" fmla="*/ 48 h 48"/>
                  <a:gd name="T20" fmla="*/ 57 w 73"/>
                  <a:gd name="T21" fmla="*/ 48 h 48"/>
                  <a:gd name="T22" fmla="*/ 73 w 73"/>
                  <a:gd name="T23" fmla="*/ 32 h 48"/>
                  <a:gd name="T24" fmla="*/ 73 w 73"/>
                  <a:gd name="T25" fmla="*/ 16 h 48"/>
                  <a:gd name="T26" fmla="*/ 57 w 73"/>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8">
                    <a:moveTo>
                      <a:pt x="57" y="16"/>
                    </a:moveTo>
                    <a:cubicBezTo>
                      <a:pt x="57" y="32"/>
                      <a:pt x="57" y="32"/>
                      <a:pt x="57" y="32"/>
                    </a:cubicBezTo>
                    <a:cubicBezTo>
                      <a:pt x="16" y="32"/>
                      <a:pt x="16" y="32"/>
                      <a:pt x="16" y="32"/>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2"/>
                      <a:pt x="0" y="32"/>
                      <a:pt x="0" y="32"/>
                    </a:cubicBezTo>
                    <a:cubicBezTo>
                      <a:pt x="0" y="41"/>
                      <a:pt x="7" y="48"/>
                      <a:pt x="16" y="48"/>
                    </a:cubicBezTo>
                    <a:cubicBezTo>
                      <a:pt x="57" y="48"/>
                      <a:pt x="57" y="48"/>
                      <a:pt x="57" y="48"/>
                    </a:cubicBezTo>
                    <a:cubicBezTo>
                      <a:pt x="66" y="48"/>
                      <a:pt x="73" y="41"/>
                      <a:pt x="73" y="32"/>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7" name="Freeform 15">
                <a:extLst>
                  <a:ext uri="{FF2B5EF4-FFF2-40B4-BE49-F238E27FC236}">
                    <a16:creationId xmlns:a16="http://schemas.microsoft.com/office/drawing/2014/main" id="{25BBDF65-0816-4435-86C9-CE992D59BA26}"/>
                  </a:ext>
                </a:extLst>
              </p:cNvPr>
              <p:cNvSpPr>
                <a:spLocks noEditPoints="1"/>
              </p:cNvSpPr>
              <p:nvPr/>
            </p:nvSpPr>
            <p:spPr bwMode="auto">
              <a:xfrm>
                <a:off x="1563190" y="3581027"/>
                <a:ext cx="285052" cy="181983"/>
              </a:xfrm>
              <a:custGeom>
                <a:avLst/>
                <a:gdLst>
                  <a:gd name="T0" fmla="*/ 58 w 75"/>
                  <a:gd name="T1" fmla="*/ 16 h 48"/>
                  <a:gd name="T2" fmla="*/ 43 w 75"/>
                  <a:gd name="T3" fmla="*/ 32 h 48"/>
                  <a:gd name="T4" fmla="*/ 16 w 75"/>
                  <a:gd name="T5" fmla="*/ 32 h 48"/>
                  <a:gd name="T6" fmla="*/ 16 w 75"/>
                  <a:gd name="T7" fmla="*/ 16 h 48"/>
                  <a:gd name="T8" fmla="*/ 58 w 75"/>
                  <a:gd name="T9" fmla="*/ 16 h 48"/>
                  <a:gd name="T10" fmla="*/ 58 w 75"/>
                  <a:gd name="T11" fmla="*/ 0 h 48"/>
                  <a:gd name="T12" fmla="*/ 16 w 75"/>
                  <a:gd name="T13" fmla="*/ 0 h 48"/>
                  <a:gd name="T14" fmla="*/ 0 w 75"/>
                  <a:gd name="T15" fmla="*/ 16 h 48"/>
                  <a:gd name="T16" fmla="*/ 0 w 75"/>
                  <a:gd name="T17" fmla="*/ 32 h 48"/>
                  <a:gd name="T18" fmla="*/ 16 w 75"/>
                  <a:gd name="T19" fmla="*/ 48 h 48"/>
                  <a:gd name="T20" fmla="*/ 43 w 75"/>
                  <a:gd name="T21" fmla="*/ 48 h 48"/>
                  <a:gd name="T22" fmla="*/ 55 w 75"/>
                  <a:gd name="T23" fmla="*/ 43 h 48"/>
                  <a:gd name="T24" fmla="*/ 70 w 75"/>
                  <a:gd name="T25" fmla="*/ 26 h 48"/>
                  <a:gd name="T26" fmla="*/ 73 w 75"/>
                  <a:gd name="T27" fmla="*/ 9 h 48"/>
                  <a:gd name="T28" fmla="*/ 58 w 75"/>
                  <a:gd name="T2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8">
                    <a:moveTo>
                      <a:pt x="58" y="16"/>
                    </a:moveTo>
                    <a:cubicBezTo>
                      <a:pt x="43" y="32"/>
                      <a:pt x="43" y="32"/>
                      <a:pt x="43" y="32"/>
                    </a:cubicBezTo>
                    <a:cubicBezTo>
                      <a:pt x="16" y="32"/>
                      <a:pt x="16" y="32"/>
                      <a:pt x="16" y="32"/>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2"/>
                      <a:pt x="0" y="32"/>
                      <a:pt x="0" y="32"/>
                    </a:cubicBezTo>
                    <a:cubicBezTo>
                      <a:pt x="0" y="41"/>
                      <a:pt x="8" y="48"/>
                      <a:pt x="16" y="48"/>
                    </a:cubicBezTo>
                    <a:cubicBezTo>
                      <a:pt x="43" y="48"/>
                      <a:pt x="43" y="48"/>
                      <a:pt x="43" y="48"/>
                    </a:cubicBezTo>
                    <a:cubicBezTo>
                      <a:pt x="48" y="48"/>
                      <a:pt x="52" y="46"/>
                      <a:pt x="55" y="43"/>
                    </a:cubicBezTo>
                    <a:cubicBezTo>
                      <a:pt x="70" y="26"/>
                      <a:pt x="70" y="26"/>
                      <a:pt x="70" y="26"/>
                    </a:cubicBezTo>
                    <a:cubicBezTo>
                      <a:pt x="74" y="22"/>
                      <a:pt x="75" y="15"/>
                      <a:pt x="73" y="9"/>
                    </a:cubicBezTo>
                    <a:cubicBezTo>
                      <a:pt x="70" y="3"/>
                      <a:pt x="64"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8" name="Freeform 16">
                <a:extLst>
                  <a:ext uri="{FF2B5EF4-FFF2-40B4-BE49-F238E27FC236}">
                    <a16:creationId xmlns:a16="http://schemas.microsoft.com/office/drawing/2014/main" id="{D17517C7-E177-434D-8C4D-A78AAA7627E4}"/>
                  </a:ext>
                </a:extLst>
              </p:cNvPr>
              <p:cNvSpPr>
                <a:spLocks noEditPoints="1"/>
              </p:cNvSpPr>
              <p:nvPr/>
            </p:nvSpPr>
            <p:spPr bwMode="auto">
              <a:xfrm>
                <a:off x="1563190" y="4151132"/>
                <a:ext cx="280221" cy="194867"/>
              </a:xfrm>
              <a:custGeom>
                <a:avLst/>
                <a:gdLst>
                  <a:gd name="T0" fmla="*/ 58 w 74"/>
                  <a:gd name="T1" fmla="*/ 16 h 51"/>
                  <a:gd name="T2" fmla="*/ 58 w 74"/>
                  <a:gd name="T3" fmla="*/ 35 h 51"/>
                  <a:gd name="T4" fmla="*/ 16 w 74"/>
                  <a:gd name="T5" fmla="*/ 35 h 51"/>
                  <a:gd name="T6" fmla="*/ 16 w 74"/>
                  <a:gd name="T7" fmla="*/ 16 h 51"/>
                  <a:gd name="T8" fmla="*/ 58 w 74"/>
                  <a:gd name="T9" fmla="*/ 16 h 51"/>
                  <a:gd name="T10" fmla="*/ 58 w 74"/>
                  <a:gd name="T11" fmla="*/ 0 h 51"/>
                  <a:gd name="T12" fmla="*/ 16 w 74"/>
                  <a:gd name="T13" fmla="*/ 0 h 51"/>
                  <a:gd name="T14" fmla="*/ 0 w 74"/>
                  <a:gd name="T15" fmla="*/ 16 h 51"/>
                  <a:gd name="T16" fmla="*/ 0 w 74"/>
                  <a:gd name="T17" fmla="*/ 35 h 51"/>
                  <a:gd name="T18" fmla="*/ 16 w 74"/>
                  <a:gd name="T19" fmla="*/ 51 h 51"/>
                  <a:gd name="T20" fmla="*/ 58 w 74"/>
                  <a:gd name="T21" fmla="*/ 51 h 51"/>
                  <a:gd name="T22" fmla="*/ 74 w 74"/>
                  <a:gd name="T23" fmla="*/ 35 h 51"/>
                  <a:gd name="T24" fmla="*/ 74 w 74"/>
                  <a:gd name="T25" fmla="*/ 16 h 51"/>
                  <a:gd name="T26" fmla="*/ 58 w 74"/>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1">
                    <a:moveTo>
                      <a:pt x="58" y="16"/>
                    </a:moveTo>
                    <a:cubicBezTo>
                      <a:pt x="58" y="35"/>
                      <a:pt x="58" y="35"/>
                      <a:pt x="58" y="35"/>
                    </a:cubicBezTo>
                    <a:cubicBezTo>
                      <a:pt x="16" y="35"/>
                      <a:pt x="16" y="35"/>
                      <a:pt x="16" y="35"/>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5"/>
                      <a:pt x="0" y="35"/>
                      <a:pt x="0" y="35"/>
                    </a:cubicBezTo>
                    <a:cubicBezTo>
                      <a:pt x="0" y="43"/>
                      <a:pt x="8" y="51"/>
                      <a:pt x="16" y="51"/>
                    </a:cubicBezTo>
                    <a:cubicBezTo>
                      <a:pt x="58" y="51"/>
                      <a:pt x="58" y="51"/>
                      <a:pt x="58" y="51"/>
                    </a:cubicBezTo>
                    <a:cubicBezTo>
                      <a:pt x="67" y="51"/>
                      <a:pt x="74" y="43"/>
                      <a:pt x="74" y="35"/>
                    </a:cubicBezTo>
                    <a:cubicBezTo>
                      <a:pt x="74" y="16"/>
                      <a:pt x="74" y="16"/>
                      <a:pt x="74" y="16"/>
                    </a:cubicBezTo>
                    <a:cubicBezTo>
                      <a:pt x="74" y="7"/>
                      <a:pt x="67"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9" name="Freeform 17">
                <a:extLst>
                  <a:ext uri="{FF2B5EF4-FFF2-40B4-BE49-F238E27FC236}">
                    <a16:creationId xmlns:a16="http://schemas.microsoft.com/office/drawing/2014/main" id="{9B01B60B-B2FF-4665-8ED7-490257C21EAE}"/>
                  </a:ext>
                </a:extLst>
              </p:cNvPr>
              <p:cNvSpPr>
                <a:spLocks noEditPoints="1"/>
              </p:cNvSpPr>
              <p:nvPr/>
            </p:nvSpPr>
            <p:spPr bwMode="auto">
              <a:xfrm>
                <a:off x="1311958" y="4064167"/>
                <a:ext cx="19003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0" name="Freeform 18">
                <a:extLst>
                  <a:ext uri="{FF2B5EF4-FFF2-40B4-BE49-F238E27FC236}">
                    <a16:creationId xmlns:a16="http://schemas.microsoft.com/office/drawing/2014/main" id="{19109C17-AF6D-4476-A672-55EC71EF9A0D}"/>
                  </a:ext>
                </a:extLst>
              </p:cNvPr>
              <p:cNvSpPr>
                <a:spLocks noEditPoints="1"/>
              </p:cNvSpPr>
              <p:nvPr/>
            </p:nvSpPr>
            <p:spPr bwMode="auto">
              <a:xfrm>
                <a:off x="1311958" y="4151132"/>
                <a:ext cx="27700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1" name="Freeform 19">
                <a:extLst>
                  <a:ext uri="{FF2B5EF4-FFF2-40B4-BE49-F238E27FC236}">
                    <a16:creationId xmlns:a16="http://schemas.microsoft.com/office/drawing/2014/main" id="{81AC942F-911A-4CB3-9629-21F5E1B5FBC6}"/>
                  </a:ext>
                </a:extLst>
              </p:cNvPr>
              <p:cNvSpPr>
                <a:spLocks noEditPoints="1"/>
              </p:cNvSpPr>
              <p:nvPr/>
            </p:nvSpPr>
            <p:spPr bwMode="auto">
              <a:xfrm>
                <a:off x="1311958" y="3820986"/>
                <a:ext cx="19003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2" name="Freeform 20">
                <a:extLst>
                  <a:ext uri="{FF2B5EF4-FFF2-40B4-BE49-F238E27FC236}">
                    <a16:creationId xmlns:a16="http://schemas.microsoft.com/office/drawing/2014/main" id="{D9F382EA-F4E2-4501-BC82-C78D2C810BC9}"/>
                  </a:ext>
                </a:extLst>
              </p:cNvPr>
              <p:cNvSpPr>
                <a:spLocks noEditPoints="1"/>
              </p:cNvSpPr>
              <p:nvPr/>
            </p:nvSpPr>
            <p:spPr bwMode="auto">
              <a:xfrm>
                <a:off x="1907830" y="4064167"/>
                <a:ext cx="19164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3" name="Freeform 21">
                <a:extLst>
                  <a:ext uri="{FF2B5EF4-FFF2-40B4-BE49-F238E27FC236}">
                    <a16:creationId xmlns:a16="http://schemas.microsoft.com/office/drawing/2014/main" id="{F1ECB0E6-4452-4C42-BAAB-DC3E74C35AE2}"/>
                  </a:ext>
                </a:extLst>
              </p:cNvPr>
              <p:cNvSpPr>
                <a:spLocks noEditPoints="1"/>
              </p:cNvSpPr>
              <p:nvPr/>
            </p:nvSpPr>
            <p:spPr bwMode="auto">
              <a:xfrm>
                <a:off x="1820865" y="4151132"/>
                <a:ext cx="27861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4" name="Freeform 22">
                <a:extLst>
                  <a:ext uri="{FF2B5EF4-FFF2-40B4-BE49-F238E27FC236}">
                    <a16:creationId xmlns:a16="http://schemas.microsoft.com/office/drawing/2014/main" id="{4BAED771-D18E-4AB8-90C4-545B70E84253}"/>
                  </a:ext>
                </a:extLst>
              </p:cNvPr>
              <p:cNvSpPr>
                <a:spLocks noEditPoints="1"/>
              </p:cNvSpPr>
              <p:nvPr/>
            </p:nvSpPr>
            <p:spPr bwMode="auto">
              <a:xfrm>
                <a:off x="1907830" y="3820986"/>
                <a:ext cx="19164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5" name="Freeform 23">
                <a:extLst>
                  <a:ext uri="{FF2B5EF4-FFF2-40B4-BE49-F238E27FC236}">
                    <a16:creationId xmlns:a16="http://schemas.microsoft.com/office/drawing/2014/main" id="{9015FA6A-8E42-44EB-BD0B-B4F3C8124FCA}"/>
                  </a:ext>
                </a:extLst>
              </p:cNvPr>
              <p:cNvSpPr>
                <a:spLocks noEditPoints="1"/>
              </p:cNvSpPr>
              <p:nvPr/>
            </p:nvSpPr>
            <p:spPr bwMode="auto">
              <a:xfrm>
                <a:off x="1661428" y="3405486"/>
                <a:ext cx="600703" cy="594262"/>
              </a:xfrm>
              <a:custGeom>
                <a:avLst/>
                <a:gdLst>
                  <a:gd name="T0" fmla="*/ 105 w 158"/>
                  <a:gd name="T1" fmla="*/ 16 h 156"/>
                  <a:gd name="T2" fmla="*/ 140 w 158"/>
                  <a:gd name="T3" fmla="*/ 56 h 156"/>
                  <a:gd name="T4" fmla="*/ 56 w 158"/>
                  <a:gd name="T5" fmla="*/ 140 h 156"/>
                  <a:gd name="T6" fmla="*/ 17 w 158"/>
                  <a:gd name="T7" fmla="*/ 99 h 156"/>
                  <a:gd name="T8" fmla="*/ 105 w 158"/>
                  <a:gd name="T9" fmla="*/ 16 h 156"/>
                  <a:gd name="T10" fmla="*/ 105 w 158"/>
                  <a:gd name="T11" fmla="*/ 0 h 156"/>
                  <a:gd name="T12" fmla="*/ 94 w 158"/>
                  <a:gd name="T13" fmla="*/ 5 h 156"/>
                  <a:gd name="T14" fmla="*/ 6 w 158"/>
                  <a:gd name="T15" fmla="*/ 87 h 156"/>
                  <a:gd name="T16" fmla="*/ 5 w 158"/>
                  <a:gd name="T17" fmla="*/ 109 h 156"/>
                  <a:gd name="T18" fmla="*/ 44 w 158"/>
                  <a:gd name="T19" fmla="*/ 151 h 156"/>
                  <a:gd name="T20" fmla="*/ 55 w 158"/>
                  <a:gd name="T21" fmla="*/ 156 h 156"/>
                  <a:gd name="T22" fmla="*/ 56 w 158"/>
                  <a:gd name="T23" fmla="*/ 156 h 156"/>
                  <a:gd name="T24" fmla="*/ 67 w 158"/>
                  <a:gd name="T25" fmla="*/ 152 h 156"/>
                  <a:gd name="T26" fmla="*/ 151 w 158"/>
                  <a:gd name="T27" fmla="*/ 67 h 156"/>
                  <a:gd name="T28" fmla="*/ 152 w 158"/>
                  <a:gd name="T29" fmla="*/ 45 h 156"/>
                  <a:gd name="T30" fmla="*/ 117 w 158"/>
                  <a:gd name="T31" fmla="*/ 6 h 156"/>
                  <a:gd name="T32" fmla="*/ 105 w 158"/>
                  <a:gd name="T33" fmla="*/ 0 h 156"/>
                  <a:gd name="T34" fmla="*/ 105 w 158"/>
                  <a:gd name="T3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 h="156">
                    <a:moveTo>
                      <a:pt x="105" y="16"/>
                    </a:moveTo>
                    <a:cubicBezTo>
                      <a:pt x="140" y="56"/>
                      <a:pt x="140" y="56"/>
                      <a:pt x="140" y="56"/>
                    </a:cubicBezTo>
                    <a:cubicBezTo>
                      <a:pt x="56" y="140"/>
                      <a:pt x="56" y="140"/>
                      <a:pt x="56" y="140"/>
                    </a:cubicBezTo>
                    <a:cubicBezTo>
                      <a:pt x="17" y="99"/>
                      <a:pt x="17" y="99"/>
                      <a:pt x="17" y="99"/>
                    </a:cubicBezTo>
                    <a:cubicBezTo>
                      <a:pt x="105" y="16"/>
                      <a:pt x="105" y="16"/>
                      <a:pt x="105" y="16"/>
                    </a:cubicBezTo>
                    <a:moveTo>
                      <a:pt x="105" y="0"/>
                    </a:moveTo>
                    <a:cubicBezTo>
                      <a:pt x="101" y="0"/>
                      <a:pt x="97" y="2"/>
                      <a:pt x="94" y="5"/>
                    </a:cubicBezTo>
                    <a:cubicBezTo>
                      <a:pt x="6" y="87"/>
                      <a:pt x="6" y="87"/>
                      <a:pt x="6" y="87"/>
                    </a:cubicBezTo>
                    <a:cubicBezTo>
                      <a:pt x="0" y="93"/>
                      <a:pt x="0" y="103"/>
                      <a:pt x="5" y="109"/>
                    </a:cubicBezTo>
                    <a:cubicBezTo>
                      <a:pt x="44" y="151"/>
                      <a:pt x="44" y="151"/>
                      <a:pt x="44" y="151"/>
                    </a:cubicBezTo>
                    <a:cubicBezTo>
                      <a:pt x="47" y="154"/>
                      <a:pt x="51" y="156"/>
                      <a:pt x="55" y="156"/>
                    </a:cubicBezTo>
                    <a:cubicBezTo>
                      <a:pt x="55" y="156"/>
                      <a:pt x="56" y="156"/>
                      <a:pt x="56" y="156"/>
                    </a:cubicBezTo>
                    <a:cubicBezTo>
                      <a:pt x="60" y="156"/>
                      <a:pt x="64" y="155"/>
                      <a:pt x="67" y="152"/>
                    </a:cubicBezTo>
                    <a:cubicBezTo>
                      <a:pt x="151" y="67"/>
                      <a:pt x="151" y="67"/>
                      <a:pt x="151" y="67"/>
                    </a:cubicBezTo>
                    <a:cubicBezTo>
                      <a:pt x="157" y="61"/>
                      <a:pt x="158" y="52"/>
                      <a:pt x="152" y="45"/>
                    </a:cubicBezTo>
                    <a:cubicBezTo>
                      <a:pt x="117" y="6"/>
                      <a:pt x="117" y="6"/>
                      <a:pt x="117" y="6"/>
                    </a:cubicBezTo>
                    <a:cubicBezTo>
                      <a:pt x="114" y="3"/>
                      <a:pt x="110" y="1"/>
                      <a:pt x="105" y="0"/>
                    </a:cubicBezTo>
                    <a:cubicBezTo>
                      <a:pt x="105" y="0"/>
                      <a:pt x="105" y="0"/>
                      <a:pt x="105"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6" name="Freeform 24">
                <a:extLst>
                  <a:ext uri="{FF2B5EF4-FFF2-40B4-BE49-F238E27FC236}">
                    <a16:creationId xmlns:a16="http://schemas.microsoft.com/office/drawing/2014/main" id="{67CF42F9-44A5-43B1-8433-A9E6B4A6ADC5}"/>
                  </a:ext>
                </a:extLst>
              </p:cNvPr>
              <p:cNvSpPr>
                <a:spLocks noEditPoints="1"/>
              </p:cNvSpPr>
              <p:nvPr/>
            </p:nvSpPr>
            <p:spPr bwMode="auto">
              <a:xfrm>
                <a:off x="1555138" y="3790388"/>
                <a:ext cx="318872" cy="293105"/>
              </a:xfrm>
              <a:custGeom>
                <a:avLst/>
                <a:gdLst>
                  <a:gd name="T0" fmla="*/ 32 w 84"/>
                  <a:gd name="T1" fmla="*/ 16 h 77"/>
                  <a:gd name="T2" fmla="*/ 67 w 84"/>
                  <a:gd name="T3" fmla="*/ 50 h 77"/>
                  <a:gd name="T4" fmla="*/ 17 w 84"/>
                  <a:gd name="T5" fmla="*/ 61 h 77"/>
                  <a:gd name="T6" fmla="*/ 32 w 84"/>
                  <a:gd name="T7" fmla="*/ 16 h 77"/>
                  <a:gd name="T8" fmla="*/ 32 w 84"/>
                  <a:gd name="T9" fmla="*/ 0 h 77"/>
                  <a:gd name="T10" fmla="*/ 28 w 84"/>
                  <a:gd name="T11" fmla="*/ 1 h 77"/>
                  <a:gd name="T12" fmla="*/ 17 w 84"/>
                  <a:gd name="T13" fmla="*/ 11 h 77"/>
                  <a:gd name="T14" fmla="*/ 2 w 84"/>
                  <a:gd name="T15" fmla="*/ 56 h 77"/>
                  <a:gd name="T16" fmla="*/ 5 w 84"/>
                  <a:gd name="T17" fmla="*/ 72 h 77"/>
                  <a:gd name="T18" fmla="*/ 17 w 84"/>
                  <a:gd name="T19" fmla="*/ 77 h 77"/>
                  <a:gd name="T20" fmla="*/ 20 w 84"/>
                  <a:gd name="T21" fmla="*/ 76 h 77"/>
                  <a:gd name="T22" fmla="*/ 71 w 84"/>
                  <a:gd name="T23" fmla="*/ 65 h 77"/>
                  <a:gd name="T24" fmla="*/ 83 w 84"/>
                  <a:gd name="T25" fmla="*/ 54 h 77"/>
                  <a:gd name="T26" fmla="*/ 78 w 84"/>
                  <a:gd name="T27" fmla="*/ 38 h 77"/>
                  <a:gd name="T28" fmla="*/ 43 w 84"/>
                  <a:gd name="T29" fmla="*/ 5 h 77"/>
                  <a:gd name="T30" fmla="*/ 32 w 84"/>
                  <a:gd name="T3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77">
                    <a:moveTo>
                      <a:pt x="32" y="16"/>
                    </a:moveTo>
                    <a:cubicBezTo>
                      <a:pt x="67" y="50"/>
                      <a:pt x="67" y="50"/>
                      <a:pt x="67" y="50"/>
                    </a:cubicBezTo>
                    <a:cubicBezTo>
                      <a:pt x="17" y="61"/>
                      <a:pt x="17" y="61"/>
                      <a:pt x="17" y="61"/>
                    </a:cubicBezTo>
                    <a:cubicBezTo>
                      <a:pt x="32" y="16"/>
                      <a:pt x="32" y="16"/>
                      <a:pt x="32" y="16"/>
                    </a:cubicBezTo>
                    <a:moveTo>
                      <a:pt x="32" y="0"/>
                    </a:moveTo>
                    <a:cubicBezTo>
                      <a:pt x="31" y="0"/>
                      <a:pt x="29" y="0"/>
                      <a:pt x="28" y="1"/>
                    </a:cubicBezTo>
                    <a:cubicBezTo>
                      <a:pt x="23" y="2"/>
                      <a:pt x="18" y="6"/>
                      <a:pt x="17" y="11"/>
                    </a:cubicBezTo>
                    <a:cubicBezTo>
                      <a:pt x="2" y="56"/>
                      <a:pt x="2" y="56"/>
                      <a:pt x="2" y="56"/>
                    </a:cubicBezTo>
                    <a:cubicBezTo>
                      <a:pt x="0" y="61"/>
                      <a:pt x="1" y="67"/>
                      <a:pt x="5" y="72"/>
                    </a:cubicBezTo>
                    <a:cubicBezTo>
                      <a:pt x="8" y="75"/>
                      <a:pt x="12" y="77"/>
                      <a:pt x="17" y="77"/>
                    </a:cubicBezTo>
                    <a:cubicBezTo>
                      <a:pt x="18" y="77"/>
                      <a:pt x="19" y="77"/>
                      <a:pt x="20" y="76"/>
                    </a:cubicBezTo>
                    <a:cubicBezTo>
                      <a:pt x="71" y="65"/>
                      <a:pt x="71" y="65"/>
                      <a:pt x="71" y="65"/>
                    </a:cubicBezTo>
                    <a:cubicBezTo>
                      <a:pt x="77" y="64"/>
                      <a:pt x="81" y="59"/>
                      <a:pt x="83" y="54"/>
                    </a:cubicBezTo>
                    <a:cubicBezTo>
                      <a:pt x="84" y="48"/>
                      <a:pt x="83" y="42"/>
                      <a:pt x="78" y="38"/>
                    </a:cubicBezTo>
                    <a:cubicBezTo>
                      <a:pt x="43" y="5"/>
                      <a:pt x="43" y="5"/>
                      <a:pt x="43" y="5"/>
                    </a:cubicBezTo>
                    <a:cubicBezTo>
                      <a:pt x="40" y="2"/>
                      <a:pt x="36" y="0"/>
                      <a:pt x="32"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7" name="Freeform 25">
                <a:extLst>
                  <a:ext uri="{FF2B5EF4-FFF2-40B4-BE49-F238E27FC236}">
                    <a16:creationId xmlns:a16="http://schemas.microsoft.com/office/drawing/2014/main" id="{024383A2-15A9-46AB-9836-B440A160DEB9}"/>
                  </a:ext>
                </a:extLst>
              </p:cNvPr>
              <p:cNvSpPr>
                <a:spLocks/>
              </p:cNvSpPr>
              <p:nvPr/>
            </p:nvSpPr>
            <p:spPr bwMode="auto">
              <a:xfrm>
                <a:off x="1371545" y="3642225"/>
                <a:ext cx="69249" cy="148163"/>
              </a:xfrm>
              <a:custGeom>
                <a:avLst/>
                <a:gdLst>
                  <a:gd name="T0" fmla="*/ 0 w 43"/>
                  <a:gd name="T1" fmla="*/ 0 h 92"/>
                  <a:gd name="T2" fmla="*/ 43 w 43"/>
                  <a:gd name="T3" fmla="*/ 0 h 92"/>
                  <a:gd name="T4" fmla="*/ 43 w 43"/>
                  <a:gd name="T5" fmla="*/ 92 h 92"/>
                  <a:gd name="T6" fmla="*/ 0 w 43"/>
                  <a:gd name="T7" fmla="*/ 92 h 92"/>
                  <a:gd name="T8" fmla="*/ 0 w 43"/>
                  <a:gd name="T9" fmla="*/ 0 h 92"/>
                  <a:gd name="T10" fmla="*/ 0 w 43"/>
                  <a:gd name="T11" fmla="*/ 0 h 92"/>
                </a:gdLst>
                <a:ahLst/>
                <a:cxnLst>
                  <a:cxn ang="0">
                    <a:pos x="T0" y="T1"/>
                  </a:cxn>
                  <a:cxn ang="0">
                    <a:pos x="T2" y="T3"/>
                  </a:cxn>
                  <a:cxn ang="0">
                    <a:pos x="T4" y="T5"/>
                  </a:cxn>
                  <a:cxn ang="0">
                    <a:pos x="T6" y="T7"/>
                  </a:cxn>
                  <a:cxn ang="0">
                    <a:pos x="T8" y="T9"/>
                  </a:cxn>
                  <a:cxn ang="0">
                    <a:pos x="T10" y="T11"/>
                  </a:cxn>
                </a:cxnLst>
                <a:rect l="0" t="0" r="r" b="b"/>
                <a:pathLst>
                  <a:path w="43" h="92">
                    <a:moveTo>
                      <a:pt x="0" y="0"/>
                    </a:moveTo>
                    <a:lnTo>
                      <a:pt x="43" y="0"/>
                    </a:lnTo>
                    <a:lnTo>
                      <a:pt x="43" y="92"/>
                    </a:lnTo>
                    <a:lnTo>
                      <a:pt x="0" y="92"/>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8" name="Freeform 26">
                <a:extLst>
                  <a:ext uri="{FF2B5EF4-FFF2-40B4-BE49-F238E27FC236}">
                    <a16:creationId xmlns:a16="http://schemas.microsoft.com/office/drawing/2014/main" id="{CBBC424F-E267-4294-AC7B-C2A365F10E51}"/>
                  </a:ext>
                </a:extLst>
              </p:cNvPr>
              <p:cNvSpPr>
                <a:spLocks/>
              </p:cNvSpPr>
              <p:nvPr/>
            </p:nvSpPr>
            <p:spPr bwMode="auto">
              <a:xfrm>
                <a:off x="1371545" y="3642225"/>
                <a:ext cx="156215" cy="59588"/>
              </a:xfrm>
              <a:custGeom>
                <a:avLst/>
                <a:gdLst>
                  <a:gd name="T0" fmla="*/ 0 w 97"/>
                  <a:gd name="T1" fmla="*/ 0 h 37"/>
                  <a:gd name="T2" fmla="*/ 97 w 97"/>
                  <a:gd name="T3" fmla="*/ 0 h 37"/>
                  <a:gd name="T4" fmla="*/ 97 w 97"/>
                  <a:gd name="T5" fmla="*/ 37 h 37"/>
                  <a:gd name="T6" fmla="*/ 0 w 97"/>
                  <a:gd name="T7" fmla="*/ 37 h 37"/>
                  <a:gd name="T8" fmla="*/ 0 w 97"/>
                  <a:gd name="T9" fmla="*/ 0 h 37"/>
                  <a:gd name="T10" fmla="*/ 0 w 97"/>
                  <a:gd name="T11" fmla="*/ 0 h 37"/>
                </a:gdLst>
                <a:ahLst/>
                <a:cxnLst>
                  <a:cxn ang="0">
                    <a:pos x="T0" y="T1"/>
                  </a:cxn>
                  <a:cxn ang="0">
                    <a:pos x="T2" y="T3"/>
                  </a:cxn>
                  <a:cxn ang="0">
                    <a:pos x="T4" y="T5"/>
                  </a:cxn>
                  <a:cxn ang="0">
                    <a:pos x="T6" y="T7"/>
                  </a:cxn>
                  <a:cxn ang="0">
                    <a:pos x="T8" y="T9"/>
                  </a:cxn>
                  <a:cxn ang="0">
                    <a:pos x="T10" y="T11"/>
                  </a:cxn>
                </a:cxnLst>
                <a:rect l="0" t="0" r="r" b="b"/>
                <a:pathLst>
                  <a:path w="97" h="37">
                    <a:moveTo>
                      <a:pt x="0" y="0"/>
                    </a:moveTo>
                    <a:lnTo>
                      <a:pt x="97" y="0"/>
                    </a:lnTo>
                    <a:lnTo>
                      <a:pt x="97" y="37"/>
                    </a:lnTo>
                    <a:lnTo>
                      <a:pt x="0" y="37"/>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9" name="Freeform 27">
                <a:extLst>
                  <a:ext uri="{FF2B5EF4-FFF2-40B4-BE49-F238E27FC236}">
                    <a16:creationId xmlns:a16="http://schemas.microsoft.com/office/drawing/2014/main" id="{E10F5550-7A5C-4D04-AF81-314FA07D9743}"/>
                  </a:ext>
                </a:extLst>
              </p:cNvPr>
              <p:cNvSpPr>
                <a:spLocks/>
              </p:cNvSpPr>
              <p:nvPr/>
            </p:nvSpPr>
            <p:spPr bwMode="auto">
              <a:xfrm>
                <a:off x="1622777" y="3642225"/>
                <a:ext cx="161046" cy="59588"/>
              </a:xfrm>
              <a:custGeom>
                <a:avLst/>
                <a:gdLst>
                  <a:gd name="T0" fmla="*/ 0 w 100"/>
                  <a:gd name="T1" fmla="*/ 37 h 37"/>
                  <a:gd name="T2" fmla="*/ 0 w 100"/>
                  <a:gd name="T3" fmla="*/ 0 h 37"/>
                  <a:gd name="T4" fmla="*/ 100 w 100"/>
                  <a:gd name="T5" fmla="*/ 0 h 37"/>
                  <a:gd name="T6" fmla="*/ 64 w 100"/>
                  <a:gd name="T7" fmla="*/ 37 h 37"/>
                  <a:gd name="T8" fmla="*/ 0 w 100"/>
                  <a:gd name="T9" fmla="*/ 37 h 37"/>
                  <a:gd name="T10" fmla="*/ 0 w 100"/>
                  <a:gd name="T11" fmla="*/ 37 h 37"/>
                  <a:gd name="T12" fmla="*/ 0 w 100"/>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100" h="37">
                    <a:moveTo>
                      <a:pt x="0" y="37"/>
                    </a:moveTo>
                    <a:lnTo>
                      <a:pt x="0" y="0"/>
                    </a:lnTo>
                    <a:lnTo>
                      <a:pt x="100" y="0"/>
                    </a:lnTo>
                    <a:lnTo>
                      <a:pt x="64" y="37"/>
                    </a:lnTo>
                    <a:lnTo>
                      <a:pt x="0" y="37"/>
                    </a:lnTo>
                    <a:lnTo>
                      <a:pt x="0" y="37"/>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0" name="Freeform 28">
                <a:extLst>
                  <a:ext uri="{FF2B5EF4-FFF2-40B4-BE49-F238E27FC236}">
                    <a16:creationId xmlns:a16="http://schemas.microsoft.com/office/drawing/2014/main" id="{C84E9659-ABE6-4728-B9E2-CF1DABABE7FE}"/>
                  </a:ext>
                </a:extLst>
              </p:cNvPr>
              <p:cNvSpPr>
                <a:spLocks/>
              </p:cNvSpPr>
              <p:nvPr/>
            </p:nvSpPr>
            <p:spPr bwMode="auto">
              <a:xfrm>
                <a:off x="1622777" y="4212330"/>
                <a:ext cx="161046" cy="72471"/>
              </a:xfrm>
              <a:custGeom>
                <a:avLst/>
                <a:gdLst>
                  <a:gd name="T0" fmla="*/ 0 w 100"/>
                  <a:gd name="T1" fmla="*/ 0 h 45"/>
                  <a:gd name="T2" fmla="*/ 100 w 100"/>
                  <a:gd name="T3" fmla="*/ 0 h 45"/>
                  <a:gd name="T4" fmla="*/ 100 w 100"/>
                  <a:gd name="T5" fmla="*/ 45 h 45"/>
                  <a:gd name="T6" fmla="*/ 0 w 100"/>
                  <a:gd name="T7" fmla="*/ 45 h 45"/>
                  <a:gd name="T8" fmla="*/ 0 w 100"/>
                  <a:gd name="T9" fmla="*/ 0 h 45"/>
                  <a:gd name="T10" fmla="*/ 0 w 100"/>
                  <a:gd name="T11" fmla="*/ 0 h 45"/>
                </a:gdLst>
                <a:ahLst/>
                <a:cxnLst>
                  <a:cxn ang="0">
                    <a:pos x="T0" y="T1"/>
                  </a:cxn>
                  <a:cxn ang="0">
                    <a:pos x="T2" y="T3"/>
                  </a:cxn>
                  <a:cxn ang="0">
                    <a:pos x="T4" y="T5"/>
                  </a:cxn>
                  <a:cxn ang="0">
                    <a:pos x="T6" y="T7"/>
                  </a:cxn>
                  <a:cxn ang="0">
                    <a:pos x="T8" y="T9"/>
                  </a:cxn>
                  <a:cxn ang="0">
                    <a:pos x="T10" y="T11"/>
                  </a:cxn>
                </a:cxnLst>
                <a:rect l="0" t="0" r="r" b="b"/>
                <a:pathLst>
                  <a:path w="100" h="45">
                    <a:moveTo>
                      <a:pt x="0" y="0"/>
                    </a:moveTo>
                    <a:lnTo>
                      <a:pt x="100" y="0"/>
                    </a:lnTo>
                    <a:lnTo>
                      <a:pt x="100"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1" name="Freeform 29">
                <a:extLst>
                  <a:ext uri="{FF2B5EF4-FFF2-40B4-BE49-F238E27FC236}">
                    <a16:creationId xmlns:a16="http://schemas.microsoft.com/office/drawing/2014/main" id="{916FD9E1-4B27-47DC-BD7B-069CB432303C}"/>
                  </a:ext>
                </a:extLst>
              </p:cNvPr>
              <p:cNvSpPr>
                <a:spLocks/>
              </p:cNvSpPr>
              <p:nvPr/>
            </p:nvSpPr>
            <p:spPr bwMode="auto">
              <a:xfrm>
                <a:off x="1371545"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2" name="Freeform 30">
                <a:extLst>
                  <a:ext uri="{FF2B5EF4-FFF2-40B4-BE49-F238E27FC236}">
                    <a16:creationId xmlns:a16="http://schemas.microsoft.com/office/drawing/2014/main" id="{B4BE53A6-C202-4DAE-812F-04AC26C7D3EF}"/>
                  </a:ext>
                </a:extLst>
              </p:cNvPr>
              <p:cNvSpPr>
                <a:spLocks/>
              </p:cNvSpPr>
              <p:nvPr/>
            </p:nvSpPr>
            <p:spPr bwMode="auto">
              <a:xfrm>
                <a:off x="1371545"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3" name="Freeform 31">
                <a:extLst>
                  <a:ext uri="{FF2B5EF4-FFF2-40B4-BE49-F238E27FC236}">
                    <a16:creationId xmlns:a16="http://schemas.microsoft.com/office/drawing/2014/main" id="{F246C574-3DC7-4E89-8F0D-9001EDC8B76B}"/>
                  </a:ext>
                </a:extLst>
              </p:cNvPr>
              <p:cNvSpPr>
                <a:spLocks/>
              </p:cNvSpPr>
              <p:nvPr/>
            </p:nvSpPr>
            <p:spPr bwMode="auto">
              <a:xfrm>
                <a:off x="1371545"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4" name="Freeform 32">
                <a:extLst>
                  <a:ext uri="{FF2B5EF4-FFF2-40B4-BE49-F238E27FC236}">
                    <a16:creationId xmlns:a16="http://schemas.microsoft.com/office/drawing/2014/main" id="{BB0DA318-2CD7-4778-97E0-E0DF3F1EDECE}"/>
                  </a:ext>
                </a:extLst>
              </p:cNvPr>
              <p:cNvSpPr>
                <a:spLocks/>
              </p:cNvSpPr>
              <p:nvPr/>
            </p:nvSpPr>
            <p:spPr bwMode="auto">
              <a:xfrm>
                <a:off x="1969027"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5" name="Freeform 33">
                <a:extLst>
                  <a:ext uri="{FF2B5EF4-FFF2-40B4-BE49-F238E27FC236}">
                    <a16:creationId xmlns:a16="http://schemas.microsoft.com/office/drawing/2014/main" id="{A1AF9A78-9612-4282-8B72-B07DA777B19E}"/>
                  </a:ext>
                </a:extLst>
              </p:cNvPr>
              <p:cNvSpPr>
                <a:spLocks/>
              </p:cNvSpPr>
              <p:nvPr/>
            </p:nvSpPr>
            <p:spPr bwMode="auto">
              <a:xfrm>
                <a:off x="1882062"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6" name="Freeform 34">
                <a:extLst>
                  <a:ext uri="{FF2B5EF4-FFF2-40B4-BE49-F238E27FC236}">
                    <a16:creationId xmlns:a16="http://schemas.microsoft.com/office/drawing/2014/main" id="{5942A584-5791-42D4-BE98-AA5043743485}"/>
                  </a:ext>
                </a:extLst>
              </p:cNvPr>
              <p:cNvSpPr>
                <a:spLocks/>
              </p:cNvSpPr>
              <p:nvPr/>
            </p:nvSpPr>
            <p:spPr bwMode="auto">
              <a:xfrm>
                <a:off x="1969027"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7" name="Freeform 35">
                <a:extLst>
                  <a:ext uri="{FF2B5EF4-FFF2-40B4-BE49-F238E27FC236}">
                    <a16:creationId xmlns:a16="http://schemas.microsoft.com/office/drawing/2014/main" id="{6FEBF141-B9BB-46D8-8EAC-1E8BE7F3F09B}"/>
                  </a:ext>
                </a:extLst>
              </p:cNvPr>
              <p:cNvSpPr>
                <a:spLocks/>
              </p:cNvSpPr>
              <p:nvPr/>
            </p:nvSpPr>
            <p:spPr bwMode="auto">
              <a:xfrm>
                <a:off x="1725847" y="3466684"/>
                <a:ext cx="468645" cy="471867"/>
              </a:xfrm>
              <a:custGeom>
                <a:avLst/>
                <a:gdLst>
                  <a:gd name="T0" fmla="*/ 208 w 291"/>
                  <a:gd name="T1" fmla="*/ 0 h 293"/>
                  <a:gd name="T2" fmla="*/ 0 w 291"/>
                  <a:gd name="T3" fmla="*/ 196 h 293"/>
                  <a:gd name="T4" fmla="*/ 92 w 291"/>
                  <a:gd name="T5" fmla="*/ 293 h 293"/>
                  <a:gd name="T6" fmla="*/ 291 w 291"/>
                  <a:gd name="T7" fmla="*/ 94 h 293"/>
                  <a:gd name="T8" fmla="*/ 208 w 291"/>
                  <a:gd name="T9" fmla="*/ 0 h 293"/>
                  <a:gd name="T10" fmla="*/ 208 w 291"/>
                  <a:gd name="T11" fmla="*/ 0 h 293"/>
                  <a:gd name="T12" fmla="*/ 208 w 291"/>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91" h="293">
                    <a:moveTo>
                      <a:pt x="208" y="0"/>
                    </a:moveTo>
                    <a:lnTo>
                      <a:pt x="0" y="196"/>
                    </a:lnTo>
                    <a:lnTo>
                      <a:pt x="92" y="293"/>
                    </a:lnTo>
                    <a:lnTo>
                      <a:pt x="291" y="94"/>
                    </a:lnTo>
                    <a:lnTo>
                      <a:pt x="208" y="0"/>
                    </a:lnTo>
                    <a:lnTo>
                      <a:pt x="208" y="0"/>
                    </a:lnTo>
                    <a:lnTo>
                      <a:pt x="20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8" name="Freeform 36">
                <a:extLst>
                  <a:ext uri="{FF2B5EF4-FFF2-40B4-BE49-F238E27FC236}">
                    <a16:creationId xmlns:a16="http://schemas.microsoft.com/office/drawing/2014/main" id="{8E06B4B8-B73A-41C4-BC84-349F7E2A0913}"/>
                  </a:ext>
                </a:extLst>
              </p:cNvPr>
              <p:cNvSpPr>
                <a:spLocks/>
              </p:cNvSpPr>
              <p:nvPr/>
            </p:nvSpPr>
            <p:spPr bwMode="auto">
              <a:xfrm>
                <a:off x="1619556" y="3849975"/>
                <a:ext cx="190035" cy="172320"/>
              </a:xfrm>
              <a:custGeom>
                <a:avLst/>
                <a:gdLst>
                  <a:gd name="T0" fmla="*/ 35 w 118"/>
                  <a:gd name="T1" fmla="*/ 0 h 107"/>
                  <a:gd name="T2" fmla="*/ 0 w 118"/>
                  <a:gd name="T3" fmla="*/ 107 h 107"/>
                  <a:gd name="T4" fmla="*/ 118 w 118"/>
                  <a:gd name="T5" fmla="*/ 81 h 107"/>
                  <a:gd name="T6" fmla="*/ 35 w 118"/>
                  <a:gd name="T7" fmla="*/ 0 h 107"/>
                  <a:gd name="T8" fmla="*/ 35 w 118"/>
                  <a:gd name="T9" fmla="*/ 0 h 107"/>
                  <a:gd name="T10" fmla="*/ 35 w 118"/>
                  <a:gd name="T11" fmla="*/ 0 h 107"/>
                </a:gdLst>
                <a:ahLst/>
                <a:cxnLst>
                  <a:cxn ang="0">
                    <a:pos x="T0" y="T1"/>
                  </a:cxn>
                  <a:cxn ang="0">
                    <a:pos x="T2" y="T3"/>
                  </a:cxn>
                  <a:cxn ang="0">
                    <a:pos x="T4" y="T5"/>
                  </a:cxn>
                  <a:cxn ang="0">
                    <a:pos x="T6" y="T7"/>
                  </a:cxn>
                  <a:cxn ang="0">
                    <a:pos x="T8" y="T9"/>
                  </a:cxn>
                  <a:cxn ang="0">
                    <a:pos x="T10" y="T11"/>
                  </a:cxn>
                </a:cxnLst>
                <a:rect l="0" t="0" r="r" b="b"/>
                <a:pathLst>
                  <a:path w="118" h="107">
                    <a:moveTo>
                      <a:pt x="35" y="0"/>
                    </a:moveTo>
                    <a:lnTo>
                      <a:pt x="0" y="107"/>
                    </a:lnTo>
                    <a:lnTo>
                      <a:pt x="118" y="81"/>
                    </a:lnTo>
                    <a:lnTo>
                      <a:pt x="35" y="0"/>
                    </a:lnTo>
                    <a:lnTo>
                      <a:pt x="35" y="0"/>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p:sp>
        <p:nvSpPr>
          <p:cNvPr id="79" name="TextBox 78">
            <a:extLst>
              <a:ext uri="{FF2B5EF4-FFF2-40B4-BE49-F238E27FC236}">
                <a16:creationId xmlns:a16="http://schemas.microsoft.com/office/drawing/2014/main" id="{7C93031B-F06C-433E-87D1-6F0F3294C852}"/>
              </a:ext>
            </a:extLst>
          </p:cNvPr>
          <p:cNvSpPr txBox="1"/>
          <p:nvPr/>
        </p:nvSpPr>
        <p:spPr>
          <a:xfrm>
            <a:off x="1243062" y="4326796"/>
            <a:ext cx="10723513" cy="6085127"/>
          </a:xfrm>
          <a:prstGeom prst="rect">
            <a:avLst/>
          </a:prstGeom>
          <a:noFill/>
        </p:spPr>
        <p:txBody>
          <a:bodyPr wrap="square">
            <a:spAutoFit/>
          </a:bodyPr>
          <a:lstStyle/>
          <a:p>
            <a:pPr lvl="0" algn="just">
              <a:lnSpc>
                <a:spcPct val="107000"/>
              </a:lnSpc>
              <a:spcBef>
                <a:spcPts val="200"/>
              </a:spcBef>
              <a:spcAft>
                <a:spcPts val="200"/>
              </a:spcAft>
              <a:defRPr/>
            </a:pPr>
            <a:r>
              <a:rPr lang="en-US" sz="4800" b="1">
                <a:latin typeface="Tahoma" panose="020B0604030504040204" pitchFamily="34" charset="0"/>
                <a:ea typeface="Tahoma" panose="020B0604030504040204" pitchFamily="34" charset="0"/>
                <a:cs typeface="Tahoma" panose="020B0604030504040204" pitchFamily="34" charset="0"/>
              </a:rPr>
              <a:t>Quan sát biển báo trong hình bên.</a:t>
            </a:r>
          </a:p>
          <a:p>
            <a:r>
              <a:rPr lang="en-US" sz="4800" b="1">
                <a:latin typeface="Tahoma" panose="020B0604030504040204" pitchFamily="34" charset="0"/>
                <a:ea typeface="Tahoma" panose="020B0604030504040204" pitchFamily="34" charset="0"/>
                <a:cs typeface="Tahoma" panose="020B0604030504040204" pitchFamily="34" charset="0"/>
              </a:rPr>
              <a:t>Khoa nói: “Đây là biển báo đường dành cho người đi bộ”.</a:t>
            </a:r>
          </a:p>
          <a:p>
            <a:r>
              <a:rPr lang="en-US" sz="4800" b="1">
                <a:latin typeface="Tahoma" panose="020B0604030504040204" pitchFamily="34" charset="0"/>
                <a:ea typeface="Tahoma" panose="020B0604030504040204" pitchFamily="34" charset="0"/>
                <a:cs typeface="Tahoma" panose="020B0604030504040204" pitchFamily="34" charset="0"/>
              </a:rPr>
              <a:t>An không đồng ý với ý kiến của Khoa.</a:t>
            </a:r>
          </a:p>
          <a:p>
            <a:r>
              <a:rPr lang="en-US" sz="4800" b="1">
                <a:latin typeface="Tahoma" panose="020B0604030504040204" pitchFamily="34" charset="0"/>
                <a:ea typeface="Tahoma" panose="020B0604030504040204" pitchFamily="34" charset="0"/>
                <a:cs typeface="Tahoma" panose="020B0604030504040204" pitchFamily="34" charset="0"/>
              </a:rPr>
              <a:t>Hãy phát biểu ý kiến của An dưới dạng một mệnh đề.</a:t>
            </a:r>
          </a:p>
          <a:p>
            <a:pPr lvl="0" algn="just">
              <a:lnSpc>
                <a:spcPct val="107000"/>
              </a:lnSpc>
              <a:spcBef>
                <a:spcPts val="200"/>
              </a:spcBef>
              <a:spcAft>
                <a:spcPts val="200"/>
              </a:spcAft>
              <a:defRPr/>
            </a:pPr>
            <a:endParaRPr lang="en-US" sz="4800" b="1">
              <a:latin typeface="Tahoma" panose="020B0604030504040204" pitchFamily="34" charset="0"/>
              <a:ea typeface="Tahoma" panose="020B0604030504040204" pitchFamily="34" charset="0"/>
              <a:cs typeface="Tahoma" panose="020B0604030504040204" pitchFamily="34" charset="0"/>
            </a:endParaRPr>
          </a:p>
        </p:txBody>
      </p:sp>
      <p:sp>
        <p:nvSpPr>
          <p:cNvPr id="80" name="Rounded Rectangle 4">
            <a:extLst>
              <a:ext uri="{FF2B5EF4-FFF2-40B4-BE49-F238E27FC236}">
                <a16:creationId xmlns:a16="http://schemas.microsoft.com/office/drawing/2014/main" id="{60BF75B9-8E5D-4526-9D50-2E9BBC426B2C}"/>
              </a:ext>
            </a:extLst>
          </p:cNvPr>
          <p:cNvSpPr/>
          <p:nvPr/>
        </p:nvSpPr>
        <p:spPr>
          <a:xfrm>
            <a:off x="1084355" y="10510827"/>
            <a:ext cx="22378999" cy="2290773"/>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99FF99"/>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81" name="Group 80">
            <a:extLst>
              <a:ext uri="{FF2B5EF4-FFF2-40B4-BE49-F238E27FC236}">
                <a16:creationId xmlns:a16="http://schemas.microsoft.com/office/drawing/2014/main" id="{FC8842BF-BD13-47EC-A01B-D5CB2E509824}"/>
              </a:ext>
            </a:extLst>
          </p:cNvPr>
          <p:cNvGrpSpPr/>
          <p:nvPr/>
        </p:nvGrpSpPr>
        <p:grpSpPr>
          <a:xfrm>
            <a:off x="1617759" y="10172632"/>
            <a:ext cx="3600000" cy="828000"/>
            <a:chOff x="1275608" y="6322796"/>
            <a:chExt cx="3572909" cy="828631"/>
          </a:xfrm>
        </p:grpSpPr>
        <p:sp>
          <p:nvSpPr>
            <p:cNvPr id="82" name="Freeform 20">
              <a:extLst>
                <a:ext uri="{FF2B5EF4-FFF2-40B4-BE49-F238E27FC236}">
                  <a16:creationId xmlns:a16="http://schemas.microsoft.com/office/drawing/2014/main" id="{9DCB7188-C5D1-4562-B7E9-036039AD40E7}"/>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3" name="TextBox 82">
              <a:extLst>
                <a:ext uri="{FF2B5EF4-FFF2-40B4-BE49-F238E27FC236}">
                  <a16:creationId xmlns:a16="http://schemas.microsoft.com/office/drawing/2014/main" id="{3C5BC4FA-BAB5-4E66-A1A7-2C39A80EA8B6}"/>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84" name="Round Diagonal Corner Rectangle 8">
              <a:extLst>
                <a:ext uri="{FF2B5EF4-FFF2-40B4-BE49-F238E27FC236}">
                  <a16:creationId xmlns:a16="http://schemas.microsoft.com/office/drawing/2014/main" id="{DD02836A-CB9D-49AF-9B43-E2AE37577D4F}"/>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5" name="Freeform 9">
              <a:extLst>
                <a:ext uri="{FF2B5EF4-FFF2-40B4-BE49-F238E27FC236}">
                  <a16:creationId xmlns:a16="http://schemas.microsoft.com/office/drawing/2014/main" id="{F1DAE37F-C02F-41A4-AB7C-15856E498EB4}"/>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86" name="Rectangle 85">
            <a:extLst>
              <a:ext uri="{FF2B5EF4-FFF2-40B4-BE49-F238E27FC236}">
                <a16:creationId xmlns:a16="http://schemas.microsoft.com/office/drawing/2014/main" id="{AC37888B-97E9-42E3-82BD-29595758137A}"/>
              </a:ext>
            </a:extLst>
          </p:cNvPr>
          <p:cNvSpPr/>
          <p:nvPr/>
        </p:nvSpPr>
        <p:spPr>
          <a:xfrm>
            <a:off x="1389156" y="11163232"/>
            <a:ext cx="21394644" cy="1569660"/>
          </a:xfrm>
          <a:prstGeom prst="rect">
            <a:avLst/>
          </a:prstGeom>
        </p:spPr>
        <p:txBody>
          <a:bodyPr wrap="square">
            <a:spAutoFit/>
          </a:bodyPr>
          <a:lstStyle/>
          <a:p>
            <a:r>
              <a:rPr lang="en-US" sz="4800" b="1">
                <a:latin typeface="Tahoma" panose="020B0604030504040204" pitchFamily="34" charset="0"/>
                <a:ea typeface="Tahoma" panose="020B0604030504040204" pitchFamily="34" charset="0"/>
                <a:cs typeface="Tahoma" panose="020B0604030504040204" pitchFamily="34" charset="0"/>
              </a:rPr>
              <a:t>Phát biểu ý kiến của An : “Đây không phải là biển báo đường dành cho người đi bộ”.</a:t>
            </a:r>
          </a:p>
        </p:txBody>
      </p:sp>
      <p:grpSp>
        <p:nvGrpSpPr>
          <p:cNvPr id="46" name="Group 45">
            <a:extLst>
              <a:ext uri="{FF2B5EF4-FFF2-40B4-BE49-F238E27FC236}">
                <a16:creationId xmlns:a16="http://schemas.microsoft.com/office/drawing/2014/main" id="{2D5F1879-E2C7-42CA-94F8-92FF592236D3}"/>
              </a:ext>
            </a:extLst>
          </p:cNvPr>
          <p:cNvGrpSpPr/>
          <p:nvPr/>
        </p:nvGrpSpPr>
        <p:grpSpPr>
          <a:xfrm>
            <a:off x="1055781" y="2501634"/>
            <a:ext cx="18592800" cy="830997"/>
            <a:chOff x="777875" y="1892299"/>
            <a:chExt cx="18592800" cy="830995"/>
          </a:xfrm>
        </p:grpSpPr>
        <p:sp>
          <p:nvSpPr>
            <p:cNvPr id="47" name="Rounded Rectangle 71">
              <a:extLst>
                <a:ext uri="{FF2B5EF4-FFF2-40B4-BE49-F238E27FC236}">
                  <a16:creationId xmlns:a16="http://schemas.microsoft.com/office/drawing/2014/main" id="{F0A35595-F802-4630-9930-199628F3A69D}"/>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0CE9F260-F6B5-4B60-B6CC-114DE5655D54}"/>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2.</a:t>
              </a:r>
            </a:p>
          </p:txBody>
        </p:sp>
        <p:sp>
          <p:nvSpPr>
            <p:cNvPr id="87" name="TextBox 86">
              <a:extLst>
                <a:ext uri="{FF2B5EF4-FFF2-40B4-BE49-F238E27FC236}">
                  <a16:creationId xmlns:a16="http://schemas.microsoft.com/office/drawing/2014/main" id="{73CC5716-B3FF-415B-9257-8D082F557E10}"/>
                </a:ext>
              </a:extLst>
            </p:cNvPr>
            <p:cNvSpPr txBox="1"/>
            <p:nvPr/>
          </p:nvSpPr>
          <p:spPr>
            <a:xfrm>
              <a:off x="2087561" y="1892299"/>
              <a:ext cx="17283114" cy="830995"/>
            </a:xfrm>
            <a:prstGeom prst="rect">
              <a:avLst/>
            </a:prstGeom>
            <a:noFill/>
          </p:spPr>
          <p:txBody>
            <a:bodyPr wrap="square" rtlCol="0">
              <a:spAutoFit/>
            </a:bodyPr>
            <a:lstStyle/>
            <a:p>
              <a:r>
                <a:rPr lang="en-US" sz="4800" b="1">
                  <a:solidFill>
                    <a:srgbClr val="145F82"/>
                  </a:solidFill>
                  <a:latin typeface="Tahoma" pitchFamily="34" charset="0"/>
                  <a:ea typeface="Tahoma" pitchFamily="34" charset="0"/>
                  <a:cs typeface="Tahoma" pitchFamily="34" charset="0"/>
                </a:rPr>
                <a:t>MỆNH ĐỀ PHỦ ĐỊNH</a:t>
              </a:r>
              <a:endParaRPr lang="en-US" sz="4800" b="1" dirty="0">
                <a:solidFill>
                  <a:srgbClr val="145F82"/>
                </a:solidFill>
                <a:latin typeface="Tahoma" pitchFamily="34" charset="0"/>
                <a:ea typeface="Tahoma" pitchFamily="34" charset="0"/>
                <a:cs typeface="Tahoma" pitchFamily="34" charset="0"/>
              </a:endParaRPr>
            </a:p>
          </p:txBody>
        </p:sp>
      </p:grpSp>
      <p:pic>
        <p:nvPicPr>
          <p:cNvPr id="88" name="Picture 87">
            <a:extLst>
              <a:ext uri="{FF2B5EF4-FFF2-40B4-BE49-F238E27FC236}">
                <a16:creationId xmlns:a16="http://schemas.microsoft.com/office/drawing/2014/main" id="{A3417A6E-0C1B-4C05-ACD0-618C5DBEB37E}"/>
              </a:ext>
            </a:extLst>
          </p:cNvPr>
          <p:cNvPicPr>
            <a:picLocks noChangeAspect="1"/>
          </p:cNvPicPr>
          <p:nvPr/>
        </p:nvPicPr>
        <p:blipFill>
          <a:blip r:embed="rId4"/>
          <a:stretch>
            <a:fillRect/>
          </a:stretch>
        </p:blipFill>
        <p:spPr>
          <a:xfrm>
            <a:off x="12913313" y="3929265"/>
            <a:ext cx="10550042" cy="5214735"/>
          </a:xfrm>
          <a:prstGeom prst="rect">
            <a:avLst/>
          </a:prstGeom>
        </p:spPr>
      </p:pic>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4703455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left)">
                                      <p:cBhvr>
                                        <p:cTn id="7" dur="500"/>
                                        <p:tgtEl>
                                          <p:spTgt spid="4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wipe(left)">
                                      <p:cBhvr>
                                        <p:cTn id="11" dur="500"/>
                                        <p:tgtEl>
                                          <p:spTgt spid="50"/>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9"/>
                                        </p:tgtEl>
                                        <p:attrNameLst>
                                          <p:attrName>style.visibility</p:attrName>
                                        </p:attrNameLst>
                                      </p:cBhvr>
                                      <p:to>
                                        <p:strVal val="visible"/>
                                      </p:to>
                                    </p:set>
                                    <p:animEffect transition="in" filter="wipe(left)">
                                      <p:cBhvr>
                                        <p:cTn id="15" dur="500"/>
                                        <p:tgtEl>
                                          <p:spTgt spid="7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79">
                                            <p:txEl>
                                              <p:pRg st="0" end="0"/>
                                            </p:txEl>
                                          </p:spTgt>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8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9">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9">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9">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81"/>
                                        </p:tgtEl>
                                        <p:attrNameLst>
                                          <p:attrName>style.visibility</p:attrName>
                                        </p:attrNameLst>
                                      </p:cBhvr>
                                      <p:to>
                                        <p:strVal val="visible"/>
                                      </p:to>
                                    </p:set>
                                    <p:animEffect transition="in" filter="barn(inVertical)">
                                      <p:cBhvr>
                                        <p:cTn id="39" dur="500"/>
                                        <p:tgtEl>
                                          <p:spTgt spid="81"/>
                                        </p:tgtEl>
                                      </p:cBhvr>
                                    </p:animEffect>
                                  </p:childTnLst>
                                </p:cTn>
                              </p:par>
                            </p:childTnLst>
                          </p:cTn>
                        </p:par>
                        <p:par>
                          <p:cTn id="40" fill="hold">
                            <p:stCondLst>
                              <p:cond delay="500"/>
                            </p:stCondLst>
                            <p:childTnLst>
                              <p:par>
                                <p:cTn id="41" presetID="22" presetClass="entr" presetSubtype="4" fill="hold" grpId="0" nodeType="afterEffect">
                                  <p:stCondLst>
                                    <p:cond delay="0"/>
                                  </p:stCondLst>
                                  <p:childTnLst>
                                    <p:set>
                                      <p:cBhvr>
                                        <p:cTn id="42" dur="1" fill="hold">
                                          <p:stCondLst>
                                            <p:cond delay="0"/>
                                          </p:stCondLst>
                                        </p:cTn>
                                        <p:tgtEl>
                                          <p:spTgt spid="80"/>
                                        </p:tgtEl>
                                        <p:attrNameLst>
                                          <p:attrName>style.visibility</p:attrName>
                                        </p:attrNameLst>
                                      </p:cBhvr>
                                      <p:to>
                                        <p:strVal val="visible"/>
                                      </p:to>
                                    </p:set>
                                    <p:animEffect transition="in" filter="wipe(down)">
                                      <p:cBhvr>
                                        <p:cTn id="43" dur="500"/>
                                        <p:tgtEl>
                                          <p:spTgt spid="8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86"/>
                                        </p:tgtEl>
                                        <p:attrNameLst>
                                          <p:attrName>style.visibility</p:attrName>
                                        </p:attrNameLst>
                                      </p:cBhvr>
                                      <p:to>
                                        <p:strVal val="visible"/>
                                      </p:to>
                                    </p:set>
                                    <p:animEffect transition="in" filter="wipe(left)">
                                      <p:cBhvr>
                                        <p:cTn id="48"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79" grpId="0"/>
      <p:bldP spid="80" grpId="0" animBg="1"/>
      <p:bldP spid="8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7" name="TextBox 26">
            <a:extLst>
              <a:ext uri="{FF2B5EF4-FFF2-40B4-BE49-F238E27FC236}">
                <a16:creationId xmlns:a16="http://schemas.microsoft.com/office/drawing/2014/main" id="{3A653732-9210-4228-AD0D-1B9B77B02426}"/>
              </a:ext>
            </a:extLst>
          </p:cNvPr>
          <p:cNvSpPr txBox="1"/>
          <p:nvPr/>
        </p:nvSpPr>
        <p:spPr>
          <a:xfrm>
            <a:off x="1839065" y="5631343"/>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49" name="Rounded Rectangle 61">
            <a:extLst>
              <a:ext uri="{FF2B5EF4-FFF2-40B4-BE49-F238E27FC236}">
                <a16:creationId xmlns:a16="http://schemas.microsoft.com/office/drawing/2014/main" id="{8C4F66B5-9F53-45FC-B951-E4D1E076FC2C}"/>
              </a:ext>
            </a:extLst>
          </p:cNvPr>
          <p:cNvSpPr/>
          <p:nvPr/>
        </p:nvSpPr>
        <p:spPr>
          <a:xfrm>
            <a:off x="1055781" y="3717537"/>
            <a:ext cx="22272438" cy="3396081"/>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7C93031B-F06C-433E-87D1-6F0F3294C852}"/>
                  </a:ext>
                </a:extLst>
              </p:cNvPr>
              <p:cNvSpPr txBox="1"/>
              <p:nvPr/>
            </p:nvSpPr>
            <p:spPr>
              <a:xfrm>
                <a:off x="1243062" y="4326796"/>
                <a:ext cx="22085157" cy="2390398"/>
              </a:xfrm>
              <a:prstGeom prst="rect">
                <a:avLst/>
              </a:prstGeom>
              <a:noFill/>
            </p:spPr>
            <p:txBody>
              <a:bodyPr wrap="square">
                <a:spAutoFit/>
              </a:bodyPr>
              <a:lstStyle/>
              <a:p>
                <a:r>
                  <a:rPr lang="en-US" sz="4800" b="1">
                    <a:latin typeface="Tahoma" panose="020B0604030504040204" pitchFamily="34" charset="0"/>
                    <a:ea typeface="Tahoma" panose="020B0604030504040204" pitchFamily="34" charset="0"/>
                    <a:cs typeface="Tahoma" panose="020B0604030504040204" pitchFamily="34" charset="0"/>
                  </a:rPr>
                  <a:t>Để phủ định một mệnh đề </a:t>
                </a:r>
                <a:r>
                  <a:rPr lang="en-US" sz="4800" b="1" i="1">
                    <a:latin typeface="Tahoma" panose="020B0604030504040204" pitchFamily="34" charset="0"/>
                    <a:ea typeface="Tahoma" panose="020B0604030504040204" pitchFamily="34" charset="0"/>
                    <a:cs typeface="Tahoma" panose="020B0604030504040204" pitchFamily="34" charset="0"/>
                  </a:rPr>
                  <a:t>P</a:t>
                </a:r>
                <a:r>
                  <a:rPr lang="en-US" sz="4800" b="1">
                    <a:latin typeface="Tahoma" panose="020B0604030504040204" pitchFamily="34" charset="0"/>
                    <a:ea typeface="Tahoma" panose="020B0604030504040204" pitchFamily="34" charset="0"/>
                    <a:cs typeface="Tahoma" panose="020B0604030504040204" pitchFamily="34" charset="0"/>
                  </a:rPr>
                  <a:t>, người ta thường thêm (hoặc bớt) từ “không” hoặc “không phải” vào trước vị ngữ của mệnh đề </a:t>
                </a:r>
                <a:r>
                  <a:rPr lang="en-US" sz="4800" b="1" i="1">
                    <a:latin typeface="Tahoma" panose="020B0604030504040204" pitchFamily="34" charset="0"/>
                    <a:ea typeface="Tahoma" panose="020B0604030504040204" pitchFamily="34" charset="0"/>
                    <a:cs typeface="Tahoma" panose="020B0604030504040204" pitchFamily="34" charset="0"/>
                  </a:rPr>
                  <a:t>P</a:t>
                </a:r>
                <a:r>
                  <a:rPr lang="en-US" sz="4800" b="1">
                    <a:latin typeface="Tahoma" panose="020B0604030504040204" pitchFamily="34" charset="0"/>
                    <a:ea typeface="Tahoma" panose="020B0604030504040204" pitchFamily="34" charset="0"/>
                    <a:cs typeface="Tahoma" panose="020B0604030504040204" pitchFamily="34" charset="0"/>
                  </a:rPr>
                  <a:t>. </a:t>
                </a:r>
              </a:p>
              <a:p>
                <a:r>
                  <a:rPr lang="en-US" sz="4800" b="1">
                    <a:latin typeface="Tahoma" panose="020B0604030504040204" pitchFamily="34" charset="0"/>
                    <a:ea typeface="Tahoma" panose="020B0604030504040204" pitchFamily="34" charset="0"/>
                    <a:cs typeface="Tahoma" panose="020B0604030504040204" pitchFamily="34" charset="0"/>
                  </a:rPr>
                  <a:t>Ta kí hiệu mệnh đề phủ định của mệnh đề </a:t>
                </a:r>
                <a:r>
                  <a:rPr lang="en-US" sz="4800" b="1" i="1">
                    <a:latin typeface="Tahoma" panose="020B0604030504040204" pitchFamily="34" charset="0"/>
                    <a:ea typeface="Tahoma" panose="020B0604030504040204" pitchFamily="34" charset="0"/>
                    <a:cs typeface="Tahoma" panose="020B0604030504040204" pitchFamily="34" charset="0"/>
                  </a:rPr>
                  <a:t>P</a:t>
                </a:r>
                <a:r>
                  <a:rPr lang="en-US" sz="4800" b="1">
                    <a:latin typeface="Tahoma" panose="020B0604030504040204" pitchFamily="34" charset="0"/>
                    <a:ea typeface="Tahoma" panose="020B0604030504040204" pitchFamily="34" charset="0"/>
                    <a:cs typeface="Tahoma" panose="020B0604030504040204" pitchFamily="34" charset="0"/>
                  </a:rPr>
                  <a:t>  là </a:t>
                </a:r>
                <a14:m>
                  <m:oMath xmlns:m="http://schemas.openxmlformats.org/officeDocument/2006/math">
                    <m:bar>
                      <m:barPr>
                        <m:pos m:val="top"/>
                        <m:ctrlPr>
                          <a:rPr lang="en-US" sz="4800" b="1" i="1">
                            <a:latin typeface="Cambria Math" panose="02040503050406030204" pitchFamily="18" charset="0"/>
                          </a:rPr>
                        </m:ctrlPr>
                      </m:barPr>
                      <m:e>
                        <m:r>
                          <a:rPr lang="en-US" sz="4800" b="1" i="1">
                            <a:latin typeface="Cambria Math" panose="02040503050406030204" pitchFamily="18" charset="0"/>
                          </a:rPr>
                          <m:t>𝑷</m:t>
                        </m:r>
                      </m:e>
                    </m:bar>
                  </m:oMath>
                </a14:m>
                <a:r>
                  <a:rPr lang="en-US" sz="4800" b="1">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79" name="TextBox 78">
                <a:extLst>
                  <a:ext uri="{FF2B5EF4-FFF2-40B4-BE49-F238E27FC236}">
                    <a16:creationId xmlns:a16="http://schemas.microsoft.com/office/drawing/2014/main" id="{7C93031B-F06C-433E-87D1-6F0F3294C852}"/>
                  </a:ext>
                </a:extLst>
              </p:cNvPr>
              <p:cNvSpPr txBox="1">
                <a:spLocks noRot="1" noChangeAspect="1" noMove="1" noResize="1" noEditPoints="1" noAdjustHandles="1" noChangeArrowheads="1" noChangeShapeType="1" noTextEdit="1"/>
              </p:cNvSpPr>
              <p:nvPr/>
            </p:nvSpPr>
            <p:spPr>
              <a:xfrm>
                <a:off x="1243062" y="4326796"/>
                <a:ext cx="22085157" cy="2390398"/>
              </a:xfrm>
              <a:prstGeom prst="rect">
                <a:avLst/>
              </a:prstGeom>
              <a:blipFill>
                <a:blip r:embed="rId4"/>
                <a:stretch>
                  <a:fillRect l="-1270" t="-5867" b="-122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Rectangle 85">
                <a:extLst>
                  <a:ext uri="{FF2B5EF4-FFF2-40B4-BE49-F238E27FC236}">
                    <a16:creationId xmlns:a16="http://schemas.microsoft.com/office/drawing/2014/main" id="{AC37888B-97E9-42E3-82BD-29595758137A}"/>
                  </a:ext>
                </a:extLst>
              </p:cNvPr>
              <p:cNvSpPr/>
              <p:nvPr/>
            </p:nvSpPr>
            <p:spPr>
              <a:xfrm>
                <a:off x="1389156" y="8001000"/>
                <a:ext cx="21394644" cy="1733808"/>
              </a:xfrm>
              <a:prstGeom prst="rect">
                <a:avLst/>
              </a:prstGeom>
            </p:spPr>
            <p:txBody>
              <a:bodyPr wrap="square">
                <a:spAutoFit/>
              </a:bodyPr>
              <a:lstStyle/>
              <a:p>
                <a:pPr marL="685800" indent="-685800">
                  <a:buFont typeface="Wingdings" panose="05000000000000000000" pitchFamily="2" charset="2"/>
                  <a:buChar char="Ø"/>
                </a:pPr>
                <a:r>
                  <a:rPr lang="en-US" sz="4800" b="1">
                    <a:solidFill>
                      <a:schemeClr val="bg1"/>
                    </a:solidFill>
                    <a:latin typeface="Tahoma" panose="020B0604030504040204" pitchFamily="34" charset="0"/>
                    <a:ea typeface="Tahoma" panose="020B0604030504040204" pitchFamily="34" charset="0"/>
                    <a:cs typeface="Tahoma" panose="020B0604030504040204" pitchFamily="34" charset="0"/>
                  </a:rPr>
                  <a:t>Mệnh đề </a:t>
                </a:r>
                <a:r>
                  <a:rPr lang="en-US" sz="4800" b="1" i="1">
                    <a:solidFill>
                      <a:schemeClr val="bg1"/>
                    </a:solidFill>
                    <a:latin typeface="Tahoma" panose="020B0604030504040204" pitchFamily="34" charset="0"/>
                    <a:ea typeface="Tahoma" panose="020B0604030504040204" pitchFamily="34" charset="0"/>
                    <a:cs typeface="Tahoma" panose="020B0604030504040204" pitchFamily="34" charset="0"/>
                  </a:rPr>
                  <a:t>P</a:t>
                </a:r>
                <a:r>
                  <a:rPr lang="en-US" sz="4800" b="1">
                    <a:solidFill>
                      <a:schemeClr val="bg1"/>
                    </a:solidFill>
                    <a:latin typeface="Tahoma" panose="020B0604030504040204" pitchFamily="34" charset="0"/>
                    <a:ea typeface="Tahoma" panose="020B0604030504040204" pitchFamily="34" charset="0"/>
                    <a:cs typeface="Tahoma" panose="020B0604030504040204" pitchFamily="34" charset="0"/>
                  </a:rPr>
                  <a:t>  và mệnh đề </a:t>
                </a:r>
                <a14:m>
                  <m:oMath xmlns:m="http://schemas.openxmlformats.org/officeDocument/2006/math">
                    <m:bar>
                      <m:barPr>
                        <m:pos m:val="top"/>
                        <m:ctrlPr>
                          <a:rPr lang="en-US" sz="4800" b="1" i="1">
                            <a:solidFill>
                              <a:schemeClr val="bg1"/>
                            </a:solidFill>
                            <a:latin typeface="Cambria Math" panose="02040503050406030204" pitchFamily="18" charset="0"/>
                          </a:rPr>
                        </m:ctrlPr>
                      </m:barPr>
                      <m:e>
                        <m:r>
                          <a:rPr lang="en-US" sz="4800" b="1" i="1">
                            <a:solidFill>
                              <a:schemeClr val="bg1"/>
                            </a:solidFill>
                            <a:latin typeface="Cambria Math" panose="02040503050406030204" pitchFamily="18" charset="0"/>
                          </a:rPr>
                          <m:t>𝑷</m:t>
                        </m:r>
                      </m:e>
                    </m:bar>
                  </m:oMath>
                </a14:m>
                <a:r>
                  <a:rPr lang="en-US" sz="4800" b="1">
                    <a:solidFill>
                      <a:schemeClr val="bg1"/>
                    </a:solidFill>
                    <a:latin typeface="Tahoma" panose="020B0604030504040204" pitchFamily="34" charset="0"/>
                    <a:ea typeface="Tahoma" panose="020B0604030504040204" pitchFamily="34" charset="0"/>
                    <a:cs typeface="Tahoma" panose="020B0604030504040204" pitchFamily="34" charset="0"/>
                  </a:rPr>
                  <a:t> là hai phát biểu trái ngược nhau. </a:t>
                </a:r>
              </a:p>
              <a:p>
                <a:pPr marL="685800" indent="-685800">
                  <a:buFont typeface="Wingdings" panose="05000000000000000000" pitchFamily="2" charset="2"/>
                  <a:buChar char="Ø"/>
                </a:pPr>
                <a:r>
                  <a:rPr lang="en-US" sz="4800" b="1">
                    <a:solidFill>
                      <a:schemeClr val="bg1"/>
                    </a:solidFill>
                    <a:latin typeface="Tahoma" panose="020B0604030504040204" pitchFamily="34" charset="0"/>
                    <a:ea typeface="Tahoma" panose="020B0604030504040204" pitchFamily="34" charset="0"/>
                    <a:cs typeface="Tahoma" panose="020B0604030504040204" pitchFamily="34" charset="0"/>
                  </a:rPr>
                  <a:t>Nếu </a:t>
                </a:r>
                <a:r>
                  <a:rPr lang="en-US" sz="4800" b="1" i="1">
                    <a:solidFill>
                      <a:schemeClr val="bg1"/>
                    </a:solidFill>
                    <a:latin typeface="Tahoma" panose="020B0604030504040204" pitchFamily="34" charset="0"/>
                    <a:ea typeface="Tahoma" panose="020B0604030504040204" pitchFamily="34" charset="0"/>
                    <a:cs typeface="Tahoma" panose="020B0604030504040204" pitchFamily="34" charset="0"/>
                  </a:rPr>
                  <a:t>P</a:t>
                </a:r>
                <a:r>
                  <a:rPr lang="en-US" sz="4800" b="1">
                    <a:solidFill>
                      <a:schemeClr val="bg1"/>
                    </a:solidFill>
                    <a:latin typeface="Tahoma" panose="020B0604030504040204" pitchFamily="34" charset="0"/>
                    <a:ea typeface="Tahoma" panose="020B0604030504040204" pitchFamily="34" charset="0"/>
                    <a:cs typeface="Tahoma" panose="020B0604030504040204" pitchFamily="34" charset="0"/>
                  </a:rPr>
                  <a:t>  đúng thì </a:t>
                </a:r>
                <a14:m>
                  <m:oMath xmlns:m="http://schemas.openxmlformats.org/officeDocument/2006/math">
                    <m:bar>
                      <m:barPr>
                        <m:pos m:val="top"/>
                        <m:ctrlPr>
                          <a:rPr lang="en-US" sz="4800" b="1" i="1">
                            <a:solidFill>
                              <a:schemeClr val="bg1"/>
                            </a:solidFill>
                            <a:latin typeface="Cambria Math" panose="02040503050406030204" pitchFamily="18" charset="0"/>
                          </a:rPr>
                        </m:ctrlPr>
                      </m:barPr>
                      <m:e>
                        <m:r>
                          <a:rPr lang="en-US" sz="4800" b="1" i="1">
                            <a:solidFill>
                              <a:schemeClr val="bg1"/>
                            </a:solidFill>
                            <a:latin typeface="Cambria Math" panose="02040503050406030204" pitchFamily="18" charset="0"/>
                          </a:rPr>
                          <m:t>𝑷</m:t>
                        </m:r>
                      </m:e>
                    </m:bar>
                  </m:oMath>
                </a14:m>
                <a:r>
                  <a:rPr lang="en-US" sz="4800" b="1">
                    <a:solidFill>
                      <a:schemeClr val="bg1"/>
                    </a:solidFill>
                    <a:latin typeface="Tahoma" panose="020B0604030504040204" pitchFamily="34" charset="0"/>
                    <a:ea typeface="Tahoma" panose="020B0604030504040204" pitchFamily="34" charset="0"/>
                    <a:cs typeface="Tahoma" panose="020B0604030504040204" pitchFamily="34" charset="0"/>
                  </a:rPr>
                  <a:t>  sai, còn nếu </a:t>
                </a:r>
                <a:r>
                  <a:rPr lang="en-US" sz="4800" b="1" i="1">
                    <a:solidFill>
                      <a:schemeClr val="bg1"/>
                    </a:solidFill>
                    <a:latin typeface="Tahoma" panose="020B0604030504040204" pitchFamily="34" charset="0"/>
                    <a:ea typeface="Tahoma" panose="020B0604030504040204" pitchFamily="34" charset="0"/>
                    <a:cs typeface="Tahoma" panose="020B0604030504040204" pitchFamily="34" charset="0"/>
                  </a:rPr>
                  <a:t>P</a:t>
                </a:r>
                <a:r>
                  <a:rPr lang="en-US" sz="4800" b="1">
                    <a:solidFill>
                      <a:schemeClr val="bg1"/>
                    </a:solidFill>
                    <a:latin typeface="Tahoma" panose="020B0604030504040204" pitchFamily="34" charset="0"/>
                    <a:ea typeface="Tahoma" panose="020B0604030504040204" pitchFamily="34" charset="0"/>
                    <a:cs typeface="Tahoma" panose="020B0604030504040204" pitchFamily="34" charset="0"/>
                  </a:rPr>
                  <a:t>  sai thì </a:t>
                </a:r>
                <a14:m>
                  <m:oMath xmlns:m="http://schemas.openxmlformats.org/officeDocument/2006/math">
                    <m:bar>
                      <m:barPr>
                        <m:pos m:val="top"/>
                        <m:ctrlPr>
                          <a:rPr lang="en-US" sz="4800" b="1" i="1">
                            <a:solidFill>
                              <a:schemeClr val="bg1"/>
                            </a:solidFill>
                            <a:latin typeface="Cambria Math" panose="02040503050406030204" pitchFamily="18" charset="0"/>
                          </a:rPr>
                        </m:ctrlPr>
                      </m:barPr>
                      <m:e>
                        <m:r>
                          <a:rPr lang="en-US" sz="4800" b="1" i="1">
                            <a:solidFill>
                              <a:schemeClr val="bg1"/>
                            </a:solidFill>
                            <a:latin typeface="Cambria Math" panose="02040503050406030204" pitchFamily="18" charset="0"/>
                          </a:rPr>
                          <m:t>𝑷</m:t>
                        </m:r>
                      </m:e>
                    </m:bar>
                  </m:oMath>
                </a14:m>
                <a:r>
                  <a:rPr lang="en-US" sz="4800" b="1">
                    <a:solidFill>
                      <a:schemeClr val="bg1"/>
                    </a:solidFill>
                    <a:latin typeface="Tahoma" panose="020B0604030504040204" pitchFamily="34" charset="0"/>
                    <a:ea typeface="Tahoma" panose="020B0604030504040204" pitchFamily="34" charset="0"/>
                    <a:cs typeface="Tahoma" panose="020B0604030504040204" pitchFamily="34" charset="0"/>
                  </a:rPr>
                  <a:t> đúng.</a:t>
                </a:r>
              </a:p>
            </p:txBody>
          </p:sp>
        </mc:Choice>
        <mc:Fallback xmlns="">
          <p:sp>
            <p:nvSpPr>
              <p:cNvPr id="86" name="Rectangle 85">
                <a:extLst>
                  <a:ext uri="{FF2B5EF4-FFF2-40B4-BE49-F238E27FC236}">
                    <a16:creationId xmlns:a16="http://schemas.microsoft.com/office/drawing/2014/main" id="{AC37888B-97E9-42E3-82BD-29595758137A}"/>
                  </a:ext>
                </a:extLst>
              </p:cNvPr>
              <p:cNvSpPr>
                <a:spLocks noRot="1" noChangeAspect="1" noMove="1" noResize="1" noEditPoints="1" noAdjustHandles="1" noChangeArrowheads="1" noChangeShapeType="1" noTextEdit="1"/>
              </p:cNvSpPr>
              <p:nvPr/>
            </p:nvSpPr>
            <p:spPr>
              <a:xfrm>
                <a:off x="1389156" y="8001000"/>
                <a:ext cx="21394644" cy="1733808"/>
              </a:xfrm>
              <a:prstGeom prst="rect">
                <a:avLst/>
              </a:prstGeom>
              <a:blipFill>
                <a:blip r:embed="rId5"/>
                <a:stretch>
                  <a:fillRect l="-1168" t="-3873" b="-16901"/>
                </a:stretch>
              </a:blipFill>
            </p:spPr>
            <p:txBody>
              <a:bodyPr/>
              <a:lstStyle/>
              <a:p>
                <a:r>
                  <a:rPr lang="en-US">
                    <a:noFill/>
                  </a:rPr>
                  <a:t> </a:t>
                </a:r>
              </a:p>
            </p:txBody>
          </p:sp>
        </mc:Fallback>
      </mc:AlternateContent>
      <p:grpSp>
        <p:nvGrpSpPr>
          <p:cNvPr id="46" name="Group 45">
            <a:extLst>
              <a:ext uri="{FF2B5EF4-FFF2-40B4-BE49-F238E27FC236}">
                <a16:creationId xmlns:a16="http://schemas.microsoft.com/office/drawing/2014/main" id="{2D5F1879-E2C7-42CA-94F8-92FF592236D3}"/>
              </a:ext>
            </a:extLst>
          </p:cNvPr>
          <p:cNvGrpSpPr/>
          <p:nvPr/>
        </p:nvGrpSpPr>
        <p:grpSpPr>
          <a:xfrm>
            <a:off x="1055781" y="2501634"/>
            <a:ext cx="18592800" cy="830997"/>
            <a:chOff x="777875" y="1892299"/>
            <a:chExt cx="18592800" cy="830995"/>
          </a:xfrm>
        </p:grpSpPr>
        <p:sp>
          <p:nvSpPr>
            <p:cNvPr id="47" name="Rounded Rectangle 71">
              <a:extLst>
                <a:ext uri="{FF2B5EF4-FFF2-40B4-BE49-F238E27FC236}">
                  <a16:creationId xmlns:a16="http://schemas.microsoft.com/office/drawing/2014/main" id="{F0A35595-F802-4630-9930-199628F3A69D}"/>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0CE9F260-F6B5-4B60-B6CC-114DE5655D54}"/>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2.</a:t>
              </a:r>
            </a:p>
          </p:txBody>
        </p:sp>
        <p:sp>
          <p:nvSpPr>
            <p:cNvPr id="87" name="TextBox 86">
              <a:extLst>
                <a:ext uri="{FF2B5EF4-FFF2-40B4-BE49-F238E27FC236}">
                  <a16:creationId xmlns:a16="http://schemas.microsoft.com/office/drawing/2014/main" id="{73CC5716-B3FF-415B-9257-8D082F557E10}"/>
                </a:ext>
              </a:extLst>
            </p:cNvPr>
            <p:cNvSpPr txBox="1"/>
            <p:nvPr/>
          </p:nvSpPr>
          <p:spPr>
            <a:xfrm>
              <a:off x="2087561" y="1892299"/>
              <a:ext cx="17283114" cy="830995"/>
            </a:xfrm>
            <a:prstGeom prst="rect">
              <a:avLst/>
            </a:prstGeom>
            <a:noFill/>
          </p:spPr>
          <p:txBody>
            <a:bodyPr wrap="square" rtlCol="0">
              <a:spAutoFit/>
            </a:bodyPr>
            <a:lstStyle/>
            <a:p>
              <a:r>
                <a:rPr lang="en-US" sz="4800" b="1">
                  <a:solidFill>
                    <a:srgbClr val="145F82"/>
                  </a:solidFill>
                  <a:latin typeface="Tahoma" pitchFamily="34" charset="0"/>
                  <a:ea typeface="Tahoma" pitchFamily="34" charset="0"/>
                  <a:cs typeface="Tahoma" pitchFamily="34" charset="0"/>
                </a:rPr>
                <a:t>MỆNH ĐỀ PHỦ ĐỊNH</a:t>
              </a:r>
              <a:endParaRPr lang="en-US" sz="4800" b="1" dirty="0">
                <a:solidFill>
                  <a:srgbClr val="145F82"/>
                </a:solidFill>
                <a:latin typeface="Tahoma" pitchFamily="34" charset="0"/>
                <a:ea typeface="Tahoma" pitchFamily="34" charset="0"/>
                <a:cs typeface="Tahoma" pitchFamily="34" charset="0"/>
              </a:endParaRPr>
            </a:p>
          </p:txBody>
        </p:sp>
      </p:grpSp>
      <mc:AlternateContent xmlns:mc="http://schemas.openxmlformats.org/markup-compatibility/2006" xmlns:a14="http://schemas.microsoft.com/office/drawing/2010/main">
        <mc:Choice Requires="a14">
          <p:sp>
            <p:nvSpPr>
              <p:cNvPr id="16" name="Rectangle: Rounded Corners 15">
                <a:extLst>
                  <a:ext uri="{FF2B5EF4-FFF2-40B4-BE49-F238E27FC236}">
                    <a16:creationId xmlns:a16="http://schemas.microsoft.com/office/drawing/2014/main" id="{8DB87BCF-54C3-49BD-A7B6-DC7C85AF1F16}"/>
                  </a:ext>
                </a:extLst>
              </p:cNvPr>
              <p:cNvSpPr/>
              <p:nvPr/>
            </p:nvSpPr>
            <p:spPr>
              <a:xfrm>
                <a:off x="1293253" y="7690210"/>
                <a:ext cx="21013644" cy="1947250"/>
              </a:xfrm>
              <a:prstGeom prst="roundRect">
                <a:avLst/>
              </a:prstGeom>
              <a:solidFill>
                <a:schemeClr val="accent4">
                  <a:lumMod val="20000"/>
                  <a:lumOff val="80000"/>
                </a:schemeClr>
              </a:solidFill>
            </p:spPr>
            <p:style>
              <a:lnRef idx="1">
                <a:schemeClr val="accent2"/>
              </a:lnRef>
              <a:fillRef idx="3">
                <a:schemeClr val="accent2"/>
              </a:fillRef>
              <a:effectRef idx="2">
                <a:schemeClr val="accent2"/>
              </a:effectRef>
              <a:fontRef idx="minor">
                <a:schemeClr val="lt1"/>
              </a:fontRef>
            </p:style>
            <p:txBody>
              <a:bodyPr rtlCol="0" anchor="ctr"/>
              <a:lstStyle/>
              <a:p>
                <a:pPr marL="685800" indent="-685800">
                  <a:buFont typeface="Wingdings" panose="05000000000000000000" pitchFamily="2" charset="2"/>
                  <a:buChar char="Ø"/>
                </a:pP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Mệnh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đề</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i="1" dirty="0">
                    <a:solidFill>
                      <a:srgbClr val="FF0000"/>
                    </a:solidFill>
                    <a:latin typeface="Tahoma" panose="020B0604030504040204" pitchFamily="34" charset="0"/>
                    <a:ea typeface="Tahoma" panose="020B0604030504040204" pitchFamily="34" charset="0"/>
                    <a:cs typeface="Tahoma" panose="020B0604030504040204" pitchFamily="34" charset="0"/>
                  </a:rPr>
                  <a:t>P</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và</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mệnh</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đề</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bar>
                      <m:barPr>
                        <m:pos m:val="top"/>
                        <m:ctrlPr>
                          <a:rPr lang="en-US" sz="4800" b="1" i="1">
                            <a:solidFill>
                              <a:srgbClr val="FF0000"/>
                            </a:solidFill>
                            <a:latin typeface="Cambria Math" panose="02040503050406030204" pitchFamily="18" charset="0"/>
                          </a:rPr>
                        </m:ctrlPr>
                      </m:barPr>
                      <m:e>
                        <m:r>
                          <a:rPr lang="en-US" sz="4800" b="1" i="1">
                            <a:solidFill>
                              <a:srgbClr val="FF0000"/>
                            </a:solidFill>
                            <a:latin typeface="Cambria Math" panose="02040503050406030204" pitchFamily="18" charset="0"/>
                          </a:rPr>
                          <m:t>𝑷</m:t>
                        </m:r>
                      </m:e>
                    </m:bar>
                  </m:oMath>
                </a14:m>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là</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hai</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phát</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biểu</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trái</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ngược</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nhau</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p>
              <a:p>
                <a:pPr marL="685800" indent="-685800">
                  <a:buFont typeface="Wingdings" panose="05000000000000000000" pitchFamily="2" charset="2"/>
                  <a:buChar char="Ø"/>
                </a:pP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Nếu</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i="1" dirty="0">
                    <a:solidFill>
                      <a:srgbClr val="FF0000"/>
                    </a:solidFill>
                    <a:latin typeface="Tahoma" panose="020B0604030504040204" pitchFamily="34" charset="0"/>
                    <a:ea typeface="Tahoma" panose="020B0604030504040204" pitchFamily="34" charset="0"/>
                    <a:cs typeface="Tahoma" panose="020B0604030504040204" pitchFamily="34" charset="0"/>
                  </a:rPr>
                  <a:t>P</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đúng</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thì</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bar>
                      <m:barPr>
                        <m:pos m:val="top"/>
                        <m:ctrlPr>
                          <a:rPr lang="en-US" sz="4800" b="1" i="1">
                            <a:solidFill>
                              <a:srgbClr val="FF0000"/>
                            </a:solidFill>
                            <a:latin typeface="Cambria Math" panose="02040503050406030204" pitchFamily="18" charset="0"/>
                          </a:rPr>
                        </m:ctrlPr>
                      </m:barPr>
                      <m:e>
                        <m:r>
                          <a:rPr lang="en-US" sz="4800" b="1" i="1">
                            <a:solidFill>
                              <a:srgbClr val="FF0000"/>
                            </a:solidFill>
                            <a:latin typeface="Cambria Math" panose="02040503050406030204" pitchFamily="18" charset="0"/>
                          </a:rPr>
                          <m:t>𝑷</m:t>
                        </m:r>
                      </m:e>
                    </m:bar>
                  </m:oMath>
                </a14:m>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sai</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còn</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nếu</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i="1" dirty="0">
                    <a:solidFill>
                      <a:srgbClr val="FF0000"/>
                    </a:solidFill>
                    <a:latin typeface="Tahoma" panose="020B0604030504040204" pitchFamily="34" charset="0"/>
                    <a:ea typeface="Tahoma" panose="020B0604030504040204" pitchFamily="34" charset="0"/>
                    <a:cs typeface="Tahoma" panose="020B0604030504040204" pitchFamily="34" charset="0"/>
                  </a:rPr>
                  <a:t>P</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sai</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thì</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bar>
                      <m:barPr>
                        <m:pos m:val="top"/>
                        <m:ctrlPr>
                          <a:rPr lang="en-US" sz="4800" b="1" i="1">
                            <a:solidFill>
                              <a:srgbClr val="FF0000"/>
                            </a:solidFill>
                            <a:latin typeface="Cambria Math" panose="02040503050406030204" pitchFamily="18" charset="0"/>
                          </a:rPr>
                        </m:ctrlPr>
                      </m:barPr>
                      <m:e>
                        <m:r>
                          <a:rPr lang="en-US" sz="4800" b="1" i="1">
                            <a:solidFill>
                              <a:srgbClr val="FF0000"/>
                            </a:solidFill>
                            <a:latin typeface="Cambria Math" panose="02040503050406030204" pitchFamily="18" charset="0"/>
                          </a:rPr>
                          <m:t>𝑷</m:t>
                        </m:r>
                      </m:e>
                    </m:bar>
                  </m:oMath>
                </a14:m>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đúng</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6" name="Rectangle: Rounded Corners 15">
                <a:extLst>
                  <a:ext uri="{FF2B5EF4-FFF2-40B4-BE49-F238E27FC236}">
                    <a16:creationId xmlns:a16="http://schemas.microsoft.com/office/drawing/2014/main" id="{8DB87BCF-54C3-49BD-A7B6-DC7C85AF1F16}"/>
                  </a:ext>
                </a:extLst>
              </p:cNvPr>
              <p:cNvSpPr>
                <a:spLocks noRot="1" noChangeAspect="1" noMove="1" noResize="1" noEditPoints="1" noAdjustHandles="1" noChangeArrowheads="1" noChangeShapeType="1" noTextEdit="1"/>
              </p:cNvSpPr>
              <p:nvPr/>
            </p:nvSpPr>
            <p:spPr>
              <a:xfrm>
                <a:off x="1293253" y="7690210"/>
                <a:ext cx="21013644" cy="1947250"/>
              </a:xfrm>
              <a:prstGeom prst="roundRect">
                <a:avLst/>
              </a:prstGeom>
              <a:blipFill>
                <a:blip r:embed="rId6"/>
                <a:stretch>
                  <a:fillRect l="-725" b="-9688"/>
                </a:stretch>
              </a:blipFill>
            </p:spPr>
            <p:txBody>
              <a:bodyPr/>
              <a:lstStyle/>
              <a:p>
                <a:r>
                  <a:rPr lang="en-US">
                    <a:noFill/>
                  </a:rPr>
                  <a:t> </a:t>
                </a:r>
              </a:p>
            </p:txBody>
          </p:sp>
        </mc:Fallback>
      </mc:AlternateContent>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8774286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inVertical)">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wipe(left)">
                                      <p:cBhvr>
                                        <p:cTn id="12" dur="500"/>
                                        <p:tgtEl>
                                          <p:spTgt spid="49"/>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79"/>
                                        </p:tgtEl>
                                        <p:attrNameLst>
                                          <p:attrName>style.visibility</p:attrName>
                                        </p:attrNameLst>
                                      </p:cBhvr>
                                      <p:to>
                                        <p:strVal val="visible"/>
                                      </p:to>
                                    </p:set>
                                    <p:animEffect transition="in" filter="wipe(left)">
                                      <p:cBhvr>
                                        <p:cTn id="16" dur="500"/>
                                        <p:tgtEl>
                                          <p:spTgt spid="7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6"/>
                                        </p:tgtEl>
                                        <p:attrNameLst>
                                          <p:attrName>style.visibility</p:attrName>
                                        </p:attrNameLst>
                                      </p:cBhvr>
                                      <p:to>
                                        <p:strVal val="visible"/>
                                      </p:to>
                                    </p:set>
                                    <p:animEffect transition="in" filter="wipe(left)">
                                      <p:cBhvr>
                                        <p:cTn id="21" dur="500"/>
                                        <p:tgtEl>
                                          <p:spTgt spid="86"/>
                                        </p:tgtEl>
                                      </p:cBhvr>
                                    </p:animEffect>
                                  </p:childTnLst>
                                </p:cTn>
                              </p:par>
                            </p:childTnLst>
                          </p:cTn>
                        </p:par>
                        <p:par>
                          <p:cTn id="22" fill="hold">
                            <p:stCondLst>
                              <p:cond delay="500"/>
                            </p:stCondLst>
                            <p:childTnLst>
                              <p:par>
                                <p:cTn id="23" presetID="1" presetClass="entr" presetSubtype="0" fill="hold" grpId="0" nodeType="after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79" grpId="0"/>
      <p:bldP spid="86" grpId="0"/>
      <p:bldP spid="1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7" name="TextBox 26">
            <a:extLst>
              <a:ext uri="{FF2B5EF4-FFF2-40B4-BE49-F238E27FC236}">
                <a16:creationId xmlns:a16="http://schemas.microsoft.com/office/drawing/2014/main" id="{3A653732-9210-4228-AD0D-1B9B77B02426}"/>
              </a:ext>
            </a:extLst>
          </p:cNvPr>
          <p:cNvSpPr txBox="1"/>
          <p:nvPr/>
        </p:nvSpPr>
        <p:spPr>
          <a:xfrm>
            <a:off x="1839065" y="6012343"/>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49" name="Rounded Rectangle 61">
            <a:extLst>
              <a:ext uri="{FF2B5EF4-FFF2-40B4-BE49-F238E27FC236}">
                <a16:creationId xmlns:a16="http://schemas.microsoft.com/office/drawing/2014/main" id="{8C4F66B5-9F53-45FC-B951-E4D1E076FC2C}"/>
              </a:ext>
            </a:extLst>
          </p:cNvPr>
          <p:cNvSpPr/>
          <p:nvPr/>
        </p:nvSpPr>
        <p:spPr>
          <a:xfrm>
            <a:off x="1055781" y="4098538"/>
            <a:ext cx="22476246" cy="3199268"/>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50" name="Group 67">
            <a:extLst>
              <a:ext uri="{FF2B5EF4-FFF2-40B4-BE49-F238E27FC236}">
                <a16:creationId xmlns:a16="http://schemas.microsoft.com/office/drawing/2014/main" id="{BAE863BA-DDC7-40A3-BD63-B632301C2DDF}"/>
              </a:ext>
            </a:extLst>
          </p:cNvPr>
          <p:cNvGrpSpPr/>
          <p:nvPr/>
        </p:nvGrpSpPr>
        <p:grpSpPr>
          <a:xfrm>
            <a:off x="1526208" y="3733800"/>
            <a:ext cx="3579192" cy="940513"/>
            <a:chOff x="1311958" y="3405486"/>
            <a:chExt cx="3579192" cy="940513"/>
          </a:xfrm>
        </p:grpSpPr>
        <p:sp>
          <p:nvSpPr>
            <p:cNvPr id="51" name="Freeform 20">
              <a:extLst>
                <a:ext uri="{FF2B5EF4-FFF2-40B4-BE49-F238E27FC236}">
                  <a16:creationId xmlns:a16="http://schemas.microsoft.com/office/drawing/2014/main" id="{15D07D9B-5448-498A-B68D-C65FD69E3A6E}"/>
                </a:ext>
              </a:extLst>
            </p:cNvPr>
            <p:cNvSpPr>
              <a:spLocks/>
            </p:cNvSpPr>
            <p:nvPr/>
          </p:nvSpPr>
          <p:spPr bwMode="auto">
            <a:xfrm rot="5400000">
              <a:off x="3085216" y="2507252"/>
              <a:ext cx="793396" cy="2818473"/>
            </a:xfrm>
            <a:prstGeom prst="round2SameRect">
              <a:avLst/>
            </a:prstGeom>
            <a:solidFill>
              <a:srgbClr val="70AD47">
                <a:lumMod val="75000"/>
              </a:srgbClr>
            </a:solidFill>
            <a:ln w="57150">
              <a:solidFill>
                <a:srgbClr val="70AD47">
                  <a:lumMod val="75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2" name="TextBox 51">
              <a:extLst>
                <a:ext uri="{FF2B5EF4-FFF2-40B4-BE49-F238E27FC236}">
                  <a16:creationId xmlns:a16="http://schemas.microsoft.com/office/drawing/2014/main" id="{38ADCDEF-9ADE-4990-911D-DB4A647079A9}"/>
                </a:ext>
              </a:extLst>
            </p:cNvPr>
            <p:cNvSpPr txBox="1"/>
            <p:nvPr/>
          </p:nvSpPr>
          <p:spPr>
            <a:xfrm>
              <a:off x="2316645" y="3484582"/>
              <a:ext cx="2231701" cy="8002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0" cap="none" spc="0" normalizeH="0" baseline="0" noProof="0" dirty="0" err="1">
                  <a:ln>
                    <a:noFill/>
                  </a:ln>
                  <a:solidFill>
                    <a:prstClr val="white"/>
                  </a:solidFill>
                  <a:effectLst/>
                  <a:uLnTx/>
                  <a:uFillTx/>
                  <a:latin typeface="Tahoma" pitchFamily="34" charset="0"/>
                  <a:ea typeface="Tahoma" pitchFamily="34" charset="0"/>
                  <a:cs typeface="Tahoma" pitchFamily="34" charset="0"/>
                </a:rPr>
                <a:t>Ví</a:t>
              </a:r>
              <a:r>
                <a:rPr kumimoji="0" lang="en-US" sz="4600" b="1" i="0" u="none" strike="noStrike" kern="0" cap="none" spc="0" normalizeH="0" baseline="0" noProof="0" dirty="0">
                  <a:ln>
                    <a:noFill/>
                  </a:ln>
                  <a:solidFill>
                    <a:prstClr val="white"/>
                  </a:solidFill>
                  <a:effectLst/>
                  <a:uLnTx/>
                  <a:uFillTx/>
                  <a:latin typeface="Tahoma" pitchFamily="34" charset="0"/>
                  <a:ea typeface="Tahoma" pitchFamily="34" charset="0"/>
                  <a:cs typeface="Tahoma" pitchFamily="34" charset="0"/>
                </a:rPr>
                <a:t> </a:t>
              </a:r>
              <a:r>
                <a:rPr kumimoji="0" lang="en-US" sz="4600" b="1" i="0" u="none" strike="noStrike" kern="0" cap="none" spc="0" normalizeH="0" baseline="0" noProof="0" err="1">
                  <a:ln>
                    <a:noFill/>
                  </a:ln>
                  <a:solidFill>
                    <a:prstClr val="white"/>
                  </a:solidFill>
                  <a:effectLst/>
                  <a:uLnTx/>
                  <a:uFillTx/>
                  <a:latin typeface="Tahoma" pitchFamily="34" charset="0"/>
                  <a:ea typeface="Tahoma" pitchFamily="34" charset="0"/>
                  <a:cs typeface="Tahoma" pitchFamily="34" charset="0"/>
                </a:rPr>
                <a:t>dụ</a:t>
              </a:r>
              <a:r>
                <a:rPr kumimoji="0" lang="en-US" sz="4600" b="1" i="0" u="none" strike="noStrike" kern="0" cap="none" spc="0" normalizeH="0" baseline="0" noProof="0">
                  <a:ln>
                    <a:noFill/>
                  </a:ln>
                  <a:solidFill>
                    <a:prstClr val="white"/>
                  </a:solidFill>
                  <a:effectLst/>
                  <a:uLnTx/>
                  <a:uFillTx/>
                  <a:latin typeface="Tahoma" pitchFamily="34" charset="0"/>
                  <a:ea typeface="Tahoma" pitchFamily="34" charset="0"/>
                  <a:cs typeface="Tahoma" pitchFamily="34" charset="0"/>
                </a:rPr>
                <a:t> 2</a:t>
              </a:r>
              <a:endParaRPr kumimoji="0" lang="en-US" sz="4600" b="1" i="0" u="none" strike="noStrike" kern="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p:grpSp>
          <p:nvGrpSpPr>
            <p:cNvPr id="53" name="Group 70">
              <a:extLst>
                <a:ext uri="{FF2B5EF4-FFF2-40B4-BE49-F238E27FC236}">
                  <a16:creationId xmlns:a16="http://schemas.microsoft.com/office/drawing/2014/main" id="{9DB54C55-6C13-4C06-B677-EB45AED0EF74}"/>
                </a:ext>
              </a:extLst>
            </p:cNvPr>
            <p:cNvGrpSpPr/>
            <p:nvPr/>
          </p:nvGrpSpPr>
          <p:grpSpPr>
            <a:xfrm>
              <a:off x="1311958" y="3405486"/>
              <a:ext cx="950173" cy="940513"/>
              <a:chOff x="1311958" y="3405486"/>
              <a:chExt cx="950173" cy="940513"/>
            </a:xfrm>
          </p:grpSpPr>
          <p:sp>
            <p:nvSpPr>
              <p:cNvPr id="54" name="Rectangle 53">
                <a:extLst>
                  <a:ext uri="{FF2B5EF4-FFF2-40B4-BE49-F238E27FC236}">
                    <a16:creationId xmlns:a16="http://schemas.microsoft.com/office/drawing/2014/main" id="{F43D8799-9111-4045-A7B0-7DF40BFE6CB2}"/>
                  </a:ext>
                </a:extLst>
              </p:cNvPr>
              <p:cNvSpPr/>
              <p:nvPr/>
            </p:nvSpPr>
            <p:spPr>
              <a:xfrm>
                <a:off x="1406975" y="3672018"/>
                <a:ext cx="596676" cy="54031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5" name="Freeform 13">
                <a:extLst>
                  <a:ext uri="{FF2B5EF4-FFF2-40B4-BE49-F238E27FC236}">
                    <a16:creationId xmlns:a16="http://schemas.microsoft.com/office/drawing/2014/main" id="{0964B461-7639-42FF-9628-5AEBCC705C50}"/>
                  </a:ext>
                </a:extLst>
              </p:cNvPr>
              <p:cNvSpPr>
                <a:spLocks noEditPoints="1"/>
              </p:cNvSpPr>
              <p:nvPr/>
            </p:nvSpPr>
            <p:spPr bwMode="auto">
              <a:xfrm>
                <a:off x="1311958" y="3581027"/>
                <a:ext cx="190035" cy="268948"/>
              </a:xfrm>
              <a:custGeom>
                <a:avLst/>
                <a:gdLst>
                  <a:gd name="T0" fmla="*/ 34 w 50"/>
                  <a:gd name="T1" fmla="*/ 16 h 71"/>
                  <a:gd name="T2" fmla="*/ 34 w 50"/>
                  <a:gd name="T3" fmla="*/ 55 h 71"/>
                  <a:gd name="T4" fmla="*/ 16 w 50"/>
                  <a:gd name="T5" fmla="*/ 55 h 71"/>
                  <a:gd name="T6" fmla="*/ 16 w 50"/>
                  <a:gd name="T7" fmla="*/ 16 h 71"/>
                  <a:gd name="T8" fmla="*/ 34 w 50"/>
                  <a:gd name="T9" fmla="*/ 16 h 71"/>
                  <a:gd name="T10" fmla="*/ 34 w 50"/>
                  <a:gd name="T11" fmla="*/ 0 h 71"/>
                  <a:gd name="T12" fmla="*/ 16 w 50"/>
                  <a:gd name="T13" fmla="*/ 0 h 71"/>
                  <a:gd name="T14" fmla="*/ 0 w 50"/>
                  <a:gd name="T15" fmla="*/ 16 h 71"/>
                  <a:gd name="T16" fmla="*/ 0 w 50"/>
                  <a:gd name="T17" fmla="*/ 55 h 71"/>
                  <a:gd name="T18" fmla="*/ 16 w 50"/>
                  <a:gd name="T19" fmla="*/ 71 h 71"/>
                  <a:gd name="T20" fmla="*/ 34 w 50"/>
                  <a:gd name="T21" fmla="*/ 71 h 71"/>
                  <a:gd name="T22" fmla="*/ 50 w 50"/>
                  <a:gd name="T23" fmla="*/ 55 h 71"/>
                  <a:gd name="T24" fmla="*/ 50 w 50"/>
                  <a:gd name="T25" fmla="*/ 16 h 71"/>
                  <a:gd name="T26" fmla="*/ 34 w 50"/>
                  <a:gd name="T2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1">
                    <a:moveTo>
                      <a:pt x="34" y="16"/>
                    </a:moveTo>
                    <a:cubicBezTo>
                      <a:pt x="34" y="55"/>
                      <a:pt x="34" y="55"/>
                      <a:pt x="34" y="55"/>
                    </a:cubicBezTo>
                    <a:cubicBezTo>
                      <a:pt x="16" y="55"/>
                      <a:pt x="16" y="55"/>
                      <a:pt x="16" y="55"/>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5"/>
                      <a:pt x="0" y="55"/>
                      <a:pt x="0" y="55"/>
                    </a:cubicBezTo>
                    <a:cubicBezTo>
                      <a:pt x="0" y="64"/>
                      <a:pt x="7" y="71"/>
                      <a:pt x="16" y="71"/>
                    </a:cubicBezTo>
                    <a:cubicBezTo>
                      <a:pt x="34" y="71"/>
                      <a:pt x="34" y="71"/>
                      <a:pt x="34" y="71"/>
                    </a:cubicBezTo>
                    <a:cubicBezTo>
                      <a:pt x="43" y="71"/>
                      <a:pt x="50" y="64"/>
                      <a:pt x="50" y="55"/>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6" name="Freeform 14">
                <a:extLst>
                  <a:ext uri="{FF2B5EF4-FFF2-40B4-BE49-F238E27FC236}">
                    <a16:creationId xmlns:a16="http://schemas.microsoft.com/office/drawing/2014/main" id="{2BD50541-A2D2-439A-9CFF-5A2D5CF0EAFB}"/>
                  </a:ext>
                </a:extLst>
              </p:cNvPr>
              <p:cNvSpPr>
                <a:spLocks noEditPoints="1"/>
              </p:cNvSpPr>
              <p:nvPr/>
            </p:nvSpPr>
            <p:spPr bwMode="auto">
              <a:xfrm>
                <a:off x="1311958" y="3581027"/>
                <a:ext cx="277000" cy="181983"/>
              </a:xfrm>
              <a:custGeom>
                <a:avLst/>
                <a:gdLst>
                  <a:gd name="T0" fmla="*/ 57 w 73"/>
                  <a:gd name="T1" fmla="*/ 16 h 48"/>
                  <a:gd name="T2" fmla="*/ 57 w 73"/>
                  <a:gd name="T3" fmla="*/ 32 h 48"/>
                  <a:gd name="T4" fmla="*/ 16 w 73"/>
                  <a:gd name="T5" fmla="*/ 32 h 48"/>
                  <a:gd name="T6" fmla="*/ 16 w 73"/>
                  <a:gd name="T7" fmla="*/ 16 h 48"/>
                  <a:gd name="T8" fmla="*/ 57 w 73"/>
                  <a:gd name="T9" fmla="*/ 16 h 48"/>
                  <a:gd name="T10" fmla="*/ 57 w 73"/>
                  <a:gd name="T11" fmla="*/ 0 h 48"/>
                  <a:gd name="T12" fmla="*/ 16 w 73"/>
                  <a:gd name="T13" fmla="*/ 0 h 48"/>
                  <a:gd name="T14" fmla="*/ 0 w 73"/>
                  <a:gd name="T15" fmla="*/ 16 h 48"/>
                  <a:gd name="T16" fmla="*/ 0 w 73"/>
                  <a:gd name="T17" fmla="*/ 32 h 48"/>
                  <a:gd name="T18" fmla="*/ 16 w 73"/>
                  <a:gd name="T19" fmla="*/ 48 h 48"/>
                  <a:gd name="T20" fmla="*/ 57 w 73"/>
                  <a:gd name="T21" fmla="*/ 48 h 48"/>
                  <a:gd name="T22" fmla="*/ 73 w 73"/>
                  <a:gd name="T23" fmla="*/ 32 h 48"/>
                  <a:gd name="T24" fmla="*/ 73 w 73"/>
                  <a:gd name="T25" fmla="*/ 16 h 48"/>
                  <a:gd name="T26" fmla="*/ 57 w 73"/>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8">
                    <a:moveTo>
                      <a:pt x="57" y="16"/>
                    </a:moveTo>
                    <a:cubicBezTo>
                      <a:pt x="57" y="32"/>
                      <a:pt x="57" y="32"/>
                      <a:pt x="57" y="32"/>
                    </a:cubicBezTo>
                    <a:cubicBezTo>
                      <a:pt x="16" y="32"/>
                      <a:pt x="16" y="32"/>
                      <a:pt x="16" y="32"/>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2"/>
                      <a:pt x="0" y="32"/>
                      <a:pt x="0" y="32"/>
                    </a:cubicBezTo>
                    <a:cubicBezTo>
                      <a:pt x="0" y="41"/>
                      <a:pt x="7" y="48"/>
                      <a:pt x="16" y="48"/>
                    </a:cubicBezTo>
                    <a:cubicBezTo>
                      <a:pt x="57" y="48"/>
                      <a:pt x="57" y="48"/>
                      <a:pt x="57" y="48"/>
                    </a:cubicBezTo>
                    <a:cubicBezTo>
                      <a:pt x="66" y="48"/>
                      <a:pt x="73" y="41"/>
                      <a:pt x="73" y="32"/>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7" name="Freeform 15">
                <a:extLst>
                  <a:ext uri="{FF2B5EF4-FFF2-40B4-BE49-F238E27FC236}">
                    <a16:creationId xmlns:a16="http://schemas.microsoft.com/office/drawing/2014/main" id="{25BBDF65-0816-4435-86C9-CE992D59BA26}"/>
                  </a:ext>
                </a:extLst>
              </p:cNvPr>
              <p:cNvSpPr>
                <a:spLocks noEditPoints="1"/>
              </p:cNvSpPr>
              <p:nvPr/>
            </p:nvSpPr>
            <p:spPr bwMode="auto">
              <a:xfrm>
                <a:off x="1563190" y="3581027"/>
                <a:ext cx="285052" cy="181983"/>
              </a:xfrm>
              <a:custGeom>
                <a:avLst/>
                <a:gdLst>
                  <a:gd name="T0" fmla="*/ 58 w 75"/>
                  <a:gd name="T1" fmla="*/ 16 h 48"/>
                  <a:gd name="T2" fmla="*/ 43 w 75"/>
                  <a:gd name="T3" fmla="*/ 32 h 48"/>
                  <a:gd name="T4" fmla="*/ 16 w 75"/>
                  <a:gd name="T5" fmla="*/ 32 h 48"/>
                  <a:gd name="T6" fmla="*/ 16 w 75"/>
                  <a:gd name="T7" fmla="*/ 16 h 48"/>
                  <a:gd name="T8" fmla="*/ 58 w 75"/>
                  <a:gd name="T9" fmla="*/ 16 h 48"/>
                  <a:gd name="T10" fmla="*/ 58 w 75"/>
                  <a:gd name="T11" fmla="*/ 0 h 48"/>
                  <a:gd name="T12" fmla="*/ 16 w 75"/>
                  <a:gd name="T13" fmla="*/ 0 h 48"/>
                  <a:gd name="T14" fmla="*/ 0 w 75"/>
                  <a:gd name="T15" fmla="*/ 16 h 48"/>
                  <a:gd name="T16" fmla="*/ 0 w 75"/>
                  <a:gd name="T17" fmla="*/ 32 h 48"/>
                  <a:gd name="T18" fmla="*/ 16 w 75"/>
                  <a:gd name="T19" fmla="*/ 48 h 48"/>
                  <a:gd name="T20" fmla="*/ 43 w 75"/>
                  <a:gd name="T21" fmla="*/ 48 h 48"/>
                  <a:gd name="T22" fmla="*/ 55 w 75"/>
                  <a:gd name="T23" fmla="*/ 43 h 48"/>
                  <a:gd name="T24" fmla="*/ 70 w 75"/>
                  <a:gd name="T25" fmla="*/ 26 h 48"/>
                  <a:gd name="T26" fmla="*/ 73 w 75"/>
                  <a:gd name="T27" fmla="*/ 9 h 48"/>
                  <a:gd name="T28" fmla="*/ 58 w 75"/>
                  <a:gd name="T2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8">
                    <a:moveTo>
                      <a:pt x="58" y="16"/>
                    </a:moveTo>
                    <a:cubicBezTo>
                      <a:pt x="43" y="32"/>
                      <a:pt x="43" y="32"/>
                      <a:pt x="43" y="32"/>
                    </a:cubicBezTo>
                    <a:cubicBezTo>
                      <a:pt x="16" y="32"/>
                      <a:pt x="16" y="32"/>
                      <a:pt x="16" y="32"/>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2"/>
                      <a:pt x="0" y="32"/>
                      <a:pt x="0" y="32"/>
                    </a:cubicBezTo>
                    <a:cubicBezTo>
                      <a:pt x="0" y="41"/>
                      <a:pt x="8" y="48"/>
                      <a:pt x="16" y="48"/>
                    </a:cubicBezTo>
                    <a:cubicBezTo>
                      <a:pt x="43" y="48"/>
                      <a:pt x="43" y="48"/>
                      <a:pt x="43" y="48"/>
                    </a:cubicBezTo>
                    <a:cubicBezTo>
                      <a:pt x="48" y="48"/>
                      <a:pt x="52" y="46"/>
                      <a:pt x="55" y="43"/>
                    </a:cubicBezTo>
                    <a:cubicBezTo>
                      <a:pt x="70" y="26"/>
                      <a:pt x="70" y="26"/>
                      <a:pt x="70" y="26"/>
                    </a:cubicBezTo>
                    <a:cubicBezTo>
                      <a:pt x="74" y="22"/>
                      <a:pt x="75" y="15"/>
                      <a:pt x="73" y="9"/>
                    </a:cubicBezTo>
                    <a:cubicBezTo>
                      <a:pt x="70" y="3"/>
                      <a:pt x="64"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8" name="Freeform 16">
                <a:extLst>
                  <a:ext uri="{FF2B5EF4-FFF2-40B4-BE49-F238E27FC236}">
                    <a16:creationId xmlns:a16="http://schemas.microsoft.com/office/drawing/2014/main" id="{D17517C7-E177-434D-8C4D-A78AAA7627E4}"/>
                  </a:ext>
                </a:extLst>
              </p:cNvPr>
              <p:cNvSpPr>
                <a:spLocks noEditPoints="1"/>
              </p:cNvSpPr>
              <p:nvPr/>
            </p:nvSpPr>
            <p:spPr bwMode="auto">
              <a:xfrm>
                <a:off x="1563190" y="4151132"/>
                <a:ext cx="280221" cy="194867"/>
              </a:xfrm>
              <a:custGeom>
                <a:avLst/>
                <a:gdLst>
                  <a:gd name="T0" fmla="*/ 58 w 74"/>
                  <a:gd name="T1" fmla="*/ 16 h 51"/>
                  <a:gd name="T2" fmla="*/ 58 w 74"/>
                  <a:gd name="T3" fmla="*/ 35 h 51"/>
                  <a:gd name="T4" fmla="*/ 16 w 74"/>
                  <a:gd name="T5" fmla="*/ 35 h 51"/>
                  <a:gd name="T6" fmla="*/ 16 w 74"/>
                  <a:gd name="T7" fmla="*/ 16 h 51"/>
                  <a:gd name="T8" fmla="*/ 58 w 74"/>
                  <a:gd name="T9" fmla="*/ 16 h 51"/>
                  <a:gd name="T10" fmla="*/ 58 w 74"/>
                  <a:gd name="T11" fmla="*/ 0 h 51"/>
                  <a:gd name="T12" fmla="*/ 16 w 74"/>
                  <a:gd name="T13" fmla="*/ 0 h 51"/>
                  <a:gd name="T14" fmla="*/ 0 w 74"/>
                  <a:gd name="T15" fmla="*/ 16 h 51"/>
                  <a:gd name="T16" fmla="*/ 0 w 74"/>
                  <a:gd name="T17" fmla="*/ 35 h 51"/>
                  <a:gd name="T18" fmla="*/ 16 w 74"/>
                  <a:gd name="T19" fmla="*/ 51 h 51"/>
                  <a:gd name="T20" fmla="*/ 58 w 74"/>
                  <a:gd name="T21" fmla="*/ 51 h 51"/>
                  <a:gd name="T22" fmla="*/ 74 w 74"/>
                  <a:gd name="T23" fmla="*/ 35 h 51"/>
                  <a:gd name="T24" fmla="*/ 74 w 74"/>
                  <a:gd name="T25" fmla="*/ 16 h 51"/>
                  <a:gd name="T26" fmla="*/ 58 w 74"/>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1">
                    <a:moveTo>
                      <a:pt x="58" y="16"/>
                    </a:moveTo>
                    <a:cubicBezTo>
                      <a:pt x="58" y="35"/>
                      <a:pt x="58" y="35"/>
                      <a:pt x="58" y="35"/>
                    </a:cubicBezTo>
                    <a:cubicBezTo>
                      <a:pt x="16" y="35"/>
                      <a:pt x="16" y="35"/>
                      <a:pt x="16" y="35"/>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5"/>
                      <a:pt x="0" y="35"/>
                      <a:pt x="0" y="35"/>
                    </a:cubicBezTo>
                    <a:cubicBezTo>
                      <a:pt x="0" y="43"/>
                      <a:pt x="8" y="51"/>
                      <a:pt x="16" y="51"/>
                    </a:cubicBezTo>
                    <a:cubicBezTo>
                      <a:pt x="58" y="51"/>
                      <a:pt x="58" y="51"/>
                      <a:pt x="58" y="51"/>
                    </a:cubicBezTo>
                    <a:cubicBezTo>
                      <a:pt x="67" y="51"/>
                      <a:pt x="74" y="43"/>
                      <a:pt x="74" y="35"/>
                    </a:cubicBezTo>
                    <a:cubicBezTo>
                      <a:pt x="74" y="16"/>
                      <a:pt x="74" y="16"/>
                      <a:pt x="74" y="16"/>
                    </a:cubicBezTo>
                    <a:cubicBezTo>
                      <a:pt x="74" y="7"/>
                      <a:pt x="67"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9" name="Freeform 17">
                <a:extLst>
                  <a:ext uri="{FF2B5EF4-FFF2-40B4-BE49-F238E27FC236}">
                    <a16:creationId xmlns:a16="http://schemas.microsoft.com/office/drawing/2014/main" id="{9B01B60B-B2FF-4665-8ED7-490257C21EAE}"/>
                  </a:ext>
                </a:extLst>
              </p:cNvPr>
              <p:cNvSpPr>
                <a:spLocks noEditPoints="1"/>
              </p:cNvSpPr>
              <p:nvPr/>
            </p:nvSpPr>
            <p:spPr bwMode="auto">
              <a:xfrm>
                <a:off x="1311958" y="4064167"/>
                <a:ext cx="19003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0" name="Freeform 18">
                <a:extLst>
                  <a:ext uri="{FF2B5EF4-FFF2-40B4-BE49-F238E27FC236}">
                    <a16:creationId xmlns:a16="http://schemas.microsoft.com/office/drawing/2014/main" id="{19109C17-AF6D-4476-A672-55EC71EF9A0D}"/>
                  </a:ext>
                </a:extLst>
              </p:cNvPr>
              <p:cNvSpPr>
                <a:spLocks noEditPoints="1"/>
              </p:cNvSpPr>
              <p:nvPr/>
            </p:nvSpPr>
            <p:spPr bwMode="auto">
              <a:xfrm>
                <a:off x="1311958" y="4151132"/>
                <a:ext cx="27700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1" name="Freeform 19">
                <a:extLst>
                  <a:ext uri="{FF2B5EF4-FFF2-40B4-BE49-F238E27FC236}">
                    <a16:creationId xmlns:a16="http://schemas.microsoft.com/office/drawing/2014/main" id="{81AC942F-911A-4CB3-9629-21F5E1B5FBC6}"/>
                  </a:ext>
                </a:extLst>
              </p:cNvPr>
              <p:cNvSpPr>
                <a:spLocks noEditPoints="1"/>
              </p:cNvSpPr>
              <p:nvPr/>
            </p:nvSpPr>
            <p:spPr bwMode="auto">
              <a:xfrm>
                <a:off x="1311958" y="3820986"/>
                <a:ext cx="19003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2" name="Freeform 20">
                <a:extLst>
                  <a:ext uri="{FF2B5EF4-FFF2-40B4-BE49-F238E27FC236}">
                    <a16:creationId xmlns:a16="http://schemas.microsoft.com/office/drawing/2014/main" id="{D9F382EA-F4E2-4501-BC82-C78D2C810BC9}"/>
                  </a:ext>
                </a:extLst>
              </p:cNvPr>
              <p:cNvSpPr>
                <a:spLocks noEditPoints="1"/>
              </p:cNvSpPr>
              <p:nvPr/>
            </p:nvSpPr>
            <p:spPr bwMode="auto">
              <a:xfrm>
                <a:off x="1907830" y="4064167"/>
                <a:ext cx="19164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3" name="Freeform 21">
                <a:extLst>
                  <a:ext uri="{FF2B5EF4-FFF2-40B4-BE49-F238E27FC236}">
                    <a16:creationId xmlns:a16="http://schemas.microsoft.com/office/drawing/2014/main" id="{F1ECB0E6-4452-4C42-BAAB-DC3E74C35AE2}"/>
                  </a:ext>
                </a:extLst>
              </p:cNvPr>
              <p:cNvSpPr>
                <a:spLocks noEditPoints="1"/>
              </p:cNvSpPr>
              <p:nvPr/>
            </p:nvSpPr>
            <p:spPr bwMode="auto">
              <a:xfrm>
                <a:off x="1820865" y="4151132"/>
                <a:ext cx="27861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4" name="Freeform 22">
                <a:extLst>
                  <a:ext uri="{FF2B5EF4-FFF2-40B4-BE49-F238E27FC236}">
                    <a16:creationId xmlns:a16="http://schemas.microsoft.com/office/drawing/2014/main" id="{4BAED771-D18E-4AB8-90C4-545B70E84253}"/>
                  </a:ext>
                </a:extLst>
              </p:cNvPr>
              <p:cNvSpPr>
                <a:spLocks noEditPoints="1"/>
              </p:cNvSpPr>
              <p:nvPr/>
            </p:nvSpPr>
            <p:spPr bwMode="auto">
              <a:xfrm>
                <a:off x="1907830" y="3820986"/>
                <a:ext cx="19164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5" name="Freeform 23">
                <a:extLst>
                  <a:ext uri="{FF2B5EF4-FFF2-40B4-BE49-F238E27FC236}">
                    <a16:creationId xmlns:a16="http://schemas.microsoft.com/office/drawing/2014/main" id="{9015FA6A-8E42-44EB-BD0B-B4F3C8124FCA}"/>
                  </a:ext>
                </a:extLst>
              </p:cNvPr>
              <p:cNvSpPr>
                <a:spLocks noEditPoints="1"/>
              </p:cNvSpPr>
              <p:nvPr/>
            </p:nvSpPr>
            <p:spPr bwMode="auto">
              <a:xfrm>
                <a:off x="1661428" y="3405486"/>
                <a:ext cx="600703" cy="594262"/>
              </a:xfrm>
              <a:custGeom>
                <a:avLst/>
                <a:gdLst>
                  <a:gd name="T0" fmla="*/ 105 w 158"/>
                  <a:gd name="T1" fmla="*/ 16 h 156"/>
                  <a:gd name="T2" fmla="*/ 140 w 158"/>
                  <a:gd name="T3" fmla="*/ 56 h 156"/>
                  <a:gd name="T4" fmla="*/ 56 w 158"/>
                  <a:gd name="T5" fmla="*/ 140 h 156"/>
                  <a:gd name="T6" fmla="*/ 17 w 158"/>
                  <a:gd name="T7" fmla="*/ 99 h 156"/>
                  <a:gd name="T8" fmla="*/ 105 w 158"/>
                  <a:gd name="T9" fmla="*/ 16 h 156"/>
                  <a:gd name="T10" fmla="*/ 105 w 158"/>
                  <a:gd name="T11" fmla="*/ 0 h 156"/>
                  <a:gd name="T12" fmla="*/ 94 w 158"/>
                  <a:gd name="T13" fmla="*/ 5 h 156"/>
                  <a:gd name="T14" fmla="*/ 6 w 158"/>
                  <a:gd name="T15" fmla="*/ 87 h 156"/>
                  <a:gd name="T16" fmla="*/ 5 w 158"/>
                  <a:gd name="T17" fmla="*/ 109 h 156"/>
                  <a:gd name="T18" fmla="*/ 44 w 158"/>
                  <a:gd name="T19" fmla="*/ 151 h 156"/>
                  <a:gd name="T20" fmla="*/ 55 w 158"/>
                  <a:gd name="T21" fmla="*/ 156 h 156"/>
                  <a:gd name="T22" fmla="*/ 56 w 158"/>
                  <a:gd name="T23" fmla="*/ 156 h 156"/>
                  <a:gd name="T24" fmla="*/ 67 w 158"/>
                  <a:gd name="T25" fmla="*/ 152 h 156"/>
                  <a:gd name="T26" fmla="*/ 151 w 158"/>
                  <a:gd name="T27" fmla="*/ 67 h 156"/>
                  <a:gd name="T28" fmla="*/ 152 w 158"/>
                  <a:gd name="T29" fmla="*/ 45 h 156"/>
                  <a:gd name="T30" fmla="*/ 117 w 158"/>
                  <a:gd name="T31" fmla="*/ 6 h 156"/>
                  <a:gd name="T32" fmla="*/ 105 w 158"/>
                  <a:gd name="T33" fmla="*/ 0 h 156"/>
                  <a:gd name="T34" fmla="*/ 105 w 158"/>
                  <a:gd name="T3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 h="156">
                    <a:moveTo>
                      <a:pt x="105" y="16"/>
                    </a:moveTo>
                    <a:cubicBezTo>
                      <a:pt x="140" y="56"/>
                      <a:pt x="140" y="56"/>
                      <a:pt x="140" y="56"/>
                    </a:cubicBezTo>
                    <a:cubicBezTo>
                      <a:pt x="56" y="140"/>
                      <a:pt x="56" y="140"/>
                      <a:pt x="56" y="140"/>
                    </a:cubicBezTo>
                    <a:cubicBezTo>
                      <a:pt x="17" y="99"/>
                      <a:pt x="17" y="99"/>
                      <a:pt x="17" y="99"/>
                    </a:cubicBezTo>
                    <a:cubicBezTo>
                      <a:pt x="105" y="16"/>
                      <a:pt x="105" y="16"/>
                      <a:pt x="105" y="16"/>
                    </a:cubicBezTo>
                    <a:moveTo>
                      <a:pt x="105" y="0"/>
                    </a:moveTo>
                    <a:cubicBezTo>
                      <a:pt x="101" y="0"/>
                      <a:pt x="97" y="2"/>
                      <a:pt x="94" y="5"/>
                    </a:cubicBezTo>
                    <a:cubicBezTo>
                      <a:pt x="6" y="87"/>
                      <a:pt x="6" y="87"/>
                      <a:pt x="6" y="87"/>
                    </a:cubicBezTo>
                    <a:cubicBezTo>
                      <a:pt x="0" y="93"/>
                      <a:pt x="0" y="103"/>
                      <a:pt x="5" y="109"/>
                    </a:cubicBezTo>
                    <a:cubicBezTo>
                      <a:pt x="44" y="151"/>
                      <a:pt x="44" y="151"/>
                      <a:pt x="44" y="151"/>
                    </a:cubicBezTo>
                    <a:cubicBezTo>
                      <a:pt x="47" y="154"/>
                      <a:pt x="51" y="156"/>
                      <a:pt x="55" y="156"/>
                    </a:cubicBezTo>
                    <a:cubicBezTo>
                      <a:pt x="55" y="156"/>
                      <a:pt x="56" y="156"/>
                      <a:pt x="56" y="156"/>
                    </a:cubicBezTo>
                    <a:cubicBezTo>
                      <a:pt x="60" y="156"/>
                      <a:pt x="64" y="155"/>
                      <a:pt x="67" y="152"/>
                    </a:cubicBezTo>
                    <a:cubicBezTo>
                      <a:pt x="151" y="67"/>
                      <a:pt x="151" y="67"/>
                      <a:pt x="151" y="67"/>
                    </a:cubicBezTo>
                    <a:cubicBezTo>
                      <a:pt x="157" y="61"/>
                      <a:pt x="158" y="52"/>
                      <a:pt x="152" y="45"/>
                    </a:cubicBezTo>
                    <a:cubicBezTo>
                      <a:pt x="117" y="6"/>
                      <a:pt x="117" y="6"/>
                      <a:pt x="117" y="6"/>
                    </a:cubicBezTo>
                    <a:cubicBezTo>
                      <a:pt x="114" y="3"/>
                      <a:pt x="110" y="1"/>
                      <a:pt x="105" y="0"/>
                    </a:cubicBezTo>
                    <a:cubicBezTo>
                      <a:pt x="105" y="0"/>
                      <a:pt x="105" y="0"/>
                      <a:pt x="105"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6" name="Freeform 24">
                <a:extLst>
                  <a:ext uri="{FF2B5EF4-FFF2-40B4-BE49-F238E27FC236}">
                    <a16:creationId xmlns:a16="http://schemas.microsoft.com/office/drawing/2014/main" id="{67CF42F9-44A5-43B1-8433-A9E6B4A6ADC5}"/>
                  </a:ext>
                </a:extLst>
              </p:cNvPr>
              <p:cNvSpPr>
                <a:spLocks noEditPoints="1"/>
              </p:cNvSpPr>
              <p:nvPr/>
            </p:nvSpPr>
            <p:spPr bwMode="auto">
              <a:xfrm>
                <a:off x="1555138" y="3790388"/>
                <a:ext cx="318872" cy="293105"/>
              </a:xfrm>
              <a:custGeom>
                <a:avLst/>
                <a:gdLst>
                  <a:gd name="T0" fmla="*/ 32 w 84"/>
                  <a:gd name="T1" fmla="*/ 16 h 77"/>
                  <a:gd name="T2" fmla="*/ 67 w 84"/>
                  <a:gd name="T3" fmla="*/ 50 h 77"/>
                  <a:gd name="T4" fmla="*/ 17 w 84"/>
                  <a:gd name="T5" fmla="*/ 61 h 77"/>
                  <a:gd name="T6" fmla="*/ 32 w 84"/>
                  <a:gd name="T7" fmla="*/ 16 h 77"/>
                  <a:gd name="T8" fmla="*/ 32 w 84"/>
                  <a:gd name="T9" fmla="*/ 0 h 77"/>
                  <a:gd name="T10" fmla="*/ 28 w 84"/>
                  <a:gd name="T11" fmla="*/ 1 h 77"/>
                  <a:gd name="T12" fmla="*/ 17 w 84"/>
                  <a:gd name="T13" fmla="*/ 11 h 77"/>
                  <a:gd name="T14" fmla="*/ 2 w 84"/>
                  <a:gd name="T15" fmla="*/ 56 h 77"/>
                  <a:gd name="T16" fmla="*/ 5 w 84"/>
                  <a:gd name="T17" fmla="*/ 72 h 77"/>
                  <a:gd name="T18" fmla="*/ 17 w 84"/>
                  <a:gd name="T19" fmla="*/ 77 h 77"/>
                  <a:gd name="T20" fmla="*/ 20 w 84"/>
                  <a:gd name="T21" fmla="*/ 76 h 77"/>
                  <a:gd name="T22" fmla="*/ 71 w 84"/>
                  <a:gd name="T23" fmla="*/ 65 h 77"/>
                  <a:gd name="T24" fmla="*/ 83 w 84"/>
                  <a:gd name="T25" fmla="*/ 54 h 77"/>
                  <a:gd name="T26" fmla="*/ 78 w 84"/>
                  <a:gd name="T27" fmla="*/ 38 h 77"/>
                  <a:gd name="T28" fmla="*/ 43 w 84"/>
                  <a:gd name="T29" fmla="*/ 5 h 77"/>
                  <a:gd name="T30" fmla="*/ 32 w 84"/>
                  <a:gd name="T3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77">
                    <a:moveTo>
                      <a:pt x="32" y="16"/>
                    </a:moveTo>
                    <a:cubicBezTo>
                      <a:pt x="67" y="50"/>
                      <a:pt x="67" y="50"/>
                      <a:pt x="67" y="50"/>
                    </a:cubicBezTo>
                    <a:cubicBezTo>
                      <a:pt x="17" y="61"/>
                      <a:pt x="17" y="61"/>
                      <a:pt x="17" y="61"/>
                    </a:cubicBezTo>
                    <a:cubicBezTo>
                      <a:pt x="32" y="16"/>
                      <a:pt x="32" y="16"/>
                      <a:pt x="32" y="16"/>
                    </a:cubicBezTo>
                    <a:moveTo>
                      <a:pt x="32" y="0"/>
                    </a:moveTo>
                    <a:cubicBezTo>
                      <a:pt x="31" y="0"/>
                      <a:pt x="29" y="0"/>
                      <a:pt x="28" y="1"/>
                    </a:cubicBezTo>
                    <a:cubicBezTo>
                      <a:pt x="23" y="2"/>
                      <a:pt x="18" y="6"/>
                      <a:pt x="17" y="11"/>
                    </a:cubicBezTo>
                    <a:cubicBezTo>
                      <a:pt x="2" y="56"/>
                      <a:pt x="2" y="56"/>
                      <a:pt x="2" y="56"/>
                    </a:cubicBezTo>
                    <a:cubicBezTo>
                      <a:pt x="0" y="61"/>
                      <a:pt x="1" y="67"/>
                      <a:pt x="5" y="72"/>
                    </a:cubicBezTo>
                    <a:cubicBezTo>
                      <a:pt x="8" y="75"/>
                      <a:pt x="12" y="77"/>
                      <a:pt x="17" y="77"/>
                    </a:cubicBezTo>
                    <a:cubicBezTo>
                      <a:pt x="18" y="77"/>
                      <a:pt x="19" y="77"/>
                      <a:pt x="20" y="76"/>
                    </a:cubicBezTo>
                    <a:cubicBezTo>
                      <a:pt x="71" y="65"/>
                      <a:pt x="71" y="65"/>
                      <a:pt x="71" y="65"/>
                    </a:cubicBezTo>
                    <a:cubicBezTo>
                      <a:pt x="77" y="64"/>
                      <a:pt x="81" y="59"/>
                      <a:pt x="83" y="54"/>
                    </a:cubicBezTo>
                    <a:cubicBezTo>
                      <a:pt x="84" y="48"/>
                      <a:pt x="83" y="42"/>
                      <a:pt x="78" y="38"/>
                    </a:cubicBezTo>
                    <a:cubicBezTo>
                      <a:pt x="43" y="5"/>
                      <a:pt x="43" y="5"/>
                      <a:pt x="43" y="5"/>
                    </a:cubicBezTo>
                    <a:cubicBezTo>
                      <a:pt x="40" y="2"/>
                      <a:pt x="36" y="0"/>
                      <a:pt x="32"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7" name="Freeform 25">
                <a:extLst>
                  <a:ext uri="{FF2B5EF4-FFF2-40B4-BE49-F238E27FC236}">
                    <a16:creationId xmlns:a16="http://schemas.microsoft.com/office/drawing/2014/main" id="{024383A2-15A9-46AB-9836-B440A160DEB9}"/>
                  </a:ext>
                </a:extLst>
              </p:cNvPr>
              <p:cNvSpPr>
                <a:spLocks/>
              </p:cNvSpPr>
              <p:nvPr/>
            </p:nvSpPr>
            <p:spPr bwMode="auto">
              <a:xfrm>
                <a:off x="1371545" y="3642225"/>
                <a:ext cx="69249" cy="148163"/>
              </a:xfrm>
              <a:custGeom>
                <a:avLst/>
                <a:gdLst>
                  <a:gd name="T0" fmla="*/ 0 w 43"/>
                  <a:gd name="T1" fmla="*/ 0 h 92"/>
                  <a:gd name="T2" fmla="*/ 43 w 43"/>
                  <a:gd name="T3" fmla="*/ 0 h 92"/>
                  <a:gd name="T4" fmla="*/ 43 w 43"/>
                  <a:gd name="T5" fmla="*/ 92 h 92"/>
                  <a:gd name="T6" fmla="*/ 0 w 43"/>
                  <a:gd name="T7" fmla="*/ 92 h 92"/>
                  <a:gd name="T8" fmla="*/ 0 w 43"/>
                  <a:gd name="T9" fmla="*/ 0 h 92"/>
                  <a:gd name="T10" fmla="*/ 0 w 43"/>
                  <a:gd name="T11" fmla="*/ 0 h 92"/>
                </a:gdLst>
                <a:ahLst/>
                <a:cxnLst>
                  <a:cxn ang="0">
                    <a:pos x="T0" y="T1"/>
                  </a:cxn>
                  <a:cxn ang="0">
                    <a:pos x="T2" y="T3"/>
                  </a:cxn>
                  <a:cxn ang="0">
                    <a:pos x="T4" y="T5"/>
                  </a:cxn>
                  <a:cxn ang="0">
                    <a:pos x="T6" y="T7"/>
                  </a:cxn>
                  <a:cxn ang="0">
                    <a:pos x="T8" y="T9"/>
                  </a:cxn>
                  <a:cxn ang="0">
                    <a:pos x="T10" y="T11"/>
                  </a:cxn>
                </a:cxnLst>
                <a:rect l="0" t="0" r="r" b="b"/>
                <a:pathLst>
                  <a:path w="43" h="92">
                    <a:moveTo>
                      <a:pt x="0" y="0"/>
                    </a:moveTo>
                    <a:lnTo>
                      <a:pt x="43" y="0"/>
                    </a:lnTo>
                    <a:lnTo>
                      <a:pt x="43" y="92"/>
                    </a:lnTo>
                    <a:lnTo>
                      <a:pt x="0" y="92"/>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8" name="Freeform 26">
                <a:extLst>
                  <a:ext uri="{FF2B5EF4-FFF2-40B4-BE49-F238E27FC236}">
                    <a16:creationId xmlns:a16="http://schemas.microsoft.com/office/drawing/2014/main" id="{CBBC424F-E267-4294-AC7B-C2A365F10E51}"/>
                  </a:ext>
                </a:extLst>
              </p:cNvPr>
              <p:cNvSpPr>
                <a:spLocks/>
              </p:cNvSpPr>
              <p:nvPr/>
            </p:nvSpPr>
            <p:spPr bwMode="auto">
              <a:xfrm>
                <a:off x="1371545" y="3642225"/>
                <a:ext cx="156215" cy="59588"/>
              </a:xfrm>
              <a:custGeom>
                <a:avLst/>
                <a:gdLst>
                  <a:gd name="T0" fmla="*/ 0 w 97"/>
                  <a:gd name="T1" fmla="*/ 0 h 37"/>
                  <a:gd name="T2" fmla="*/ 97 w 97"/>
                  <a:gd name="T3" fmla="*/ 0 h 37"/>
                  <a:gd name="T4" fmla="*/ 97 w 97"/>
                  <a:gd name="T5" fmla="*/ 37 h 37"/>
                  <a:gd name="T6" fmla="*/ 0 w 97"/>
                  <a:gd name="T7" fmla="*/ 37 h 37"/>
                  <a:gd name="T8" fmla="*/ 0 w 97"/>
                  <a:gd name="T9" fmla="*/ 0 h 37"/>
                  <a:gd name="T10" fmla="*/ 0 w 97"/>
                  <a:gd name="T11" fmla="*/ 0 h 37"/>
                </a:gdLst>
                <a:ahLst/>
                <a:cxnLst>
                  <a:cxn ang="0">
                    <a:pos x="T0" y="T1"/>
                  </a:cxn>
                  <a:cxn ang="0">
                    <a:pos x="T2" y="T3"/>
                  </a:cxn>
                  <a:cxn ang="0">
                    <a:pos x="T4" y="T5"/>
                  </a:cxn>
                  <a:cxn ang="0">
                    <a:pos x="T6" y="T7"/>
                  </a:cxn>
                  <a:cxn ang="0">
                    <a:pos x="T8" y="T9"/>
                  </a:cxn>
                  <a:cxn ang="0">
                    <a:pos x="T10" y="T11"/>
                  </a:cxn>
                </a:cxnLst>
                <a:rect l="0" t="0" r="r" b="b"/>
                <a:pathLst>
                  <a:path w="97" h="37">
                    <a:moveTo>
                      <a:pt x="0" y="0"/>
                    </a:moveTo>
                    <a:lnTo>
                      <a:pt x="97" y="0"/>
                    </a:lnTo>
                    <a:lnTo>
                      <a:pt x="97" y="37"/>
                    </a:lnTo>
                    <a:lnTo>
                      <a:pt x="0" y="37"/>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9" name="Freeform 27">
                <a:extLst>
                  <a:ext uri="{FF2B5EF4-FFF2-40B4-BE49-F238E27FC236}">
                    <a16:creationId xmlns:a16="http://schemas.microsoft.com/office/drawing/2014/main" id="{E10F5550-7A5C-4D04-AF81-314FA07D9743}"/>
                  </a:ext>
                </a:extLst>
              </p:cNvPr>
              <p:cNvSpPr>
                <a:spLocks/>
              </p:cNvSpPr>
              <p:nvPr/>
            </p:nvSpPr>
            <p:spPr bwMode="auto">
              <a:xfrm>
                <a:off x="1622777" y="3642225"/>
                <a:ext cx="161046" cy="59588"/>
              </a:xfrm>
              <a:custGeom>
                <a:avLst/>
                <a:gdLst>
                  <a:gd name="T0" fmla="*/ 0 w 100"/>
                  <a:gd name="T1" fmla="*/ 37 h 37"/>
                  <a:gd name="T2" fmla="*/ 0 w 100"/>
                  <a:gd name="T3" fmla="*/ 0 h 37"/>
                  <a:gd name="T4" fmla="*/ 100 w 100"/>
                  <a:gd name="T5" fmla="*/ 0 h 37"/>
                  <a:gd name="T6" fmla="*/ 64 w 100"/>
                  <a:gd name="T7" fmla="*/ 37 h 37"/>
                  <a:gd name="T8" fmla="*/ 0 w 100"/>
                  <a:gd name="T9" fmla="*/ 37 h 37"/>
                  <a:gd name="T10" fmla="*/ 0 w 100"/>
                  <a:gd name="T11" fmla="*/ 37 h 37"/>
                  <a:gd name="T12" fmla="*/ 0 w 100"/>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100" h="37">
                    <a:moveTo>
                      <a:pt x="0" y="37"/>
                    </a:moveTo>
                    <a:lnTo>
                      <a:pt x="0" y="0"/>
                    </a:lnTo>
                    <a:lnTo>
                      <a:pt x="100" y="0"/>
                    </a:lnTo>
                    <a:lnTo>
                      <a:pt x="64" y="37"/>
                    </a:lnTo>
                    <a:lnTo>
                      <a:pt x="0" y="37"/>
                    </a:lnTo>
                    <a:lnTo>
                      <a:pt x="0" y="37"/>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0" name="Freeform 28">
                <a:extLst>
                  <a:ext uri="{FF2B5EF4-FFF2-40B4-BE49-F238E27FC236}">
                    <a16:creationId xmlns:a16="http://schemas.microsoft.com/office/drawing/2014/main" id="{C84E9659-ABE6-4728-B9E2-CF1DABABE7FE}"/>
                  </a:ext>
                </a:extLst>
              </p:cNvPr>
              <p:cNvSpPr>
                <a:spLocks/>
              </p:cNvSpPr>
              <p:nvPr/>
            </p:nvSpPr>
            <p:spPr bwMode="auto">
              <a:xfrm>
                <a:off x="1622777" y="4212330"/>
                <a:ext cx="161046" cy="72471"/>
              </a:xfrm>
              <a:custGeom>
                <a:avLst/>
                <a:gdLst>
                  <a:gd name="T0" fmla="*/ 0 w 100"/>
                  <a:gd name="T1" fmla="*/ 0 h 45"/>
                  <a:gd name="T2" fmla="*/ 100 w 100"/>
                  <a:gd name="T3" fmla="*/ 0 h 45"/>
                  <a:gd name="T4" fmla="*/ 100 w 100"/>
                  <a:gd name="T5" fmla="*/ 45 h 45"/>
                  <a:gd name="T6" fmla="*/ 0 w 100"/>
                  <a:gd name="T7" fmla="*/ 45 h 45"/>
                  <a:gd name="T8" fmla="*/ 0 w 100"/>
                  <a:gd name="T9" fmla="*/ 0 h 45"/>
                  <a:gd name="T10" fmla="*/ 0 w 100"/>
                  <a:gd name="T11" fmla="*/ 0 h 45"/>
                </a:gdLst>
                <a:ahLst/>
                <a:cxnLst>
                  <a:cxn ang="0">
                    <a:pos x="T0" y="T1"/>
                  </a:cxn>
                  <a:cxn ang="0">
                    <a:pos x="T2" y="T3"/>
                  </a:cxn>
                  <a:cxn ang="0">
                    <a:pos x="T4" y="T5"/>
                  </a:cxn>
                  <a:cxn ang="0">
                    <a:pos x="T6" y="T7"/>
                  </a:cxn>
                  <a:cxn ang="0">
                    <a:pos x="T8" y="T9"/>
                  </a:cxn>
                  <a:cxn ang="0">
                    <a:pos x="T10" y="T11"/>
                  </a:cxn>
                </a:cxnLst>
                <a:rect l="0" t="0" r="r" b="b"/>
                <a:pathLst>
                  <a:path w="100" h="45">
                    <a:moveTo>
                      <a:pt x="0" y="0"/>
                    </a:moveTo>
                    <a:lnTo>
                      <a:pt x="100" y="0"/>
                    </a:lnTo>
                    <a:lnTo>
                      <a:pt x="100"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1" name="Freeform 29">
                <a:extLst>
                  <a:ext uri="{FF2B5EF4-FFF2-40B4-BE49-F238E27FC236}">
                    <a16:creationId xmlns:a16="http://schemas.microsoft.com/office/drawing/2014/main" id="{916FD9E1-4B27-47DC-BD7B-069CB432303C}"/>
                  </a:ext>
                </a:extLst>
              </p:cNvPr>
              <p:cNvSpPr>
                <a:spLocks/>
              </p:cNvSpPr>
              <p:nvPr/>
            </p:nvSpPr>
            <p:spPr bwMode="auto">
              <a:xfrm>
                <a:off x="1371545"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2" name="Freeform 30">
                <a:extLst>
                  <a:ext uri="{FF2B5EF4-FFF2-40B4-BE49-F238E27FC236}">
                    <a16:creationId xmlns:a16="http://schemas.microsoft.com/office/drawing/2014/main" id="{B4BE53A6-C202-4DAE-812F-04AC26C7D3EF}"/>
                  </a:ext>
                </a:extLst>
              </p:cNvPr>
              <p:cNvSpPr>
                <a:spLocks/>
              </p:cNvSpPr>
              <p:nvPr/>
            </p:nvSpPr>
            <p:spPr bwMode="auto">
              <a:xfrm>
                <a:off x="1371545"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3" name="Freeform 31">
                <a:extLst>
                  <a:ext uri="{FF2B5EF4-FFF2-40B4-BE49-F238E27FC236}">
                    <a16:creationId xmlns:a16="http://schemas.microsoft.com/office/drawing/2014/main" id="{F246C574-3DC7-4E89-8F0D-9001EDC8B76B}"/>
                  </a:ext>
                </a:extLst>
              </p:cNvPr>
              <p:cNvSpPr>
                <a:spLocks/>
              </p:cNvSpPr>
              <p:nvPr/>
            </p:nvSpPr>
            <p:spPr bwMode="auto">
              <a:xfrm>
                <a:off x="1371545"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4" name="Freeform 32">
                <a:extLst>
                  <a:ext uri="{FF2B5EF4-FFF2-40B4-BE49-F238E27FC236}">
                    <a16:creationId xmlns:a16="http://schemas.microsoft.com/office/drawing/2014/main" id="{BB0DA318-2CD7-4778-97E0-E0DF3F1EDECE}"/>
                  </a:ext>
                </a:extLst>
              </p:cNvPr>
              <p:cNvSpPr>
                <a:spLocks/>
              </p:cNvSpPr>
              <p:nvPr/>
            </p:nvSpPr>
            <p:spPr bwMode="auto">
              <a:xfrm>
                <a:off x="1969027"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5" name="Freeform 33">
                <a:extLst>
                  <a:ext uri="{FF2B5EF4-FFF2-40B4-BE49-F238E27FC236}">
                    <a16:creationId xmlns:a16="http://schemas.microsoft.com/office/drawing/2014/main" id="{A1AF9A78-9612-4282-8B72-B07DA777B19E}"/>
                  </a:ext>
                </a:extLst>
              </p:cNvPr>
              <p:cNvSpPr>
                <a:spLocks/>
              </p:cNvSpPr>
              <p:nvPr/>
            </p:nvSpPr>
            <p:spPr bwMode="auto">
              <a:xfrm>
                <a:off x="1882062"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6" name="Freeform 34">
                <a:extLst>
                  <a:ext uri="{FF2B5EF4-FFF2-40B4-BE49-F238E27FC236}">
                    <a16:creationId xmlns:a16="http://schemas.microsoft.com/office/drawing/2014/main" id="{5942A584-5791-42D4-BE98-AA5043743485}"/>
                  </a:ext>
                </a:extLst>
              </p:cNvPr>
              <p:cNvSpPr>
                <a:spLocks/>
              </p:cNvSpPr>
              <p:nvPr/>
            </p:nvSpPr>
            <p:spPr bwMode="auto">
              <a:xfrm>
                <a:off x="1969027"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7" name="Freeform 35">
                <a:extLst>
                  <a:ext uri="{FF2B5EF4-FFF2-40B4-BE49-F238E27FC236}">
                    <a16:creationId xmlns:a16="http://schemas.microsoft.com/office/drawing/2014/main" id="{6FEBF141-B9BB-46D8-8EAC-1E8BE7F3F09B}"/>
                  </a:ext>
                </a:extLst>
              </p:cNvPr>
              <p:cNvSpPr>
                <a:spLocks/>
              </p:cNvSpPr>
              <p:nvPr/>
            </p:nvSpPr>
            <p:spPr bwMode="auto">
              <a:xfrm>
                <a:off x="1725847" y="3466684"/>
                <a:ext cx="468645" cy="471867"/>
              </a:xfrm>
              <a:custGeom>
                <a:avLst/>
                <a:gdLst>
                  <a:gd name="T0" fmla="*/ 208 w 291"/>
                  <a:gd name="T1" fmla="*/ 0 h 293"/>
                  <a:gd name="T2" fmla="*/ 0 w 291"/>
                  <a:gd name="T3" fmla="*/ 196 h 293"/>
                  <a:gd name="T4" fmla="*/ 92 w 291"/>
                  <a:gd name="T5" fmla="*/ 293 h 293"/>
                  <a:gd name="T6" fmla="*/ 291 w 291"/>
                  <a:gd name="T7" fmla="*/ 94 h 293"/>
                  <a:gd name="T8" fmla="*/ 208 w 291"/>
                  <a:gd name="T9" fmla="*/ 0 h 293"/>
                  <a:gd name="T10" fmla="*/ 208 w 291"/>
                  <a:gd name="T11" fmla="*/ 0 h 293"/>
                  <a:gd name="T12" fmla="*/ 208 w 291"/>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91" h="293">
                    <a:moveTo>
                      <a:pt x="208" y="0"/>
                    </a:moveTo>
                    <a:lnTo>
                      <a:pt x="0" y="196"/>
                    </a:lnTo>
                    <a:lnTo>
                      <a:pt x="92" y="293"/>
                    </a:lnTo>
                    <a:lnTo>
                      <a:pt x="291" y="94"/>
                    </a:lnTo>
                    <a:lnTo>
                      <a:pt x="208" y="0"/>
                    </a:lnTo>
                    <a:lnTo>
                      <a:pt x="208" y="0"/>
                    </a:lnTo>
                    <a:lnTo>
                      <a:pt x="20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8" name="Freeform 36">
                <a:extLst>
                  <a:ext uri="{FF2B5EF4-FFF2-40B4-BE49-F238E27FC236}">
                    <a16:creationId xmlns:a16="http://schemas.microsoft.com/office/drawing/2014/main" id="{8E06B4B8-B73A-41C4-BC84-349F7E2A0913}"/>
                  </a:ext>
                </a:extLst>
              </p:cNvPr>
              <p:cNvSpPr>
                <a:spLocks/>
              </p:cNvSpPr>
              <p:nvPr/>
            </p:nvSpPr>
            <p:spPr bwMode="auto">
              <a:xfrm>
                <a:off x="1619556" y="3849975"/>
                <a:ext cx="190035" cy="172320"/>
              </a:xfrm>
              <a:custGeom>
                <a:avLst/>
                <a:gdLst>
                  <a:gd name="T0" fmla="*/ 35 w 118"/>
                  <a:gd name="T1" fmla="*/ 0 h 107"/>
                  <a:gd name="T2" fmla="*/ 0 w 118"/>
                  <a:gd name="T3" fmla="*/ 107 h 107"/>
                  <a:gd name="T4" fmla="*/ 118 w 118"/>
                  <a:gd name="T5" fmla="*/ 81 h 107"/>
                  <a:gd name="T6" fmla="*/ 35 w 118"/>
                  <a:gd name="T7" fmla="*/ 0 h 107"/>
                  <a:gd name="T8" fmla="*/ 35 w 118"/>
                  <a:gd name="T9" fmla="*/ 0 h 107"/>
                  <a:gd name="T10" fmla="*/ 35 w 118"/>
                  <a:gd name="T11" fmla="*/ 0 h 107"/>
                </a:gdLst>
                <a:ahLst/>
                <a:cxnLst>
                  <a:cxn ang="0">
                    <a:pos x="T0" y="T1"/>
                  </a:cxn>
                  <a:cxn ang="0">
                    <a:pos x="T2" y="T3"/>
                  </a:cxn>
                  <a:cxn ang="0">
                    <a:pos x="T4" y="T5"/>
                  </a:cxn>
                  <a:cxn ang="0">
                    <a:pos x="T6" y="T7"/>
                  </a:cxn>
                  <a:cxn ang="0">
                    <a:pos x="T8" y="T9"/>
                  </a:cxn>
                  <a:cxn ang="0">
                    <a:pos x="T10" y="T11"/>
                  </a:cxn>
                </a:cxnLst>
                <a:rect l="0" t="0" r="r" b="b"/>
                <a:pathLst>
                  <a:path w="118" h="107">
                    <a:moveTo>
                      <a:pt x="35" y="0"/>
                    </a:moveTo>
                    <a:lnTo>
                      <a:pt x="0" y="107"/>
                    </a:lnTo>
                    <a:lnTo>
                      <a:pt x="118" y="81"/>
                    </a:lnTo>
                    <a:lnTo>
                      <a:pt x="35" y="0"/>
                    </a:lnTo>
                    <a:lnTo>
                      <a:pt x="35" y="0"/>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p:sp>
        <p:nvSpPr>
          <p:cNvPr id="79" name="TextBox 78">
            <a:extLst>
              <a:ext uri="{FF2B5EF4-FFF2-40B4-BE49-F238E27FC236}">
                <a16:creationId xmlns:a16="http://schemas.microsoft.com/office/drawing/2014/main" id="{7C93031B-F06C-433E-87D1-6F0F3294C852}"/>
              </a:ext>
            </a:extLst>
          </p:cNvPr>
          <p:cNvSpPr txBox="1"/>
          <p:nvPr/>
        </p:nvSpPr>
        <p:spPr>
          <a:xfrm>
            <a:off x="5270248" y="4448713"/>
            <a:ext cx="17274687" cy="2308324"/>
          </a:xfrm>
          <a:prstGeom prst="rect">
            <a:avLst/>
          </a:prstGeom>
          <a:noFill/>
        </p:spPr>
        <p:txBody>
          <a:bodyPr wrap="square">
            <a:spAutoFit/>
          </a:bodyPr>
          <a:lstStyle/>
          <a:p>
            <a:r>
              <a:rPr lang="en-US" sz="4800" b="1" dirty="0" err="1">
                <a:latin typeface="Tahoma" panose="020B0604030504040204" pitchFamily="34" charset="0"/>
                <a:ea typeface="Tahoma" panose="020B0604030504040204" pitchFamily="34" charset="0"/>
                <a:cs typeface="Tahoma" panose="020B0604030504040204" pitchFamily="34" charset="0"/>
              </a:rPr>
              <a:t>Phát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biểu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mệnh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đề</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phủ</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định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của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mỗi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mệnh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đề</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sau</a:t>
            </a:r>
            <a:r>
              <a:rPr lang="en-US" sz="4800" b="1" dirty="0">
                <a:latin typeface="Tahoma" panose="020B0604030504040204" pitchFamily="34" charset="0"/>
                <a:ea typeface="Tahoma" panose="020B0604030504040204" pitchFamily="34" charset="0"/>
                <a:cs typeface="Tahoma" panose="020B0604030504040204" pitchFamily="34" charset="0"/>
              </a:rPr>
              <a:t>:</a:t>
            </a:r>
          </a:p>
          <a:p>
            <a:r>
              <a:rPr lang="fr-FR" sz="4800" b="1" i="1" dirty="0">
                <a:latin typeface="Tahoma" panose="020B0604030504040204" pitchFamily="34" charset="0"/>
                <a:ea typeface="Tahoma" panose="020B0604030504040204" pitchFamily="34" charset="0"/>
                <a:cs typeface="Tahoma" panose="020B0604030504040204" pitchFamily="34" charset="0"/>
              </a:rPr>
              <a:t>P</a:t>
            </a:r>
            <a:r>
              <a:rPr lang="vi-VN" sz="4800" b="1" i="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 “17 là </a:t>
            </a:r>
            <a:r>
              <a:rPr lang="fr-FR" sz="4800" b="1" dirty="0" err="1">
                <a:latin typeface="Tahoma" panose="020B0604030504040204" pitchFamily="34" charset="0"/>
                <a:ea typeface="Tahoma" panose="020B0604030504040204" pitchFamily="34" charset="0"/>
                <a:cs typeface="Tahoma" panose="020B0604030504040204" pitchFamily="34" charset="0"/>
              </a:rPr>
              <a:t>số</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chính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phương</a:t>
            </a:r>
            <a:r>
              <a:rPr lang="fr-FR" sz="4800" b="1" dirty="0">
                <a:latin typeface="Tahoma" panose="020B0604030504040204" pitchFamily="34" charset="0"/>
                <a:ea typeface="Tahoma" panose="020B0604030504040204" pitchFamily="34" charset="0"/>
                <a:cs typeface="Tahoma" panose="020B0604030504040204" pitchFamily="34" charset="0"/>
              </a:rPr>
              <a:t>” ;</a:t>
            </a:r>
            <a:endParaRPr lang="en-US" sz="4800" b="1" dirty="0">
              <a:latin typeface="Tahoma" panose="020B0604030504040204" pitchFamily="34" charset="0"/>
              <a:ea typeface="Tahoma" panose="020B0604030504040204" pitchFamily="34" charset="0"/>
              <a:cs typeface="Tahoma" panose="020B0604030504040204" pitchFamily="34" charset="0"/>
            </a:endParaRPr>
          </a:p>
          <a:p>
            <a:r>
              <a:rPr lang="fr-FR" sz="4800" b="1" i="1" dirty="0">
                <a:latin typeface="Tahoma" panose="020B0604030504040204" pitchFamily="34" charset="0"/>
                <a:ea typeface="Tahoma" panose="020B0604030504040204" pitchFamily="34" charset="0"/>
                <a:cs typeface="Tahoma" panose="020B0604030504040204" pitchFamily="34" charset="0"/>
              </a:rPr>
              <a:t>Q</a:t>
            </a:r>
            <a:r>
              <a:rPr lang="vi-VN" sz="4800" b="1" i="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Hình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hộp</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không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phải</a:t>
            </a:r>
            <a:r>
              <a:rPr lang="fr-FR" sz="4800" b="1" dirty="0">
                <a:latin typeface="Tahoma" panose="020B0604030504040204" pitchFamily="34" charset="0"/>
                <a:ea typeface="Tahoma" panose="020B0604030504040204" pitchFamily="34" charset="0"/>
                <a:cs typeface="Tahoma" panose="020B0604030504040204" pitchFamily="34" charset="0"/>
              </a:rPr>
              <a:t> là </a:t>
            </a:r>
            <a:r>
              <a:rPr lang="fr-FR" sz="4800" b="1" dirty="0" err="1">
                <a:latin typeface="Tahoma" panose="020B0604030504040204" pitchFamily="34" charset="0"/>
                <a:ea typeface="Tahoma" panose="020B0604030504040204" pitchFamily="34" charset="0"/>
                <a:cs typeface="Tahoma" panose="020B0604030504040204" pitchFamily="34" charset="0"/>
              </a:rPr>
              <a:t>hình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lăng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trụ</a:t>
            </a:r>
            <a:r>
              <a:rPr lang="fr-FR"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p:sp>
        <p:nvSpPr>
          <p:cNvPr id="80" name="Rounded Rectangle 4">
            <a:extLst>
              <a:ext uri="{FF2B5EF4-FFF2-40B4-BE49-F238E27FC236}">
                <a16:creationId xmlns:a16="http://schemas.microsoft.com/office/drawing/2014/main" id="{60BF75B9-8E5D-4526-9D50-2E9BBC426B2C}"/>
              </a:ext>
            </a:extLst>
          </p:cNvPr>
          <p:cNvSpPr/>
          <p:nvPr/>
        </p:nvSpPr>
        <p:spPr>
          <a:xfrm>
            <a:off x="1157685" y="7895961"/>
            <a:ext cx="22159515" cy="3000640"/>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99FF99"/>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81" name="Group 80">
            <a:extLst>
              <a:ext uri="{FF2B5EF4-FFF2-40B4-BE49-F238E27FC236}">
                <a16:creationId xmlns:a16="http://schemas.microsoft.com/office/drawing/2014/main" id="{FC8842BF-BD13-47EC-A01B-D5CB2E509824}"/>
              </a:ext>
            </a:extLst>
          </p:cNvPr>
          <p:cNvGrpSpPr/>
          <p:nvPr/>
        </p:nvGrpSpPr>
        <p:grpSpPr>
          <a:xfrm>
            <a:off x="1691088" y="7557765"/>
            <a:ext cx="3600000" cy="828000"/>
            <a:chOff x="1275608" y="6322796"/>
            <a:chExt cx="3572909" cy="828631"/>
          </a:xfrm>
        </p:grpSpPr>
        <p:sp>
          <p:nvSpPr>
            <p:cNvPr id="82" name="Freeform 20">
              <a:extLst>
                <a:ext uri="{FF2B5EF4-FFF2-40B4-BE49-F238E27FC236}">
                  <a16:creationId xmlns:a16="http://schemas.microsoft.com/office/drawing/2014/main" id="{9DCB7188-C5D1-4562-B7E9-036039AD40E7}"/>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3" name="TextBox 82">
              <a:extLst>
                <a:ext uri="{FF2B5EF4-FFF2-40B4-BE49-F238E27FC236}">
                  <a16:creationId xmlns:a16="http://schemas.microsoft.com/office/drawing/2014/main" id="{3C5BC4FA-BAB5-4E66-A1A7-2C39A80EA8B6}"/>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84" name="Round Diagonal Corner Rectangle 8">
              <a:extLst>
                <a:ext uri="{FF2B5EF4-FFF2-40B4-BE49-F238E27FC236}">
                  <a16:creationId xmlns:a16="http://schemas.microsoft.com/office/drawing/2014/main" id="{DD02836A-CB9D-49AF-9B43-E2AE37577D4F}"/>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5" name="Freeform 9">
              <a:extLst>
                <a:ext uri="{FF2B5EF4-FFF2-40B4-BE49-F238E27FC236}">
                  <a16:creationId xmlns:a16="http://schemas.microsoft.com/office/drawing/2014/main" id="{F1DAE37F-C02F-41A4-AB7C-15856E498EB4}"/>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86" name="Rectangle 85">
                <a:extLst>
                  <a:ext uri="{FF2B5EF4-FFF2-40B4-BE49-F238E27FC236}">
                    <a16:creationId xmlns:a16="http://schemas.microsoft.com/office/drawing/2014/main" id="{AC37888B-97E9-42E3-82BD-29595758137A}"/>
                  </a:ext>
                </a:extLst>
              </p:cNvPr>
              <p:cNvSpPr/>
              <p:nvPr/>
            </p:nvSpPr>
            <p:spPr>
              <a:xfrm>
                <a:off x="1462485" y="8548365"/>
                <a:ext cx="21763830" cy="1738617"/>
              </a:xfrm>
              <a:prstGeom prst="rect">
                <a:avLst/>
              </a:prstGeom>
            </p:spPr>
            <p:txBody>
              <a:bodyPr wrap="square">
                <a:spAutoFit/>
              </a:bodyPr>
              <a:lstStyle/>
              <a:p>
                <a:pPr marL="685800" indent="-685800">
                  <a:buFont typeface="Wingdings" panose="05000000000000000000" pitchFamily="2" charset="2"/>
                  <a:buChar char="Ø"/>
                </a:pPr>
                <a:r>
                  <a:rPr lang="fr-FR" sz="4800" b="1">
                    <a:latin typeface="Tahoma" panose="020B0604030504040204" pitchFamily="34" charset="0"/>
                    <a:ea typeface="Tahoma" panose="020B0604030504040204" pitchFamily="34" charset="0"/>
                    <a:cs typeface="Tahoma" panose="020B0604030504040204" pitchFamily="34" charset="0"/>
                  </a:rPr>
                  <a:t>Mệnh đề phủ định của </a:t>
                </a:r>
                <a:r>
                  <a:rPr lang="fr-FR" sz="4800" b="1" i="1">
                    <a:latin typeface="Tahoma" panose="020B0604030504040204" pitchFamily="34" charset="0"/>
                    <a:ea typeface="Tahoma" panose="020B0604030504040204" pitchFamily="34" charset="0"/>
                    <a:cs typeface="Tahoma" panose="020B0604030504040204" pitchFamily="34" charset="0"/>
                  </a:rPr>
                  <a:t>P</a:t>
                </a:r>
                <a:r>
                  <a:rPr lang="fr-FR" sz="4800" b="1">
                    <a:latin typeface="Tahoma" panose="020B0604030504040204" pitchFamily="34" charset="0"/>
                    <a:ea typeface="Tahoma" panose="020B0604030504040204" pitchFamily="34" charset="0"/>
                    <a:cs typeface="Tahoma" panose="020B0604030504040204" pitchFamily="34" charset="0"/>
                  </a:rPr>
                  <a:t>  là </a:t>
                </a:r>
                <a14:m>
                  <m:oMath xmlns:m="http://schemas.openxmlformats.org/officeDocument/2006/math">
                    <m:bar>
                      <m:barPr>
                        <m:pos m:val="top"/>
                        <m:ctrlPr>
                          <a:rPr lang="en-US" sz="4800" b="1" i="1">
                            <a:latin typeface="Cambria Math" panose="02040503050406030204" pitchFamily="18" charset="0"/>
                          </a:rPr>
                        </m:ctrlPr>
                      </m:barPr>
                      <m:e>
                        <m:r>
                          <a:rPr lang="en-US" sz="4800" b="1" i="1">
                            <a:latin typeface="Cambria Math" panose="02040503050406030204" pitchFamily="18" charset="0"/>
                          </a:rPr>
                          <m:t>𝑷</m:t>
                        </m:r>
                      </m:e>
                    </m:bar>
                  </m:oMath>
                </a14:m>
                <a:r>
                  <a:rPr lang="fr-FR" sz="4800" b="1">
                    <a:latin typeface="Tahoma" panose="020B0604030504040204" pitchFamily="34" charset="0"/>
                    <a:ea typeface="Tahoma" panose="020B0604030504040204" pitchFamily="34" charset="0"/>
                    <a:cs typeface="Tahoma" panose="020B0604030504040204" pitchFamily="34" charset="0"/>
                  </a:rPr>
                  <a:t>: “17 không phải là số chính phương”.</a:t>
                </a:r>
                <a:endParaRPr lang="en-US" sz="4800" b="1">
                  <a:latin typeface="Tahoma" panose="020B0604030504040204" pitchFamily="34" charset="0"/>
                  <a:ea typeface="Tahoma" panose="020B0604030504040204" pitchFamily="34" charset="0"/>
                  <a:cs typeface="Tahoma" panose="020B0604030504040204" pitchFamily="34" charset="0"/>
                </a:endParaRPr>
              </a:p>
              <a:p>
                <a:pPr marL="685800" indent="-685800">
                  <a:buFont typeface="Wingdings" panose="05000000000000000000" pitchFamily="2" charset="2"/>
                  <a:buChar char="Ø"/>
                </a:pPr>
                <a:r>
                  <a:rPr lang="fr-FR" sz="4800" b="1">
                    <a:latin typeface="Tahoma" panose="020B0604030504040204" pitchFamily="34" charset="0"/>
                    <a:ea typeface="Tahoma" panose="020B0604030504040204" pitchFamily="34" charset="0"/>
                    <a:cs typeface="Tahoma" panose="020B0604030504040204" pitchFamily="34" charset="0"/>
                  </a:rPr>
                  <a:t>Mệnh đề phủ định của </a:t>
                </a:r>
                <a:r>
                  <a:rPr lang="fr-FR" sz="4800" b="1" i="1">
                    <a:latin typeface="Tahoma" panose="020B0604030504040204" pitchFamily="34" charset="0"/>
                    <a:ea typeface="Tahoma" panose="020B0604030504040204" pitchFamily="34" charset="0"/>
                    <a:cs typeface="Tahoma" panose="020B0604030504040204" pitchFamily="34" charset="0"/>
                  </a:rPr>
                  <a:t>Q</a:t>
                </a:r>
                <a:r>
                  <a:rPr lang="fr-FR" sz="4800" b="1">
                    <a:latin typeface="Tahoma" panose="020B0604030504040204" pitchFamily="34" charset="0"/>
                    <a:ea typeface="Tahoma" panose="020B0604030504040204" pitchFamily="34" charset="0"/>
                    <a:cs typeface="Tahoma" panose="020B0604030504040204" pitchFamily="34" charset="0"/>
                  </a:rPr>
                  <a:t>  là </a:t>
                </a:r>
                <a14:m>
                  <m:oMath xmlns:m="http://schemas.openxmlformats.org/officeDocument/2006/math">
                    <m:bar>
                      <m:barPr>
                        <m:pos m:val="top"/>
                        <m:ctrlPr>
                          <a:rPr lang="en-US" sz="4800" b="1" i="1">
                            <a:latin typeface="Cambria Math" panose="02040503050406030204" pitchFamily="18" charset="0"/>
                          </a:rPr>
                        </m:ctrlPr>
                      </m:barPr>
                      <m:e>
                        <m:r>
                          <a:rPr lang="en-US" sz="4800" b="1" i="1">
                            <a:latin typeface="Cambria Math" panose="02040503050406030204" pitchFamily="18" charset="0"/>
                          </a:rPr>
                          <m:t>𝑸</m:t>
                        </m:r>
                      </m:e>
                    </m:bar>
                  </m:oMath>
                </a14:m>
                <a:r>
                  <a:rPr lang="fr-FR" sz="4800" b="1">
                    <a:latin typeface="Tahoma" panose="020B0604030504040204" pitchFamily="34" charset="0"/>
                    <a:ea typeface="Tahoma" panose="020B0604030504040204" pitchFamily="34" charset="0"/>
                    <a:cs typeface="Tahoma" panose="020B0604030504040204" pitchFamily="34" charset="0"/>
                  </a:rPr>
                  <a:t>: “Hình hộp là hình lăng trụ”.</a:t>
                </a:r>
                <a:endParaRPr lang="en-US" sz="4800"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86" name="Rectangle 85">
                <a:extLst>
                  <a:ext uri="{FF2B5EF4-FFF2-40B4-BE49-F238E27FC236}">
                    <a16:creationId xmlns:a16="http://schemas.microsoft.com/office/drawing/2014/main" id="{AC37888B-97E9-42E3-82BD-29595758137A}"/>
                  </a:ext>
                </a:extLst>
              </p:cNvPr>
              <p:cNvSpPr>
                <a:spLocks noRot="1" noChangeAspect="1" noMove="1" noResize="1" noEditPoints="1" noAdjustHandles="1" noChangeArrowheads="1" noChangeShapeType="1" noTextEdit="1"/>
              </p:cNvSpPr>
              <p:nvPr/>
            </p:nvSpPr>
            <p:spPr>
              <a:xfrm>
                <a:off x="1462485" y="8548365"/>
                <a:ext cx="21763830" cy="1738617"/>
              </a:xfrm>
              <a:prstGeom prst="rect">
                <a:avLst/>
              </a:prstGeom>
              <a:blipFill>
                <a:blip r:embed="rId4"/>
                <a:stretch>
                  <a:fillRect l="-1148" t="-3860" b="-17193"/>
                </a:stretch>
              </a:blipFill>
            </p:spPr>
            <p:txBody>
              <a:bodyPr/>
              <a:lstStyle/>
              <a:p>
                <a:r>
                  <a:rPr lang="en-US">
                    <a:noFill/>
                  </a:rPr>
                  <a:t> </a:t>
                </a:r>
              </a:p>
            </p:txBody>
          </p:sp>
        </mc:Fallback>
      </mc:AlternateContent>
      <p:grpSp>
        <p:nvGrpSpPr>
          <p:cNvPr id="46" name="Group 45">
            <a:extLst>
              <a:ext uri="{FF2B5EF4-FFF2-40B4-BE49-F238E27FC236}">
                <a16:creationId xmlns:a16="http://schemas.microsoft.com/office/drawing/2014/main" id="{B8FE45DC-75D0-4ACE-8789-33146604D8C3}"/>
              </a:ext>
            </a:extLst>
          </p:cNvPr>
          <p:cNvGrpSpPr/>
          <p:nvPr/>
        </p:nvGrpSpPr>
        <p:grpSpPr>
          <a:xfrm>
            <a:off x="1055781" y="2501634"/>
            <a:ext cx="18592800" cy="830997"/>
            <a:chOff x="777875" y="1892299"/>
            <a:chExt cx="18592800" cy="830995"/>
          </a:xfrm>
        </p:grpSpPr>
        <p:sp>
          <p:nvSpPr>
            <p:cNvPr id="47" name="Rounded Rectangle 71">
              <a:extLst>
                <a:ext uri="{FF2B5EF4-FFF2-40B4-BE49-F238E27FC236}">
                  <a16:creationId xmlns:a16="http://schemas.microsoft.com/office/drawing/2014/main" id="{92A05190-54E1-4AA5-A549-25B28A4B50DF}"/>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D4D61D21-C0B8-40F8-A254-889B104F4424}"/>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2.</a:t>
              </a:r>
            </a:p>
          </p:txBody>
        </p:sp>
        <p:sp>
          <p:nvSpPr>
            <p:cNvPr id="87" name="TextBox 86">
              <a:extLst>
                <a:ext uri="{FF2B5EF4-FFF2-40B4-BE49-F238E27FC236}">
                  <a16:creationId xmlns:a16="http://schemas.microsoft.com/office/drawing/2014/main" id="{34390FEE-5B0D-4293-8B00-69F6EDFE64DF}"/>
                </a:ext>
              </a:extLst>
            </p:cNvPr>
            <p:cNvSpPr txBox="1"/>
            <p:nvPr/>
          </p:nvSpPr>
          <p:spPr>
            <a:xfrm>
              <a:off x="2087561" y="1892299"/>
              <a:ext cx="17283114" cy="830995"/>
            </a:xfrm>
            <a:prstGeom prst="rect">
              <a:avLst/>
            </a:prstGeom>
            <a:noFill/>
          </p:spPr>
          <p:txBody>
            <a:bodyPr wrap="square" rtlCol="0">
              <a:spAutoFit/>
            </a:bodyPr>
            <a:lstStyle/>
            <a:p>
              <a:r>
                <a:rPr lang="en-US" sz="4800" b="1">
                  <a:solidFill>
                    <a:srgbClr val="145F82"/>
                  </a:solidFill>
                  <a:latin typeface="Tahoma" pitchFamily="34" charset="0"/>
                  <a:ea typeface="Tahoma" pitchFamily="34" charset="0"/>
                  <a:cs typeface="Tahoma" pitchFamily="34" charset="0"/>
                </a:rPr>
                <a:t>MỆNH ĐỀ PHỦ ĐỊNH</a:t>
              </a:r>
              <a:endParaRPr lang="en-US" sz="4800" b="1" dirty="0">
                <a:solidFill>
                  <a:srgbClr val="145F82"/>
                </a:solidFill>
                <a:latin typeface="Tahoma" pitchFamily="34" charset="0"/>
                <a:ea typeface="Tahoma" pitchFamily="34" charset="0"/>
                <a:cs typeface="Tahoma" pitchFamily="34" charset="0"/>
              </a:endParaRPr>
            </a:p>
          </p:txBody>
        </p:sp>
      </p:grpSp>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3283682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79">
                                            <p:txEl>
                                              <p:pRg st="0" end="0"/>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79">
                                            <p:txEl>
                                              <p:pRg st="1" end="1"/>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79">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0"/>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8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86">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8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8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7" name="TextBox 26">
            <a:extLst>
              <a:ext uri="{FF2B5EF4-FFF2-40B4-BE49-F238E27FC236}">
                <a16:creationId xmlns:a16="http://schemas.microsoft.com/office/drawing/2014/main" id="{3A653732-9210-4228-AD0D-1B9B77B02426}"/>
              </a:ext>
            </a:extLst>
          </p:cNvPr>
          <p:cNvSpPr txBox="1"/>
          <p:nvPr/>
        </p:nvSpPr>
        <p:spPr>
          <a:xfrm>
            <a:off x="1839065" y="5555143"/>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49" name="Rounded Rectangle 61">
            <a:extLst>
              <a:ext uri="{FF2B5EF4-FFF2-40B4-BE49-F238E27FC236}">
                <a16:creationId xmlns:a16="http://schemas.microsoft.com/office/drawing/2014/main" id="{8C4F66B5-9F53-45FC-B951-E4D1E076FC2C}"/>
              </a:ext>
            </a:extLst>
          </p:cNvPr>
          <p:cNvSpPr/>
          <p:nvPr/>
        </p:nvSpPr>
        <p:spPr>
          <a:xfrm>
            <a:off x="1055781" y="3641338"/>
            <a:ext cx="22261419" cy="3515352"/>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50" name="Group 67">
            <a:extLst>
              <a:ext uri="{FF2B5EF4-FFF2-40B4-BE49-F238E27FC236}">
                <a16:creationId xmlns:a16="http://schemas.microsoft.com/office/drawing/2014/main" id="{BAE863BA-DDC7-40A3-BD63-B632301C2DDF}"/>
              </a:ext>
            </a:extLst>
          </p:cNvPr>
          <p:cNvGrpSpPr/>
          <p:nvPr/>
        </p:nvGrpSpPr>
        <p:grpSpPr>
          <a:xfrm>
            <a:off x="1526208" y="3276600"/>
            <a:ext cx="5103191" cy="940513"/>
            <a:chOff x="1311958" y="3405486"/>
            <a:chExt cx="5103191" cy="940513"/>
          </a:xfrm>
        </p:grpSpPr>
        <p:sp>
          <p:nvSpPr>
            <p:cNvPr id="51" name="Freeform 20">
              <a:extLst>
                <a:ext uri="{FF2B5EF4-FFF2-40B4-BE49-F238E27FC236}">
                  <a16:creationId xmlns:a16="http://schemas.microsoft.com/office/drawing/2014/main" id="{15D07D9B-5448-498A-B68D-C65FD69E3A6E}"/>
                </a:ext>
              </a:extLst>
            </p:cNvPr>
            <p:cNvSpPr>
              <a:spLocks/>
            </p:cNvSpPr>
            <p:nvPr/>
          </p:nvSpPr>
          <p:spPr bwMode="auto">
            <a:xfrm rot="5400000">
              <a:off x="3847215" y="1745253"/>
              <a:ext cx="793396" cy="4342472"/>
            </a:xfrm>
            <a:prstGeom prst="round2SameRect">
              <a:avLst/>
            </a:prstGeom>
            <a:solidFill>
              <a:srgbClr val="70AD47">
                <a:lumMod val="75000"/>
              </a:srgbClr>
            </a:solidFill>
            <a:ln w="57150">
              <a:solidFill>
                <a:srgbClr val="70AD47">
                  <a:lumMod val="75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2" name="TextBox 51">
              <a:extLst>
                <a:ext uri="{FF2B5EF4-FFF2-40B4-BE49-F238E27FC236}">
                  <a16:creationId xmlns:a16="http://schemas.microsoft.com/office/drawing/2014/main" id="{38ADCDEF-9ADE-4990-911D-DB4A647079A9}"/>
                </a:ext>
              </a:extLst>
            </p:cNvPr>
            <p:cNvSpPr txBox="1"/>
            <p:nvPr/>
          </p:nvSpPr>
          <p:spPr>
            <a:xfrm>
              <a:off x="2316645" y="3484582"/>
              <a:ext cx="3661580" cy="8002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600" b="1" kern="0">
                  <a:solidFill>
                    <a:prstClr val="white"/>
                  </a:solidFill>
                  <a:latin typeface="Tahoma" pitchFamily="34" charset="0"/>
                  <a:ea typeface="Tahoma" pitchFamily="34" charset="0"/>
                  <a:cs typeface="Tahoma" pitchFamily="34" charset="0"/>
                </a:rPr>
                <a:t>Luyện tập</a:t>
              </a:r>
              <a:r>
                <a:rPr kumimoji="0" lang="en-US" sz="4600" b="1" i="0" u="none" strike="noStrike" kern="0" cap="none" spc="0" normalizeH="0" baseline="0" noProof="0">
                  <a:ln>
                    <a:noFill/>
                  </a:ln>
                  <a:solidFill>
                    <a:prstClr val="white"/>
                  </a:solidFill>
                  <a:effectLst/>
                  <a:uLnTx/>
                  <a:uFillTx/>
                  <a:latin typeface="Tahoma" pitchFamily="34" charset="0"/>
                  <a:ea typeface="Tahoma" pitchFamily="34" charset="0"/>
                  <a:cs typeface="Tahoma" pitchFamily="34" charset="0"/>
                </a:rPr>
                <a:t> 2</a:t>
              </a:r>
              <a:endParaRPr kumimoji="0" lang="en-US" sz="4600" b="1" i="0" u="none" strike="noStrike" kern="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p:grpSp>
          <p:nvGrpSpPr>
            <p:cNvPr id="53" name="Group 70">
              <a:extLst>
                <a:ext uri="{FF2B5EF4-FFF2-40B4-BE49-F238E27FC236}">
                  <a16:creationId xmlns:a16="http://schemas.microsoft.com/office/drawing/2014/main" id="{9DB54C55-6C13-4C06-B677-EB45AED0EF74}"/>
                </a:ext>
              </a:extLst>
            </p:cNvPr>
            <p:cNvGrpSpPr/>
            <p:nvPr/>
          </p:nvGrpSpPr>
          <p:grpSpPr>
            <a:xfrm>
              <a:off x="1311958" y="3405486"/>
              <a:ext cx="950173" cy="940513"/>
              <a:chOff x="1311958" y="3405486"/>
              <a:chExt cx="950173" cy="940513"/>
            </a:xfrm>
          </p:grpSpPr>
          <p:sp>
            <p:nvSpPr>
              <p:cNvPr id="54" name="Rectangle 53">
                <a:extLst>
                  <a:ext uri="{FF2B5EF4-FFF2-40B4-BE49-F238E27FC236}">
                    <a16:creationId xmlns:a16="http://schemas.microsoft.com/office/drawing/2014/main" id="{F43D8799-9111-4045-A7B0-7DF40BFE6CB2}"/>
                  </a:ext>
                </a:extLst>
              </p:cNvPr>
              <p:cNvSpPr/>
              <p:nvPr/>
            </p:nvSpPr>
            <p:spPr>
              <a:xfrm>
                <a:off x="1406975" y="3672018"/>
                <a:ext cx="596676" cy="54031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5" name="Freeform 13">
                <a:extLst>
                  <a:ext uri="{FF2B5EF4-FFF2-40B4-BE49-F238E27FC236}">
                    <a16:creationId xmlns:a16="http://schemas.microsoft.com/office/drawing/2014/main" id="{0964B461-7639-42FF-9628-5AEBCC705C50}"/>
                  </a:ext>
                </a:extLst>
              </p:cNvPr>
              <p:cNvSpPr>
                <a:spLocks noEditPoints="1"/>
              </p:cNvSpPr>
              <p:nvPr/>
            </p:nvSpPr>
            <p:spPr bwMode="auto">
              <a:xfrm>
                <a:off x="1311958" y="3581027"/>
                <a:ext cx="190035" cy="268948"/>
              </a:xfrm>
              <a:custGeom>
                <a:avLst/>
                <a:gdLst>
                  <a:gd name="T0" fmla="*/ 34 w 50"/>
                  <a:gd name="T1" fmla="*/ 16 h 71"/>
                  <a:gd name="T2" fmla="*/ 34 w 50"/>
                  <a:gd name="T3" fmla="*/ 55 h 71"/>
                  <a:gd name="T4" fmla="*/ 16 w 50"/>
                  <a:gd name="T5" fmla="*/ 55 h 71"/>
                  <a:gd name="T6" fmla="*/ 16 w 50"/>
                  <a:gd name="T7" fmla="*/ 16 h 71"/>
                  <a:gd name="T8" fmla="*/ 34 w 50"/>
                  <a:gd name="T9" fmla="*/ 16 h 71"/>
                  <a:gd name="T10" fmla="*/ 34 w 50"/>
                  <a:gd name="T11" fmla="*/ 0 h 71"/>
                  <a:gd name="T12" fmla="*/ 16 w 50"/>
                  <a:gd name="T13" fmla="*/ 0 h 71"/>
                  <a:gd name="T14" fmla="*/ 0 w 50"/>
                  <a:gd name="T15" fmla="*/ 16 h 71"/>
                  <a:gd name="T16" fmla="*/ 0 w 50"/>
                  <a:gd name="T17" fmla="*/ 55 h 71"/>
                  <a:gd name="T18" fmla="*/ 16 w 50"/>
                  <a:gd name="T19" fmla="*/ 71 h 71"/>
                  <a:gd name="T20" fmla="*/ 34 w 50"/>
                  <a:gd name="T21" fmla="*/ 71 h 71"/>
                  <a:gd name="T22" fmla="*/ 50 w 50"/>
                  <a:gd name="T23" fmla="*/ 55 h 71"/>
                  <a:gd name="T24" fmla="*/ 50 w 50"/>
                  <a:gd name="T25" fmla="*/ 16 h 71"/>
                  <a:gd name="T26" fmla="*/ 34 w 50"/>
                  <a:gd name="T2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1">
                    <a:moveTo>
                      <a:pt x="34" y="16"/>
                    </a:moveTo>
                    <a:cubicBezTo>
                      <a:pt x="34" y="55"/>
                      <a:pt x="34" y="55"/>
                      <a:pt x="34" y="55"/>
                    </a:cubicBezTo>
                    <a:cubicBezTo>
                      <a:pt x="16" y="55"/>
                      <a:pt x="16" y="55"/>
                      <a:pt x="16" y="55"/>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5"/>
                      <a:pt x="0" y="55"/>
                      <a:pt x="0" y="55"/>
                    </a:cubicBezTo>
                    <a:cubicBezTo>
                      <a:pt x="0" y="64"/>
                      <a:pt x="7" y="71"/>
                      <a:pt x="16" y="71"/>
                    </a:cubicBezTo>
                    <a:cubicBezTo>
                      <a:pt x="34" y="71"/>
                      <a:pt x="34" y="71"/>
                      <a:pt x="34" y="71"/>
                    </a:cubicBezTo>
                    <a:cubicBezTo>
                      <a:pt x="43" y="71"/>
                      <a:pt x="50" y="64"/>
                      <a:pt x="50" y="55"/>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6" name="Freeform 14">
                <a:extLst>
                  <a:ext uri="{FF2B5EF4-FFF2-40B4-BE49-F238E27FC236}">
                    <a16:creationId xmlns:a16="http://schemas.microsoft.com/office/drawing/2014/main" id="{2BD50541-A2D2-439A-9CFF-5A2D5CF0EAFB}"/>
                  </a:ext>
                </a:extLst>
              </p:cNvPr>
              <p:cNvSpPr>
                <a:spLocks noEditPoints="1"/>
              </p:cNvSpPr>
              <p:nvPr/>
            </p:nvSpPr>
            <p:spPr bwMode="auto">
              <a:xfrm>
                <a:off x="1311958" y="3581027"/>
                <a:ext cx="277000" cy="181983"/>
              </a:xfrm>
              <a:custGeom>
                <a:avLst/>
                <a:gdLst>
                  <a:gd name="T0" fmla="*/ 57 w 73"/>
                  <a:gd name="T1" fmla="*/ 16 h 48"/>
                  <a:gd name="T2" fmla="*/ 57 w 73"/>
                  <a:gd name="T3" fmla="*/ 32 h 48"/>
                  <a:gd name="T4" fmla="*/ 16 w 73"/>
                  <a:gd name="T5" fmla="*/ 32 h 48"/>
                  <a:gd name="T6" fmla="*/ 16 w 73"/>
                  <a:gd name="T7" fmla="*/ 16 h 48"/>
                  <a:gd name="T8" fmla="*/ 57 w 73"/>
                  <a:gd name="T9" fmla="*/ 16 h 48"/>
                  <a:gd name="T10" fmla="*/ 57 w 73"/>
                  <a:gd name="T11" fmla="*/ 0 h 48"/>
                  <a:gd name="T12" fmla="*/ 16 w 73"/>
                  <a:gd name="T13" fmla="*/ 0 h 48"/>
                  <a:gd name="T14" fmla="*/ 0 w 73"/>
                  <a:gd name="T15" fmla="*/ 16 h 48"/>
                  <a:gd name="T16" fmla="*/ 0 w 73"/>
                  <a:gd name="T17" fmla="*/ 32 h 48"/>
                  <a:gd name="T18" fmla="*/ 16 w 73"/>
                  <a:gd name="T19" fmla="*/ 48 h 48"/>
                  <a:gd name="T20" fmla="*/ 57 w 73"/>
                  <a:gd name="T21" fmla="*/ 48 h 48"/>
                  <a:gd name="T22" fmla="*/ 73 w 73"/>
                  <a:gd name="T23" fmla="*/ 32 h 48"/>
                  <a:gd name="T24" fmla="*/ 73 w 73"/>
                  <a:gd name="T25" fmla="*/ 16 h 48"/>
                  <a:gd name="T26" fmla="*/ 57 w 73"/>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8">
                    <a:moveTo>
                      <a:pt x="57" y="16"/>
                    </a:moveTo>
                    <a:cubicBezTo>
                      <a:pt x="57" y="32"/>
                      <a:pt x="57" y="32"/>
                      <a:pt x="57" y="32"/>
                    </a:cubicBezTo>
                    <a:cubicBezTo>
                      <a:pt x="16" y="32"/>
                      <a:pt x="16" y="32"/>
                      <a:pt x="16" y="32"/>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2"/>
                      <a:pt x="0" y="32"/>
                      <a:pt x="0" y="32"/>
                    </a:cubicBezTo>
                    <a:cubicBezTo>
                      <a:pt x="0" y="41"/>
                      <a:pt x="7" y="48"/>
                      <a:pt x="16" y="48"/>
                    </a:cubicBezTo>
                    <a:cubicBezTo>
                      <a:pt x="57" y="48"/>
                      <a:pt x="57" y="48"/>
                      <a:pt x="57" y="48"/>
                    </a:cubicBezTo>
                    <a:cubicBezTo>
                      <a:pt x="66" y="48"/>
                      <a:pt x="73" y="41"/>
                      <a:pt x="73" y="32"/>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7" name="Freeform 15">
                <a:extLst>
                  <a:ext uri="{FF2B5EF4-FFF2-40B4-BE49-F238E27FC236}">
                    <a16:creationId xmlns:a16="http://schemas.microsoft.com/office/drawing/2014/main" id="{25BBDF65-0816-4435-86C9-CE992D59BA26}"/>
                  </a:ext>
                </a:extLst>
              </p:cNvPr>
              <p:cNvSpPr>
                <a:spLocks noEditPoints="1"/>
              </p:cNvSpPr>
              <p:nvPr/>
            </p:nvSpPr>
            <p:spPr bwMode="auto">
              <a:xfrm>
                <a:off x="1563190" y="3581027"/>
                <a:ext cx="285052" cy="181983"/>
              </a:xfrm>
              <a:custGeom>
                <a:avLst/>
                <a:gdLst>
                  <a:gd name="T0" fmla="*/ 58 w 75"/>
                  <a:gd name="T1" fmla="*/ 16 h 48"/>
                  <a:gd name="T2" fmla="*/ 43 w 75"/>
                  <a:gd name="T3" fmla="*/ 32 h 48"/>
                  <a:gd name="T4" fmla="*/ 16 w 75"/>
                  <a:gd name="T5" fmla="*/ 32 h 48"/>
                  <a:gd name="T6" fmla="*/ 16 w 75"/>
                  <a:gd name="T7" fmla="*/ 16 h 48"/>
                  <a:gd name="T8" fmla="*/ 58 w 75"/>
                  <a:gd name="T9" fmla="*/ 16 h 48"/>
                  <a:gd name="T10" fmla="*/ 58 w 75"/>
                  <a:gd name="T11" fmla="*/ 0 h 48"/>
                  <a:gd name="T12" fmla="*/ 16 w 75"/>
                  <a:gd name="T13" fmla="*/ 0 h 48"/>
                  <a:gd name="T14" fmla="*/ 0 w 75"/>
                  <a:gd name="T15" fmla="*/ 16 h 48"/>
                  <a:gd name="T16" fmla="*/ 0 w 75"/>
                  <a:gd name="T17" fmla="*/ 32 h 48"/>
                  <a:gd name="T18" fmla="*/ 16 w 75"/>
                  <a:gd name="T19" fmla="*/ 48 h 48"/>
                  <a:gd name="T20" fmla="*/ 43 w 75"/>
                  <a:gd name="T21" fmla="*/ 48 h 48"/>
                  <a:gd name="T22" fmla="*/ 55 w 75"/>
                  <a:gd name="T23" fmla="*/ 43 h 48"/>
                  <a:gd name="T24" fmla="*/ 70 w 75"/>
                  <a:gd name="T25" fmla="*/ 26 h 48"/>
                  <a:gd name="T26" fmla="*/ 73 w 75"/>
                  <a:gd name="T27" fmla="*/ 9 h 48"/>
                  <a:gd name="T28" fmla="*/ 58 w 75"/>
                  <a:gd name="T2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8">
                    <a:moveTo>
                      <a:pt x="58" y="16"/>
                    </a:moveTo>
                    <a:cubicBezTo>
                      <a:pt x="43" y="32"/>
                      <a:pt x="43" y="32"/>
                      <a:pt x="43" y="32"/>
                    </a:cubicBezTo>
                    <a:cubicBezTo>
                      <a:pt x="16" y="32"/>
                      <a:pt x="16" y="32"/>
                      <a:pt x="16" y="32"/>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2"/>
                      <a:pt x="0" y="32"/>
                      <a:pt x="0" y="32"/>
                    </a:cubicBezTo>
                    <a:cubicBezTo>
                      <a:pt x="0" y="41"/>
                      <a:pt x="8" y="48"/>
                      <a:pt x="16" y="48"/>
                    </a:cubicBezTo>
                    <a:cubicBezTo>
                      <a:pt x="43" y="48"/>
                      <a:pt x="43" y="48"/>
                      <a:pt x="43" y="48"/>
                    </a:cubicBezTo>
                    <a:cubicBezTo>
                      <a:pt x="48" y="48"/>
                      <a:pt x="52" y="46"/>
                      <a:pt x="55" y="43"/>
                    </a:cubicBezTo>
                    <a:cubicBezTo>
                      <a:pt x="70" y="26"/>
                      <a:pt x="70" y="26"/>
                      <a:pt x="70" y="26"/>
                    </a:cubicBezTo>
                    <a:cubicBezTo>
                      <a:pt x="74" y="22"/>
                      <a:pt x="75" y="15"/>
                      <a:pt x="73" y="9"/>
                    </a:cubicBezTo>
                    <a:cubicBezTo>
                      <a:pt x="70" y="3"/>
                      <a:pt x="64"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8" name="Freeform 16">
                <a:extLst>
                  <a:ext uri="{FF2B5EF4-FFF2-40B4-BE49-F238E27FC236}">
                    <a16:creationId xmlns:a16="http://schemas.microsoft.com/office/drawing/2014/main" id="{D17517C7-E177-434D-8C4D-A78AAA7627E4}"/>
                  </a:ext>
                </a:extLst>
              </p:cNvPr>
              <p:cNvSpPr>
                <a:spLocks noEditPoints="1"/>
              </p:cNvSpPr>
              <p:nvPr/>
            </p:nvSpPr>
            <p:spPr bwMode="auto">
              <a:xfrm>
                <a:off x="1563190" y="4151132"/>
                <a:ext cx="280221" cy="194867"/>
              </a:xfrm>
              <a:custGeom>
                <a:avLst/>
                <a:gdLst>
                  <a:gd name="T0" fmla="*/ 58 w 74"/>
                  <a:gd name="T1" fmla="*/ 16 h 51"/>
                  <a:gd name="T2" fmla="*/ 58 w 74"/>
                  <a:gd name="T3" fmla="*/ 35 h 51"/>
                  <a:gd name="T4" fmla="*/ 16 w 74"/>
                  <a:gd name="T5" fmla="*/ 35 h 51"/>
                  <a:gd name="T6" fmla="*/ 16 w 74"/>
                  <a:gd name="T7" fmla="*/ 16 h 51"/>
                  <a:gd name="T8" fmla="*/ 58 w 74"/>
                  <a:gd name="T9" fmla="*/ 16 h 51"/>
                  <a:gd name="T10" fmla="*/ 58 w 74"/>
                  <a:gd name="T11" fmla="*/ 0 h 51"/>
                  <a:gd name="T12" fmla="*/ 16 w 74"/>
                  <a:gd name="T13" fmla="*/ 0 h 51"/>
                  <a:gd name="T14" fmla="*/ 0 w 74"/>
                  <a:gd name="T15" fmla="*/ 16 h 51"/>
                  <a:gd name="T16" fmla="*/ 0 w 74"/>
                  <a:gd name="T17" fmla="*/ 35 h 51"/>
                  <a:gd name="T18" fmla="*/ 16 w 74"/>
                  <a:gd name="T19" fmla="*/ 51 h 51"/>
                  <a:gd name="T20" fmla="*/ 58 w 74"/>
                  <a:gd name="T21" fmla="*/ 51 h 51"/>
                  <a:gd name="T22" fmla="*/ 74 w 74"/>
                  <a:gd name="T23" fmla="*/ 35 h 51"/>
                  <a:gd name="T24" fmla="*/ 74 w 74"/>
                  <a:gd name="T25" fmla="*/ 16 h 51"/>
                  <a:gd name="T26" fmla="*/ 58 w 74"/>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1">
                    <a:moveTo>
                      <a:pt x="58" y="16"/>
                    </a:moveTo>
                    <a:cubicBezTo>
                      <a:pt x="58" y="35"/>
                      <a:pt x="58" y="35"/>
                      <a:pt x="58" y="35"/>
                    </a:cubicBezTo>
                    <a:cubicBezTo>
                      <a:pt x="16" y="35"/>
                      <a:pt x="16" y="35"/>
                      <a:pt x="16" y="35"/>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5"/>
                      <a:pt x="0" y="35"/>
                      <a:pt x="0" y="35"/>
                    </a:cubicBezTo>
                    <a:cubicBezTo>
                      <a:pt x="0" y="43"/>
                      <a:pt x="8" y="51"/>
                      <a:pt x="16" y="51"/>
                    </a:cubicBezTo>
                    <a:cubicBezTo>
                      <a:pt x="58" y="51"/>
                      <a:pt x="58" y="51"/>
                      <a:pt x="58" y="51"/>
                    </a:cubicBezTo>
                    <a:cubicBezTo>
                      <a:pt x="67" y="51"/>
                      <a:pt x="74" y="43"/>
                      <a:pt x="74" y="35"/>
                    </a:cubicBezTo>
                    <a:cubicBezTo>
                      <a:pt x="74" y="16"/>
                      <a:pt x="74" y="16"/>
                      <a:pt x="74" y="16"/>
                    </a:cubicBezTo>
                    <a:cubicBezTo>
                      <a:pt x="74" y="7"/>
                      <a:pt x="67"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9" name="Freeform 17">
                <a:extLst>
                  <a:ext uri="{FF2B5EF4-FFF2-40B4-BE49-F238E27FC236}">
                    <a16:creationId xmlns:a16="http://schemas.microsoft.com/office/drawing/2014/main" id="{9B01B60B-B2FF-4665-8ED7-490257C21EAE}"/>
                  </a:ext>
                </a:extLst>
              </p:cNvPr>
              <p:cNvSpPr>
                <a:spLocks noEditPoints="1"/>
              </p:cNvSpPr>
              <p:nvPr/>
            </p:nvSpPr>
            <p:spPr bwMode="auto">
              <a:xfrm>
                <a:off x="1311958" y="4064167"/>
                <a:ext cx="19003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0" name="Freeform 18">
                <a:extLst>
                  <a:ext uri="{FF2B5EF4-FFF2-40B4-BE49-F238E27FC236}">
                    <a16:creationId xmlns:a16="http://schemas.microsoft.com/office/drawing/2014/main" id="{19109C17-AF6D-4476-A672-55EC71EF9A0D}"/>
                  </a:ext>
                </a:extLst>
              </p:cNvPr>
              <p:cNvSpPr>
                <a:spLocks noEditPoints="1"/>
              </p:cNvSpPr>
              <p:nvPr/>
            </p:nvSpPr>
            <p:spPr bwMode="auto">
              <a:xfrm>
                <a:off x="1311958" y="4151132"/>
                <a:ext cx="27700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1" name="Freeform 19">
                <a:extLst>
                  <a:ext uri="{FF2B5EF4-FFF2-40B4-BE49-F238E27FC236}">
                    <a16:creationId xmlns:a16="http://schemas.microsoft.com/office/drawing/2014/main" id="{81AC942F-911A-4CB3-9629-21F5E1B5FBC6}"/>
                  </a:ext>
                </a:extLst>
              </p:cNvPr>
              <p:cNvSpPr>
                <a:spLocks noEditPoints="1"/>
              </p:cNvSpPr>
              <p:nvPr/>
            </p:nvSpPr>
            <p:spPr bwMode="auto">
              <a:xfrm>
                <a:off x="1311958" y="3820986"/>
                <a:ext cx="19003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2" name="Freeform 20">
                <a:extLst>
                  <a:ext uri="{FF2B5EF4-FFF2-40B4-BE49-F238E27FC236}">
                    <a16:creationId xmlns:a16="http://schemas.microsoft.com/office/drawing/2014/main" id="{D9F382EA-F4E2-4501-BC82-C78D2C810BC9}"/>
                  </a:ext>
                </a:extLst>
              </p:cNvPr>
              <p:cNvSpPr>
                <a:spLocks noEditPoints="1"/>
              </p:cNvSpPr>
              <p:nvPr/>
            </p:nvSpPr>
            <p:spPr bwMode="auto">
              <a:xfrm>
                <a:off x="1907830" y="4064167"/>
                <a:ext cx="19164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3" name="Freeform 21">
                <a:extLst>
                  <a:ext uri="{FF2B5EF4-FFF2-40B4-BE49-F238E27FC236}">
                    <a16:creationId xmlns:a16="http://schemas.microsoft.com/office/drawing/2014/main" id="{F1ECB0E6-4452-4C42-BAAB-DC3E74C35AE2}"/>
                  </a:ext>
                </a:extLst>
              </p:cNvPr>
              <p:cNvSpPr>
                <a:spLocks noEditPoints="1"/>
              </p:cNvSpPr>
              <p:nvPr/>
            </p:nvSpPr>
            <p:spPr bwMode="auto">
              <a:xfrm>
                <a:off x="1820865" y="4151132"/>
                <a:ext cx="27861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4" name="Freeform 22">
                <a:extLst>
                  <a:ext uri="{FF2B5EF4-FFF2-40B4-BE49-F238E27FC236}">
                    <a16:creationId xmlns:a16="http://schemas.microsoft.com/office/drawing/2014/main" id="{4BAED771-D18E-4AB8-90C4-545B70E84253}"/>
                  </a:ext>
                </a:extLst>
              </p:cNvPr>
              <p:cNvSpPr>
                <a:spLocks noEditPoints="1"/>
              </p:cNvSpPr>
              <p:nvPr/>
            </p:nvSpPr>
            <p:spPr bwMode="auto">
              <a:xfrm>
                <a:off x="1907830" y="3820986"/>
                <a:ext cx="19164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5" name="Freeform 23">
                <a:extLst>
                  <a:ext uri="{FF2B5EF4-FFF2-40B4-BE49-F238E27FC236}">
                    <a16:creationId xmlns:a16="http://schemas.microsoft.com/office/drawing/2014/main" id="{9015FA6A-8E42-44EB-BD0B-B4F3C8124FCA}"/>
                  </a:ext>
                </a:extLst>
              </p:cNvPr>
              <p:cNvSpPr>
                <a:spLocks noEditPoints="1"/>
              </p:cNvSpPr>
              <p:nvPr/>
            </p:nvSpPr>
            <p:spPr bwMode="auto">
              <a:xfrm>
                <a:off x="1661428" y="3405486"/>
                <a:ext cx="600703" cy="594262"/>
              </a:xfrm>
              <a:custGeom>
                <a:avLst/>
                <a:gdLst>
                  <a:gd name="T0" fmla="*/ 105 w 158"/>
                  <a:gd name="T1" fmla="*/ 16 h 156"/>
                  <a:gd name="T2" fmla="*/ 140 w 158"/>
                  <a:gd name="T3" fmla="*/ 56 h 156"/>
                  <a:gd name="T4" fmla="*/ 56 w 158"/>
                  <a:gd name="T5" fmla="*/ 140 h 156"/>
                  <a:gd name="T6" fmla="*/ 17 w 158"/>
                  <a:gd name="T7" fmla="*/ 99 h 156"/>
                  <a:gd name="T8" fmla="*/ 105 w 158"/>
                  <a:gd name="T9" fmla="*/ 16 h 156"/>
                  <a:gd name="T10" fmla="*/ 105 w 158"/>
                  <a:gd name="T11" fmla="*/ 0 h 156"/>
                  <a:gd name="T12" fmla="*/ 94 w 158"/>
                  <a:gd name="T13" fmla="*/ 5 h 156"/>
                  <a:gd name="T14" fmla="*/ 6 w 158"/>
                  <a:gd name="T15" fmla="*/ 87 h 156"/>
                  <a:gd name="T16" fmla="*/ 5 w 158"/>
                  <a:gd name="T17" fmla="*/ 109 h 156"/>
                  <a:gd name="T18" fmla="*/ 44 w 158"/>
                  <a:gd name="T19" fmla="*/ 151 h 156"/>
                  <a:gd name="T20" fmla="*/ 55 w 158"/>
                  <a:gd name="T21" fmla="*/ 156 h 156"/>
                  <a:gd name="T22" fmla="*/ 56 w 158"/>
                  <a:gd name="T23" fmla="*/ 156 h 156"/>
                  <a:gd name="T24" fmla="*/ 67 w 158"/>
                  <a:gd name="T25" fmla="*/ 152 h 156"/>
                  <a:gd name="T26" fmla="*/ 151 w 158"/>
                  <a:gd name="T27" fmla="*/ 67 h 156"/>
                  <a:gd name="T28" fmla="*/ 152 w 158"/>
                  <a:gd name="T29" fmla="*/ 45 h 156"/>
                  <a:gd name="T30" fmla="*/ 117 w 158"/>
                  <a:gd name="T31" fmla="*/ 6 h 156"/>
                  <a:gd name="T32" fmla="*/ 105 w 158"/>
                  <a:gd name="T33" fmla="*/ 0 h 156"/>
                  <a:gd name="T34" fmla="*/ 105 w 158"/>
                  <a:gd name="T3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 h="156">
                    <a:moveTo>
                      <a:pt x="105" y="16"/>
                    </a:moveTo>
                    <a:cubicBezTo>
                      <a:pt x="140" y="56"/>
                      <a:pt x="140" y="56"/>
                      <a:pt x="140" y="56"/>
                    </a:cubicBezTo>
                    <a:cubicBezTo>
                      <a:pt x="56" y="140"/>
                      <a:pt x="56" y="140"/>
                      <a:pt x="56" y="140"/>
                    </a:cubicBezTo>
                    <a:cubicBezTo>
                      <a:pt x="17" y="99"/>
                      <a:pt x="17" y="99"/>
                      <a:pt x="17" y="99"/>
                    </a:cubicBezTo>
                    <a:cubicBezTo>
                      <a:pt x="105" y="16"/>
                      <a:pt x="105" y="16"/>
                      <a:pt x="105" y="16"/>
                    </a:cubicBezTo>
                    <a:moveTo>
                      <a:pt x="105" y="0"/>
                    </a:moveTo>
                    <a:cubicBezTo>
                      <a:pt x="101" y="0"/>
                      <a:pt x="97" y="2"/>
                      <a:pt x="94" y="5"/>
                    </a:cubicBezTo>
                    <a:cubicBezTo>
                      <a:pt x="6" y="87"/>
                      <a:pt x="6" y="87"/>
                      <a:pt x="6" y="87"/>
                    </a:cubicBezTo>
                    <a:cubicBezTo>
                      <a:pt x="0" y="93"/>
                      <a:pt x="0" y="103"/>
                      <a:pt x="5" y="109"/>
                    </a:cubicBezTo>
                    <a:cubicBezTo>
                      <a:pt x="44" y="151"/>
                      <a:pt x="44" y="151"/>
                      <a:pt x="44" y="151"/>
                    </a:cubicBezTo>
                    <a:cubicBezTo>
                      <a:pt x="47" y="154"/>
                      <a:pt x="51" y="156"/>
                      <a:pt x="55" y="156"/>
                    </a:cubicBezTo>
                    <a:cubicBezTo>
                      <a:pt x="55" y="156"/>
                      <a:pt x="56" y="156"/>
                      <a:pt x="56" y="156"/>
                    </a:cubicBezTo>
                    <a:cubicBezTo>
                      <a:pt x="60" y="156"/>
                      <a:pt x="64" y="155"/>
                      <a:pt x="67" y="152"/>
                    </a:cubicBezTo>
                    <a:cubicBezTo>
                      <a:pt x="151" y="67"/>
                      <a:pt x="151" y="67"/>
                      <a:pt x="151" y="67"/>
                    </a:cubicBezTo>
                    <a:cubicBezTo>
                      <a:pt x="157" y="61"/>
                      <a:pt x="158" y="52"/>
                      <a:pt x="152" y="45"/>
                    </a:cubicBezTo>
                    <a:cubicBezTo>
                      <a:pt x="117" y="6"/>
                      <a:pt x="117" y="6"/>
                      <a:pt x="117" y="6"/>
                    </a:cubicBezTo>
                    <a:cubicBezTo>
                      <a:pt x="114" y="3"/>
                      <a:pt x="110" y="1"/>
                      <a:pt x="105" y="0"/>
                    </a:cubicBezTo>
                    <a:cubicBezTo>
                      <a:pt x="105" y="0"/>
                      <a:pt x="105" y="0"/>
                      <a:pt x="105"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6" name="Freeform 24">
                <a:extLst>
                  <a:ext uri="{FF2B5EF4-FFF2-40B4-BE49-F238E27FC236}">
                    <a16:creationId xmlns:a16="http://schemas.microsoft.com/office/drawing/2014/main" id="{67CF42F9-44A5-43B1-8433-A9E6B4A6ADC5}"/>
                  </a:ext>
                </a:extLst>
              </p:cNvPr>
              <p:cNvSpPr>
                <a:spLocks noEditPoints="1"/>
              </p:cNvSpPr>
              <p:nvPr/>
            </p:nvSpPr>
            <p:spPr bwMode="auto">
              <a:xfrm>
                <a:off x="1555138" y="3790388"/>
                <a:ext cx="318872" cy="293105"/>
              </a:xfrm>
              <a:custGeom>
                <a:avLst/>
                <a:gdLst>
                  <a:gd name="T0" fmla="*/ 32 w 84"/>
                  <a:gd name="T1" fmla="*/ 16 h 77"/>
                  <a:gd name="T2" fmla="*/ 67 w 84"/>
                  <a:gd name="T3" fmla="*/ 50 h 77"/>
                  <a:gd name="T4" fmla="*/ 17 w 84"/>
                  <a:gd name="T5" fmla="*/ 61 h 77"/>
                  <a:gd name="T6" fmla="*/ 32 w 84"/>
                  <a:gd name="T7" fmla="*/ 16 h 77"/>
                  <a:gd name="T8" fmla="*/ 32 w 84"/>
                  <a:gd name="T9" fmla="*/ 0 h 77"/>
                  <a:gd name="T10" fmla="*/ 28 w 84"/>
                  <a:gd name="T11" fmla="*/ 1 h 77"/>
                  <a:gd name="T12" fmla="*/ 17 w 84"/>
                  <a:gd name="T13" fmla="*/ 11 h 77"/>
                  <a:gd name="T14" fmla="*/ 2 w 84"/>
                  <a:gd name="T15" fmla="*/ 56 h 77"/>
                  <a:gd name="T16" fmla="*/ 5 w 84"/>
                  <a:gd name="T17" fmla="*/ 72 h 77"/>
                  <a:gd name="T18" fmla="*/ 17 w 84"/>
                  <a:gd name="T19" fmla="*/ 77 h 77"/>
                  <a:gd name="T20" fmla="*/ 20 w 84"/>
                  <a:gd name="T21" fmla="*/ 76 h 77"/>
                  <a:gd name="T22" fmla="*/ 71 w 84"/>
                  <a:gd name="T23" fmla="*/ 65 h 77"/>
                  <a:gd name="T24" fmla="*/ 83 w 84"/>
                  <a:gd name="T25" fmla="*/ 54 h 77"/>
                  <a:gd name="T26" fmla="*/ 78 w 84"/>
                  <a:gd name="T27" fmla="*/ 38 h 77"/>
                  <a:gd name="T28" fmla="*/ 43 w 84"/>
                  <a:gd name="T29" fmla="*/ 5 h 77"/>
                  <a:gd name="T30" fmla="*/ 32 w 84"/>
                  <a:gd name="T3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77">
                    <a:moveTo>
                      <a:pt x="32" y="16"/>
                    </a:moveTo>
                    <a:cubicBezTo>
                      <a:pt x="67" y="50"/>
                      <a:pt x="67" y="50"/>
                      <a:pt x="67" y="50"/>
                    </a:cubicBezTo>
                    <a:cubicBezTo>
                      <a:pt x="17" y="61"/>
                      <a:pt x="17" y="61"/>
                      <a:pt x="17" y="61"/>
                    </a:cubicBezTo>
                    <a:cubicBezTo>
                      <a:pt x="32" y="16"/>
                      <a:pt x="32" y="16"/>
                      <a:pt x="32" y="16"/>
                    </a:cubicBezTo>
                    <a:moveTo>
                      <a:pt x="32" y="0"/>
                    </a:moveTo>
                    <a:cubicBezTo>
                      <a:pt x="31" y="0"/>
                      <a:pt x="29" y="0"/>
                      <a:pt x="28" y="1"/>
                    </a:cubicBezTo>
                    <a:cubicBezTo>
                      <a:pt x="23" y="2"/>
                      <a:pt x="18" y="6"/>
                      <a:pt x="17" y="11"/>
                    </a:cubicBezTo>
                    <a:cubicBezTo>
                      <a:pt x="2" y="56"/>
                      <a:pt x="2" y="56"/>
                      <a:pt x="2" y="56"/>
                    </a:cubicBezTo>
                    <a:cubicBezTo>
                      <a:pt x="0" y="61"/>
                      <a:pt x="1" y="67"/>
                      <a:pt x="5" y="72"/>
                    </a:cubicBezTo>
                    <a:cubicBezTo>
                      <a:pt x="8" y="75"/>
                      <a:pt x="12" y="77"/>
                      <a:pt x="17" y="77"/>
                    </a:cubicBezTo>
                    <a:cubicBezTo>
                      <a:pt x="18" y="77"/>
                      <a:pt x="19" y="77"/>
                      <a:pt x="20" y="76"/>
                    </a:cubicBezTo>
                    <a:cubicBezTo>
                      <a:pt x="71" y="65"/>
                      <a:pt x="71" y="65"/>
                      <a:pt x="71" y="65"/>
                    </a:cubicBezTo>
                    <a:cubicBezTo>
                      <a:pt x="77" y="64"/>
                      <a:pt x="81" y="59"/>
                      <a:pt x="83" y="54"/>
                    </a:cubicBezTo>
                    <a:cubicBezTo>
                      <a:pt x="84" y="48"/>
                      <a:pt x="83" y="42"/>
                      <a:pt x="78" y="38"/>
                    </a:cubicBezTo>
                    <a:cubicBezTo>
                      <a:pt x="43" y="5"/>
                      <a:pt x="43" y="5"/>
                      <a:pt x="43" y="5"/>
                    </a:cubicBezTo>
                    <a:cubicBezTo>
                      <a:pt x="40" y="2"/>
                      <a:pt x="36" y="0"/>
                      <a:pt x="32"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7" name="Freeform 25">
                <a:extLst>
                  <a:ext uri="{FF2B5EF4-FFF2-40B4-BE49-F238E27FC236}">
                    <a16:creationId xmlns:a16="http://schemas.microsoft.com/office/drawing/2014/main" id="{024383A2-15A9-46AB-9836-B440A160DEB9}"/>
                  </a:ext>
                </a:extLst>
              </p:cNvPr>
              <p:cNvSpPr>
                <a:spLocks/>
              </p:cNvSpPr>
              <p:nvPr/>
            </p:nvSpPr>
            <p:spPr bwMode="auto">
              <a:xfrm>
                <a:off x="1371545" y="3642225"/>
                <a:ext cx="69249" cy="148163"/>
              </a:xfrm>
              <a:custGeom>
                <a:avLst/>
                <a:gdLst>
                  <a:gd name="T0" fmla="*/ 0 w 43"/>
                  <a:gd name="T1" fmla="*/ 0 h 92"/>
                  <a:gd name="T2" fmla="*/ 43 w 43"/>
                  <a:gd name="T3" fmla="*/ 0 h 92"/>
                  <a:gd name="T4" fmla="*/ 43 w 43"/>
                  <a:gd name="T5" fmla="*/ 92 h 92"/>
                  <a:gd name="T6" fmla="*/ 0 w 43"/>
                  <a:gd name="T7" fmla="*/ 92 h 92"/>
                  <a:gd name="T8" fmla="*/ 0 w 43"/>
                  <a:gd name="T9" fmla="*/ 0 h 92"/>
                  <a:gd name="T10" fmla="*/ 0 w 43"/>
                  <a:gd name="T11" fmla="*/ 0 h 92"/>
                </a:gdLst>
                <a:ahLst/>
                <a:cxnLst>
                  <a:cxn ang="0">
                    <a:pos x="T0" y="T1"/>
                  </a:cxn>
                  <a:cxn ang="0">
                    <a:pos x="T2" y="T3"/>
                  </a:cxn>
                  <a:cxn ang="0">
                    <a:pos x="T4" y="T5"/>
                  </a:cxn>
                  <a:cxn ang="0">
                    <a:pos x="T6" y="T7"/>
                  </a:cxn>
                  <a:cxn ang="0">
                    <a:pos x="T8" y="T9"/>
                  </a:cxn>
                  <a:cxn ang="0">
                    <a:pos x="T10" y="T11"/>
                  </a:cxn>
                </a:cxnLst>
                <a:rect l="0" t="0" r="r" b="b"/>
                <a:pathLst>
                  <a:path w="43" h="92">
                    <a:moveTo>
                      <a:pt x="0" y="0"/>
                    </a:moveTo>
                    <a:lnTo>
                      <a:pt x="43" y="0"/>
                    </a:lnTo>
                    <a:lnTo>
                      <a:pt x="43" y="92"/>
                    </a:lnTo>
                    <a:lnTo>
                      <a:pt x="0" y="92"/>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8" name="Freeform 26">
                <a:extLst>
                  <a:ext uri="{FF2B5EF4-FFF2-40B4-BE49-F238E27FC236}">
                    <a16:creationId xmlns:a16="http://schemas.microsoft.com/office/drawing/2014/main" id="{CBBC424F-E267-4294-AC7B-C2A365F10E51}"/>
                  </a:ext>
                </a:extLst>
              </p:cNvPr>
              <p:cNvSpPr>
                <a:spLocks/>
              </p:cNvSpPr>
              <p:nvPr/>
            </p:nvSpPr>
            <p:spPr bwMode="auto">
              <a:xfrm>
                <a:off x="1371545" y="3642225"/>
                <a:ext cx="156215" cy="59588"/>
              </a:xfrm>
              <a:custGeom>
                <a:avLst/>
                <a:gdLst>
                  <a:gd name="T0" fmla="*/ 0 w 97"/>
                  <a:gd name="T1" fmla="*/ 0 h 37"/>
                  <a:gd name="T2" fmla="*/ 97 w 97"/>
                  <a:gd name="T3" fmla="*/ 0 h 37"/>
                  <a:gd name="T4" fmla="*/ 97 w 97"/>
                  <a:gd name="T5" fmla="*/ 37 h 37"/>
                  <a:gd name="T6" fmla="*/ 0 w 97"/>
                  <a:gd name="T7" fmla="*/ 37 h 37"/>
                  <a:gd name="T8" fmla="*/ 0 w 97"/>
                  <a:gd name="T9" fmla="*/ 0 h 37"/>
                  <a:gd name="T10" fmla="*/ 0 w 97"/>
                  <a:gd name="T11" fmla="*/ 0 h 37"/>
                </a:gdLst>
                <a:ahLst/>
                <a:cxnLst>
                  <a:cxn ang="0">
                    <a:pos x="T0" y="T1"/>
                  </a:cxn>
                  <a:cxn ang="0">
                    <a:pos x="T2" y="T3"/>
                  </a:cxn>
                  <a:cxn ang="0">
                    <a:pos x="T4" y="T5"/>
                  </a:cxn>
                  <a:cxn ang="0">
                    <a:pos x="T6" y="T7"/>
                  </a:cxn>
                  <a:cxn ang="0">
                    <a:pos x="T8" y="T9"/>
                  </a:cxn>
                  <a:cxn ang="0">
                    <a:pos x="T10" y="T11"/>
                  </a:cxn>
                </a:cxnLst>
                <a:rect l="0" t="0" r="r" b="b"/>
                <a:pathLst>
                  <a:path w="97" h="37">
                    <a:moveTo>
                      <a:pt x="0" y="0"/>
                    </a:moveTo>
                    <a:lnTo>
                      <a:pt x="97" y="0"/>
                    </a:lnTo>
                    <a:lnTo>
                      <a:pt x="97" y="37"/>
                    </a:lnTo>
                    <a:lnTo>
                      <a:pt x="0" y="37"/>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9" name="Freeform 27">
                <a:extLst>
                  <a:ext uri="{FF2B5EF4-FFF2-40B4-BE49-F238E27FC236}">
                    <a16:creationId xmlns:a16="http://schemas.microsoft.com/office/drawing/2014/main" id="{E10F5550-7A5C-4D04-AF81-314FA07D9743}"/>
                  </a:ext>
                </a:extLst>
              </p:cNvPr>
              <p:cNvSpPr>
                <a:spLocks/>
              </p:cNvSpPr>
              <p:nvPr/>
            </p:nvSpPr>
            <p:spPr bwMode="auto">
              <a:xfrm>
                <a:off x="1622777" y="3642225"/>
                <a:ext cx="161046" cy="59588"/>
              </a:xfrm>
              <a:custGeom>
                <a:avLst/>
                <a:gdLst>
                  <a:gd name="T0" fmla="*/ 0 w 100"/>
                  <a:gd name="T1" fmla="*/ 37 h 37"/>
                  <a:gd name="T2" fmla="*/ 0 w 100"/>
                  <a:gd name="T3" fmla="*/ 0 h 37"/>
                  <a:gd name="T4" fmla="*/ 100 w 100"/>
                  <a:gd name="T5" fmla="*/ 0 h 37"/>
                  <a:gd name="T6" fmla="*/ 64 w 100"/>
                  <a:gd name="T7" fmla="*/ 37 h 37"/>
                  <a:gd name="T8" fmla="*/ 0 w 100"/>
                  <a:gd name="T9" fmla="*/ 37 h 37"/>
                  <a:gd name="T10" fmla="*/ 0 w 100"/>
                  <a:gd name="T11" fmla="*/ 37 h 37"/>
                  <a:gd name="T12" fmla="*/ 0 w 100"/>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100" h="37">
                    <a:moveTo>
                      <a:pt x="0" y="37"/>
                    </a:moveTo>
                    <a:lnTo>
                      <a:pt x="0" y="0"/>
                    </a:lnTo>
                    <a:lnTo>
                      <a:pt x="100" y="0"/>
                    </a:lnTo>
                    <a:lnTo>
                      <a:pt x="64" y="37"/>
                    </a:lnTo>
                    <a:lnTo>
                      <a:pt x="0" y="37"/>
                    </a:lnTo>
                    <a:lnTo>
                      <a:pt x="0" y="37"/>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0" name="Freeform 28">
                <a:extLst>
                  <a:ext uri="{FF2B5EF4-FFF2-40B4-BE49-F238E27FC236}">
                    <a16:creationId xmlns:a16="http://schemas.microsoft.com/office/drawing/2014/main" id="{C84E9659-ABE6-4728-B9E2-CF1DABABE7FE}"/>
                  </a:ext>
                </a:extLst>
              </p:cNvPr>
              <p:cNvSpPr>
                <a:spLocks/>
              </p:cNvSpPr>
              <p:nvPr/>
            </p:nvSpPr>
            <p:spPr bwMode="auto">
              <a:xfrm>
                <a:off x="1622777" y="4212330"/>
                <a:ext cx="161046" cy="72471"/>
              </a:xfrm>
              <a:custGeom>
                <a:avLst/>
                <a:gdLst>
                  <a:gd name="T0" fmla="*/ 0 w 100"/>
                  <a:gd name="T1" fmla="*/ 0 h 45"/>
                  <a:gd name="T2" fmla="*/ 100 w 100"/>
                  <a:gd name="T3" fmla="*/ 0 h 45"/>
                  <a:gd name="T4" fmla="*/ 100 w 100"/>
                  <a:gd name="T5" fmla="*/ 45 h 45"/>
                  <a:gd name="T6" fmla="*/ 0 w 100"/>
                  <a:gd name="T7" fmla="*/ 45 h 45"/>
                  <a:gd name="T8" fmla="*/ 0 w 100"/>
                  <a:gd name="T9" fmla="*/ 0 h 45"/>
                  <a:gd name="T10" fmla="*/ 0 w 100"/>
                  <a:gd name="T11" fmla="*/ 0 h 45"/>
                </a:gdLst>
                <a:ahLst/>
                <a:cxnLst>
                  <a:cxn ang="0">
                    <a:pos x="T0" y="T1"/>
                  </a:cxn>
                  <a:cxn ang="0">
                    <a:pos x="T2" y="T3"/>
                  </a:cxn>
                  <a:cxn ang="0">
                    <a:pos x="T4" y="T5"/>
                  </a:cxn>
                  <a:cxn ang="0">
                    <a:pos x="T6" y="T7"/>
                  </a:cxn>
                  <a:cxn ang="0">
                    <a:pos x="T8" y="T9"/>
                  </a:cxn>
                  <a:cxn ang="0">
                    <a:pos x="T10" y="T11"/>
                  </a:cxn>
                </a:cxnLst>
                <a:rect l="0" t="0" r="r" b="b"/>
                <a:pathLst>
                  <a:path w="100" h="45">
                    <a:moveTo>
                      <a:pt x="0" y="0"/>
                    </a:moveTo>
                    <a:lnTo>
                      <a:pt x="100" y="0"/>
                    </a:lnTo>
                    <a:lnTo>
                      <a:pt x="100"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1" name="Freeform 29">
                <a:extLst>
                  <a:ext uri="{FF2B5EF4-FFF2-40B4-BE49-F238E27FC236}">
                    <a16:creationId xmlns:a16="http://schemas.microsoft.com/office/drawing/2014/main" id="{916FD9E1-4B27-47DC-BD7B-069CB432303C}"/>
                  </a:ext>
                </a:extLst>
              </p:cNvPr>
              <p:cNvSpPr>
                <a:spLocks/>
              </p:cNvSpPr>
              <p:nvPr/>
            </p:nvSpPr>
            <p:spPr bwMode="auto">
              <a:xfrm>
                <a:off x="1371545"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2" name="Freeform 30">
                <a:extLst>
                  <a:ext uri="{FF2B5EF4-FFF2-40B4-BE49-F238E27FC236}">
                    <a16:creationId xmlns:a16="http://schemas.microsoft.com/office/drawing/2014/main" id="{B4BE53A6-C202-4DAE-812F-04AC26C7D3EF}"/>
                  </a:ext>
                </a:extLst>
              </p:cNvPr>
              <p:cNvSpPr>
                <a:spLocks/>
              </p:cNvSpPr>
              <p:nvPr/>
            </p:nvSpPr>
            <p:spPr bwMode="auto">
              <a:xfrm>
                <a:off x="1371545"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3" name="Freeform 31">
                <a:extLst>
                  <a:ext uri="{FF2B5EF4-FFF2-40B4-BE49-F238E27FC236}">
                    <a16:creationId xmlns:a16="http://schemas.microsoft.com/office/drawing/2014/main" id="{F246C574-3DC7-4E89-8F0D-9001EDC8B76B}"/>
                  </a:ext>
                </a:extLst>
              </p:cNvPr>
              <p:cNvSpPr>
                <a:spLocks/>
              </p:cNvSpPr>
              <p:nvPr/>
            </p:nvSpPr>
            <p:spPr bwMode="auto">
              <a:xfrm>
                <a:off x="1371545"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4" name="Freeform 32">
                <a:extLst>
                  <a:ext uri="{FF2B5EF4-FFF2-40B4-BE49-F238E27FC236}">
                    <a16:creationId xmlns:a16="http://schemas.microsoft.com/office/drawing/2014/main" id="{BB0DA318-2CD7-4778-97E0-E0DF3F1EDECE}"/>
                  </a:ext>
                </a:extLst>
              </p:cNvPr>
              <p:cNvSpPr>
                <a:spLocks/>
              </p:cNvSpPr>
              <p:nvPr/>
            </p:nvSpPr>
            <p:spPr bwMode="auto">
              <a:xfrm>
                <a:off x="1969027"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5" name="Freeform 33">
                <a:extLst>
                  <a:ext uri="{FF2B5EF4-FFF2-40B4-BE49-F238E27FC236}">
                    <a16:creationId xmlns:a16="http://schemas.microsoft.com/office/drawing/2014/main" id="{A1AF9A78-9612-4282-8B72-B07DA777B19E}"/>
                  </a:ext>
                </a:extLst>
              </p:cNvPr>
              <p:cNvSpPr>
                <a:spLocks/>
              </p:cNvSpPr>
              <p:nvPr/>
            </p:nvSpPr>
            <p:spPr bwMode="auto">
              <a:xfrm>
                <a:off x="1882062"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6" name="Freeform 34">
                <a:extLst>
                  <a:ext uri="{FF2B5EF4-FFF2-40B4-BE49-F238E27FC236}">
                    <a16:creationId xmlns:a16="http://schemas.microsoft.com/office/drawing/2014/main" id="{5942A584-5791-42D4-BE98-AA5043743485}"/>
                  </a:ext>
                </a:extLst>
              </p:cNvPr>
              <p:cNvSpPr>
                <a:spLocks/>
              </p:cNvSpPr>
              <p:nvPr/>
            </p:nvSpPr>
            <p:spPr bwMode="auto">
              <a:xfrm>
                <a:off x="1969027"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7" name="Freeform 35">
                <a:extLst>
                  <a:ext uri="{FF2B5EF4-FFF2-40B4-BE49-F238E27FC236}">
                    <a16:creationId xmlns:a16="http://schemas.microsoft.com/office/drawing/2014/main" id="{6FEBF141-B9BB-46D8-8EAC-1E8BE7F3F09B}"/>
                  </a:ext>
                </a:extLst>
              </p:cNvPr>
              <p:cNvSpPr>
                <a:spLocks/>
              </p:cNvSpPr>
              <p:nvPr/>
            </p:nvSpPr>
            <p:spPr bwMode="auto">
              <a:xfrm>
                <a:off x="1725847" y="3466684"/>
                <a:ext cx="468645" cy="471867"/>
              </a:xfrm>
              <a:custGeom>
                <a:avLst/>
                <a:gdLst>
                  <a:gd name="T0" fmla="*/ 208 w 291"/>
                  <a:gd name="T1" fmla="*/ 0 h 293"/>
                  <a:gd name="T2" fmla="*/ 0 w 291"/>
                  <a:gd name="T3" fmla="*/ 196 h 293"/>
                  <a:gd name="T4" fmla="*/ 92 w 291"/>
                  <a:gd name="T5" fmla="*/ 293 h 293"/>
                  <a:gd name="T6" fmla="*/ 291 w 291"/>
                  <a:gd name="T7" fmla="*/ 94 h 293"/>
                  <a:gd name="T8" fmla="*/ 208 w 291"/>
                  <a:gd name="T9" fmla="*/ 0 h 293"/>
                  <a:gd name="T10" fmla="*/ 208 w 291"/>
                  <a:gd name="T11" fmla="*/ 0 h 293"/>
                  <a:gd name="T12" fmla="*/ 208 w 291"/>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91" h="293">
                    <a:moveTo>
                      <a:pt x="208" y="0"/>
                    </a:moveTo>
                    <a:lnTo>
                      <a:pt x="0" y="196"/>
                    </a:lnTo>
                    <a:lnTo>
                      <a:pt x="92" y="293"/>
                    </a:lnTo>
                    <a:lnTo>
                      <a:pt x="291" y="94"/>
                    </a:lnTo>
                    <a:lnTo>
                      <a:pt x="208" y="0"/>
                    </a:lnTo>
                    <a:lnTo>
                      <a:pt x="208" y="0"/>
                    </a:lnTo>
                    <a:lnTo>
                      <a:pt x="20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8" name="Freeform 36">
                <a:extLst>
                  <a:ext uri="{FF2B5EF4-FFF2-40B4-BE49-F238E27FC236}">
                    <a16:creationId xmlns:a16="http://schemas.microsoft.com/office/drawing/2014/main" id="{8E06B4B8-B73A-41C4-BC84-349F7E2A0913}"/>
                  </a:ext>
                </a:extLst>
              </p:cNvPr>
              <p:cNvSpPr>
                <a:spLocks/>
              </p:cNvSpPr>
              <p:nvPr/>
            </p:nvSpPr>
            <p:spPr bwMode="auto">
              <a:xfrm>
                <a:off x="1619556" y="3849975"/>
                <a:ext cx="190035" cy="172320"/>
              </a:xfrm>
              <a:custGeom>
                <a:avLst/>
                <a:gdLst>
                  <a:gd name="T0" fmla="*/ 35 w 118"/>
                  <a:gd name="T1" fmla="*/ 0 h 107"/>
                  <a:gd name="T2" fmla="*/ 0 w 118"/>
                  <a:gd name="T3" fmla="*/ 107 h 107"/>
                  <a:gd name="T4" fmla="*/ 118 w 118"/>
                  <a:gd name="T5" fmla="*/ 81 h 107"/>
                  <a:gd name="T6" fmla="*/ 35 w 118"/>
                  <a:gd name="T7" fmla="*/ 0 h 107"/>
                  <a:gd name="T8" fmla="*/ 35 w 118"/>
                  <a:gd name="T9" fmla="*/ 0 h 107"/>
                  <a:gd name="T10" fmla="*/ 35 w 118"/>
                  <a:gd name="T11" fmla="*/ 0 h 107"/>
                </a:gdLst>
                <a:ahLst/>
                <a:cxnLst>
                  <a:cxn ang="0">
                    <a:pos x="T0" y="T1"/>
                  </a:cxn>
                  <a:cxn ang="0">
                    <a:pos x="T2" y="T3"/>
                  </a:cxn>
                  <a:cxn ang="0">
                    <a:pos x="T4" y="T5"/>
                  </a:cxn>
                  <a:cxn ang="0">
                    <a:pos x="T6" y="T7"/>
                  </a:cxn>
                  <a:cxn ang="0">
                    <a:pos x="T8" y="T9"/>
                  </a:cxn>
                  <a:cxn ang="0">
                    <a:pos x="T10" y="T11"/>
                  </a:cxn>
                </a:cxnLst>
                <a:rect l="0" t="0" r="r" b="b"/>
                <a:pathLst>
                  <a:path w="118" h="107">
                    <a:moveTo>
                      <a:pt x="35" y="0"/>
                    </a:moveTo>
                    <a:lnTo>
                      <a:pt x="0" y="107"/>
                    </a:lnTo>
                    <a:lnTo>
                      <a:pt x="118" y="81"/>
                    </a:lnTo>
                    <a:lnTo>
                      <a:pt x="35" y="0"/>
                    </a:lnTo>
                    <a:lnTo>
                      <a:pt x="35" y="0"/>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7C93031B-F06C-433E-87D1-6F0F3294C852}"/>
                  </a:ext>
                </a:extLst>
              </p:cNvPr>
              <p:cNvSpPr txBox="1"/>
              <p:nvPr/>
            </p:nvSpPr>
            <p:spPr>
              <a:xfrm>
                <a:off x="1462486" y="3734812"/>
                <a:ext cx="21854714" cy="3046988"/>
              </a:xfrm>
              <a:prstGeom prst="rect">
                <a:avLst/>
              </a:prstGeom>
              <a:noFill/>
            </p:spPr>
            <p:txBody>
              <a:bodyPr wrap="square">
                <a:spAutoFit/>
              </a:bodyPr>
              <a:lstStyle/>
              <a:p>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Phát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biểu</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phủ</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định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của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mỗi</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sau</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xác</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định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tính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đúng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sai</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của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phủ</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định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đó</a:t>
                </a:r>
                <a:r>
                  <a:rPr lang="fr-FR" sz="4800" b="1" dirty="0">
                    <a:latin typeface="Tahoma" panose="020B0604030504040204" pitchFamily="34" charset="0"/>
                    <a:ea typeface="Tahoma" panose="020B0604030504040204" pitchFamily="34" charset="0"/>
                    <a:cs typeface="Tahoma" panose="020B0604030504040204" pitchFamily="34" charset="0"/>
                  </a:rPr>
                  <a:t>.</a:t>
                </a:r>
              </a:p>
              <a:p>
                <a:r>
                  <a:rPr lang="fr-FR" sz="4800" b="1" i="1" dirty="0">
                    <a:latin typeface="Tahoma" panose="020B0604030504040204" pitchFamily="34" charset="0"/>
                    <a:ea typeface="Tahoma" panose="020B0604030504040204" pitchFamily="34" charset="0"/>
                    <a:cs typeface="Tahoma" panose="020B0604030504040204" pitchFamily="34" charset="0"/>
                  </a:rPr>
                  <a:t>	P</a:t>
                </a:r>
                <a:r>
                  <a:rPr lang="vi-VN" sz="4800" b="1" i="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 “2022 chia </a:t>
                </a:r>
                <a:r>
                  <a:rPr lang="fr-FR" sz="4800" b="1" dirty="0" err="1">
                    <a:latin typeface="Tahoma" panose="020B0604030504040204" pitchFamily="34" charset="0"/>
                    <a:ea typeface="Tahoma" panose="020B0604030504040204" pitchFamily="34" charset="0"/>
                    <a:cs typeface="Tahoma" panose="020B0604030504040204" pitchFamily="34" charset="0"/>
                  </a:rPr>
                  <a:t>hết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cho</a:t>
                </a:r>
                <a:r>
                  <a:rPr lang="fr-FR" sz="4800" b="1" dirty="0">
                    <a:latin typeface="Tahoma" panose="020B0604030504040204" pitchFamily="34" charset="0"/>
                    <a:ea typeface="Tahoma" panose="020B0604030504040204" pitchFamily="34" charset="0"/>
                    <a:cs typeface="Tahoma" panose="020B0604030504040204" pitchFamily="34" charset="0"/>
                  </a:rPr>
                  <a:t> 5”;</a:t>
                </a:r>
                <a:endParaRPr lang="en-US" sz="4800" b="1" dirty="0">
                  <a:latin typeface="Tahoma" panose="020B0604030504040204" pitchFamily="34" charset="0"/>
                  <a:ea typeface="Tahoma" panose="020B0604030504040204" pitchFamily="34" charset="0"/>
                  <a:cs typeface="Tahoma" panose="020B0604030504040204" pitchFamily="34" charset="0"/>
                </a:endParaRPr>
              </a:p>
              <a:p>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i="1" dirty="0">
                    <a:latin typeface="Tahoma" panose="020B0604030504040204" pitchFamily="34" charset="0"/>
                    <a:ea typeface="Tahoma" panose="020B0604030504040204" pitchFamily="34" charset="0"/>
                    <a:cs typeface="Tahoma" panose="020B0604030504040204" pitchFamily="34" charset="0"/>
                  </a:rPr>
                  <a:t>Q</a:t>
                </a:r>
                <a:r>
                  <a:rPr lang="vi-VN" sz="4800" b="1" i="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Bất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phương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trình</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𝟐</m:t>
                    </m:r>
                    <m:r>
                      <a:rPr lang="fr-FR" sz="4800" b="1" i="1">
                        <a:latin typeface="Cambria Math" panose="02040503050406030204" pitchFamily="18" charset="0"/>
                      </a:rPr>
                      <m:t>𝒙</m:t>
                    </m:r>
                    <m:r>
                      <a:rPr lang="fr-FR" sz="4800" b="1" i="1">
                        <a:latin typeface="Cambria Math" panose="02040503050406030204" pitchFamily="18" charset="0"/>
                      </a:rPr>
                      <m:t>+</m:t>
                    </m:r>
                    <m:r>
                      <a:rPr lang="fr-FR" sz="4800" b="1" i="1">
                        <a:latin typeface="Cambria Math" panose="02040503050406030204" pitchFamily="18" charset="0"/>
                      </a:rPr>
                      <m:t>𝟏</m:t>
                    </m:r>
                    <m:r>
                      <a:rPr lang="fr-FR" sz="4800" b="1" i="1">
                        <a:latin typeface="Cambria Math" panose="02040503050406030204" pitchFamily="18" charset="0"/>
                      </a:rPr>
                      <m:t>&gt;</m:t>
                    </m:r>
                    <m:r>
                      <a:rPr lang="fr-FR" sz="4800" b="1" i="1">
                        <a:latin typeface="Cambria Math" panose="02040503050406030204" pitchFamily="18" charset="0"/>
                      </a:rPr>
                      <m:t>𝟎</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có</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nghiệm</a:t>
                </a:r>
                <a:r>
                  <a:rPr lang="fr-FR"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79" name="TextBox 78">
                <a:extLst>
                  <a:ext uri="{FF2B5EF4-FFF2-40B4-BE49-F238E27FC236}">
                    <a16:creationId xmlns:a16="http://schemas.microsoft.com/office/drawing/2014/main" id="{7C93031B-F06C-433E-87D1-6F0F3294C852}"/>
                  </a:ext>
                </a:extLst>
              </p:cNvPr>
              <p:cNvSpPr txBox="1">
                <a:spLocks noRot="1" noChangeAspect="1" noMove="1" noResize="1" noEditPoints="1" noAdjustHandles="1" noChangeArrowheads="1" noChangeShapeType="1" noTextEdit="1"/>
              </p:cNvSpPr>
              <p:nvPr/>
            </p:nvSpPr>
            <p:spPr>
              <a:xfrm>
                <a:off x="1462486" y="3734812"/>
                <a:ext cx="21854714" cy="3046988"/>
              </a:xfrm>
              <a:prstGeom prst="rect">
                <a:avLst/>
              </a:prstGeom>
              <a:blipFill>
                <a:blip r:embed="rId4"/>
                <a:stretch>
                  <a:fillRect l="-1283" t="-4600" b="-9400"/>
                </a:stretch>
              </a:blipFill>
            </p:spPr>
            <p:txBody>
              <a:bodyPr/>
              <a:lstStyle/>
              <a:p>
                <a:r>
                  <a:rPr lang="en-US">
                    <a:noFill/>
                  </a:rPr>
                  <a:t> </a:t>
                </a:r>
              </a:p>
            </p:txBody>
          </p:sp>
        </mc:Fallback>
      </mc:AlternateContent>
      <p:sp>
        <p:nvSpPr>
          <p:cNvPr id="80" name="Rounded Rectangle 4">
            <a:extLst>
              <a:ext uri="{FF2B5EF4-FFF2-40B4-BE49-F238E27FC236}">
                <a16:creationId xmlns:a16="http://schemas.microsoft.com/office/drawing/2014/main" id="{60BF75B9-8E5D-4526-9D50-2E9BBC426B2C}"/>
              </a:ext>
            </a:extLst>
          </p:cNvPr>
          <p:cNvSpPr/>
          <p:nvPr/>
        </p:nvSpPr>
        <p:spPr>
          <a:xfrm>
            <a:off x="1055781" y="7667359"/>
            <a:ext cx="22261419" cy="5514633"/>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99FF99"/>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81" name="Group 80">
            <a:extLst>
              <a:ext uri="{FF2B5EF4-FFF2-40B4-BE49-F238E27FC236}">
                <a16:creationId xmlns:a16="http://schemas.microsoft.com/office/drawing/2014/main" id="{FC8842BF-BD13-47EC-A01B-D5CB2E509824}"/>
              </a:ext>
            </a:extLst>
          </p:cNvPr>
          <p:cNvGrpSpPr/>
          <p:nvPr/>
        </p:nvGrpSpPr>
        <p:grpSpPr>
          <a:xfrm>
            <a:off x="1691088" y="7329165"/>
            <a:ext cx="3600000" cy="828000"/>
            <a:chOff x="1275608" y="6322796"/>
            <a:chExt cx="3572909" cy="828631"/>
          </a:xfrm>
        </p:grpSpPr>
        <p:sp>
          <p:nvSpPr>
            <p:cNvPr id="82" name="Freeform 20">
              <a:extLst>
                <a:ext uri="{FF2B5EF4-FFF2-40B4-BE49-F238E27FC236}">
                  <a16:creationId xmlns:a16="http://schemas.microsoft.com/office/drawing/2014/main" id="{9DCB7188-C5D1-4562-B7E9-036039AD40E7}"/>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3" name="TextBox 82">
              <a:extLst>
                <a:ext uri="{FF2B5EF4-FFF2-40B4-BE49-F238E27FC236}">
                  <a16:creationId xmlns:a16="http://schemas.microsoft.com/office/drawing/2014/main" id="{3C5BC4FA-BAB5-4E66-A1A7-2C39A80EA8B6}"/>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84" name="Round Diagonal Corner Rectangle 8">
              <a:extLst>
                <a:ext uri="{FF2B5EF4-FFF2-40B4-BE49-F238E27FC236}">
                  <a16:creationId xmlns:a16="http://schemas.microsoft.com/office/drawing/2014/main" id="{DD02836A-CB9D-49AF-9B43-E2AE37577D4F}"/>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5" name="Freeform 9">
              <a:extLst>
                <a:ext uri="{FF2B5EF4-FFF2-40B4-BE49-F238E27FC236}">
                  <a16:creationId xmlns:a16="http://schemas.microsoft.com/office/drawing/2014/main" id="{F1DAE37F-C02F-41A4-AB7C-15856E498EB4}"/>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86" name="Rectangle 85">
                <a:extLst>
                  <a:ext uri="{FF2B5EF4-FFF2-40B4-BE49-F238E27FC236}">
                    <a16:creationId xmlns:a16="http://schemas.microsoft.com/office/drawing/2014/main" id="{AC37888B-97E9-42E3-82BD-29595758137A}"/>
                  </a:ext>
                </a:extLst>
              </p:cNvPr>
              <p:cNvSpPr/>
              <p:nvPr/>
            </p:nvSpPr>
            <p:spPr>
              <a:xfrm>
                <a:off x="1157685" y="8319765"/>
                <a:ext cx="22159515" cy="4862228"/>
              </a:xfrm>
              <a:prstGeom prst="rect">
                <a:avLst/>
              </a:prstGeom>
            </p:spPr>
            <p:txBody>
              <a:bodyPr wrap="square">
                <a:spAutoFit/>
              </a:bodyPr>
              <a:lstStyle/>
              <a:p>
                <a:pPr marL="685800" indent="-685800">
                  <a:buFont typeface="Wingdings" panose="05000000000000000000" pitchFamily="2" charset="2"/>
                  <a:buChar char="Ø"/>
                </a:pP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phủ</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định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của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i="1" dirty="0">
                    <a:latin typeface="Tahoma" panose="020B0604030504040204" pitchFamily="34" charset="0"/>
                    <a:ea typeface="Tahoma" panose="020B0604030504040204" pitchFamily="34" charset="0"/>
                    <a:cs typeface="Tahoma" panose="020B0604030504040204" pitchFamily="34" charset="0"/>
                  </a:rPr>
                  <a:t>P</a:t>
                </a:r>
                <a:r>
                  <a:rPr lang="fr-FR" sz="4800" b="1" dirty="0">
                    <a:latin typeface="Tahoma" panose="020B0604030504040204" pitchFamily="34" charset="0"/>
                    <a:ea typeface="Tahoma" panose="020B0604030504040204" pitchFamily="34" charset="0"/>
                    <a:cs typeface="Tahoma" panose="020B0604030504040204" pitchFamily="34" charset="0"/>
                  </a:rPr>
                  <a:t>  là </a:t>
                </a:r>
                <a14:m>
                  <m:oMath xmlns:m="http://schemas.openxmlformats.org/officeDocument/2006/math">
                    <m:bar>
                      <m:barPr>
                        <m:pos m:val="top"/>
                        <m:ctrlPr>
                          <a:rPr lang="en-US" sz="4800" b="1" i="1">
                            <a:latin typeface="Cambria Math" panose="02040503050406030204" pitchFamily="18" charset="0"/>
                          </a:rPr>
                        </m:ctrlPr>
                      </m:barPr>
                      <m:e>
                        <m:r>
                          <a:rPr lang="en-US" sz="4800" b="1" i="1">
                            <a:latin typeface="Cambria Math" panose="02040503050406030204" pitchFamily="18" charset="0"/>
                          </a:rPr>
                          <m:t>𝑷</m:t>
                        </m:r>
                      </m:e>
                    </m:bar>
                  </m:oMath>
                </a14:m>
                <a:r>
                  <a:rPr lang="fr-FR" sz="4800" b="1" dirty="0">
                    <a:latin typeface="Tahoma" panose="020B0604030504040204" pitchFamily="34" charset="0"/>
                    <a:ea typeface="Tahoma" panose="020B0604030504040204" pitchFamily="34" charset="0"/>
                    <a:cs typeface="Tahoma" panose="020B0604030504040204" pitchFamily="34" charset="0"/>
                  </a:rPr>
                  <a:t>: “2022 </a:t>
                </a:r>
                <a:r>
                  <a:rPr lang="fr-FR" sz="4800" b="1" dirty="0" err="1">
                    <a:latin typeface="Tahoma" panose="020B0604030504040204" pitchFamily="34" charset="0"/>
                    <a:ea typeface="Tahoma" panose="020B0604030504040204" pitchFamily="34" charset="0"/>
                    <a:cs typeface="Tahoma" panose="020B0604030504040204" pitchFamily="34" charset="0"/>
                  </a:rPr>
                  <a:t>không</a:t>
                </a:r>
                <a:r>
                  <a:rPr lang="fr-FR" sz="4800" b="1" dirty="0">
                    <a:latin typeface="Tahoma" panose="020B0604030504040204" pitchFamily="34" charset="0"/>
                    <a:ea typeface="Tahoma" panose="020B0604030504040204" pitchFamily="34" charset="0"/>
                    <a:cs typeface="Tahoma" panose="020B0604030504040204" pitchFamily="34" charset="0"/>
                  </a:rPr>
                  <a:t> chia </a:t>
                </a:r>
                <a:r>
                  <a:rPr lang="fr-FR" sz="4800" b="1" dirty="0" err="1">
                    <a:latin typeface="Tahoma" panose="020B0604030504040204" pitchFamily="34" charset="0"/>
                    <a:ea typeface="Tahoma" panose="020B0604030504040204" pitchFamily="34" charset="0"/>
                    <a:cs typeface="Tahoma" panose="020B0604030504040204" pitchFamily="34" charset="0"/>
                  </a:rPr>
                  <a:t>hết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cho</a:t>
                </a:r>
                <a:r>
                  <a:rPr lang="fr-FR" sz="4800" b="1" dirty="0">
                    <a:latin typeface="Tahoma" panose="020B0604030504040204" pitchFamily="34" charset="0"/>
                    <a:ea typeface="Tahoma" panose="020B0604030504040204" pitchFamily="34" charset="0"/>
                    <a:cs typeface="Tahoma" panose="020B0604030504040204" pitchFamily="34" charset="0"/>
                  </a:rPr>
                  <a:t> 5”. </a:t>
                </a:r>
              </a:p>
              <a:p>
                <a:pPr marL="685800" indent="-685800">
                  <a:buFont typeface="Wingdings" panose="05000000000000000000" pitchFamily="2" charset="2"/>
                  <a:buChar char="Ø"/>
                </a:pP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bar>
                      <m:barPr>
                        <m:pos m:val="top"/>
                        <m:ctrlPr>
                          <a:rPr lang="en-US" sz="4800" b="1" i="1">
                            <a:latin typeface="Cambria Math" panose="02040503050406030204" pitchFamily="18" charset="0"/>
                          </a:rPr>
                        </m:ctrlPr>
                      </m:barPr>
                      <m:e>
                        <m:r>
                          <a:rPr lang="en-US" sz="4800" b="1" i="1">
                            <a:latin typeface="Cambria Math" panose="02040503050406030204" pitchFamily="18" charset="0"/>
                          </a:rPr>
                          <m:t>𝑷</m:t>
                        </m:r>
                      </m:e>
                    </m:ba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mệnh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đề</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smtClean="0">
                    <a:latin typeface="Tahoma" panose="020B0604030504040204" pitchFamily="34" charset="0"/>
                    <a:ea typeface="Tahoma" panose="020B0604030504040204" pitchFamily="34" charset="0"/>
                    <a:cs typeface="Tahoma" panose="020B0604030504040204" pitchFamily="34" charset="0"/>
                  </a:rPr>
                  <a:t>đúng</a:t>
                </a:r>
                <a:r>
                  <a:rPr lang="en-US" sz="4800" b="1" dirty="0" smtClean="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vì</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𝟐𝟎𝟐𝟐</m:t>
                    </m:r>
                    <m:r>
                      <a:rPr lang="en-US" sz="4800" b="1" i="1">
                        <a:latin typeface="Cambria Math" panose="02040503050406030204" pitchFamily="18" charset="0"/>
                      </a:rPr>
                      <m:t>:</m:t>
                    </m:r>
                    <m:r>
                      <a:rPr lang="en-US" sz="4800" b="1" i="1">
                        <a:latin typeface="Cambria Math" panose="02040503050406030204" pitchFamily="18" charset="0"/>
                      </a:rPr>
                      <m:t>𝟒</m:t>
                    </m:r>
                    <m:r>
                      <a:rPr lang="en-US" sz="4800" b="1" i="1">
                        <a:latin typeface="Cambria Math" panose="02040503050406030204" pitchFamily="18" charset="0"/>
                      </a:rPr>
                      <m:t>=</m:t>
                    </m:r>
                    <m:r>
                      <a:rPr lang="en-US" sz="4800" b="1" i="1">
                        <a:latin typeface="Cambria Math" panose="02040503050406030204" pitchFamily="18" charset="0"/>
                      </a:rPr>
                      <m:t>𝟓𝟎𝟓</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dư</a:t>
                </a:r>
                <a:r>
                  <a:rPr lang="en-US" sz="4800" b="1" dirty="0">
                    <a:latin typeface="Tahoma" panose="020B0604030504040204" pitchFamily="34" charset="0"/>
                    <a:ea typeface="Tahoma" panose="020B0604030504040204" pitchFamily="34" charset="0"/>
                    <a:cs typeface="Tahoma" panose="020B0604030504040204" pitchFamily="34" charset="0"/>
                  </a:rPr>
                  <a:t> 2.</a:t>
                </a:r>
              </a:p>
              <a:p>
                <a:pPr marL="685800" indent="-685800">
                  <a:buFont typeface="Wingdings" panose="05000000000000000000" pitchFamily="2" charset="2"/>
                  <a:buChar char="Ø"/>
                </a:pP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phủ</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định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của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i="1" dirty="0">
                    <a:latin typeface="Tahoma" panose="020B0604030504040204" pitchFamily="34" charset="0"/>
                    <a:ea typeface="Tahoma" panose="020B0604030504040204" pitchFamily="34" charset="0"/>
                    <a:cs typeface="Tahoma" panose="020B0604030504040204" pitchFamily="34" charset="0"/>
                  </a:rPr>
                  <a:t>Q </a:t>
                </a:r>
                <a:r>
                  <a:rPr lang="fr-FR" sz="4800" b="1" dirty="0">
                    <a:latin typeface="Tahoma" panose="020B0604030504040204" pitchFamily="34" charset="0"/>
                    <a:ea typeface="Tahoma" panose="020B0604030504040204" pitchFamily="34" charset="0"/>
                    <a:cs typeface="Tahoma" panose="020B0604030504040204" pitchFamily="34" charset="0"/>
                  </a:rPr>
                  <a:t> là  </a:t>
                </a:r>
                <a14:m>
                  <m:oMath xmlns:m="http://schemas.openxmlformats.org/officeDocument/2006/math">
                    <m:bar>
                      <m:barPr>
                        <m:pos m:val="top"/>
                        <m:ctrlPr>
                          <a:rPr lang="en-US" sz="4800" b="1" i="1">
                            <a:latin typeface="Cambria Math" panose="02040503050406030204" pitchFamily="18" charset="0"/>
                          </a:rPr>
                        </m:ctrlPr>
                      </m:barPr>
                      <m:e>
                        <m:r>
                          <a:rPr lang="en-US" sz="4800" b="1" i="1">
                            <a:latin typeface="Cambria Math" panose="02040503050406030204" pitchFamily="18" charset="0"/>
                          </a:rPr>
                          <m:t>𝑸</m:t>
                        </m:r>
                      </m:e>
                    </m:ba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Bất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phương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trình</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𝟐</m:t>
                    </m:r>
                    <m:r>
                      <a:rPr lang="fr-FR" sz="4800" b="1" i="1">
                        <a:latin typeface="Cambria Math" panose="02040503050406030204" pitchFamily="18" charset="0"/>
                      </a:rPr>
                      <m:t>𝒙</m:t>
                    </m:r>
                    <m:r>
                      <a:rPr lang="fr-FR" sz="4800" b="1" i="1">
                        <a:latin typeface="Cambria Math" panose="02040503050406030204" pitchFamily="18" charset="0"/>
                      </a:rPr>
                      <m:t>+</m:t>
                    </m:r>
                    <m:r>
                      <a:rPr lang="fr-FR" sz="4800" b="1" i="1">
                        <a:latin typeface="Cambria Math" panose="02040503050406030204" pitchFamily="18" charset="0"/>
                      </a:rPr>
                      <m:t>𝟏</m:t>
                    </m:r>
                    <m:r>
                      <a:rPr lang="fr-FR" sz="4800" b="1" i="1">
                        <a:latin typeface="Cambria Math" panose="02040503050406030204" pitchFamily="18" charset="0"/>
                      </a:rPr>
                      <m:t>&gt;</m:t>
                    </m:r>
                    <m:r>
                      <a:rPr lang="fr-FR" sz="4800" b="1" i="1">
                        <a:latin typeface="Cambria Math" panose="02040503050406030204" pitchFamily="18" charset="0"/>
                      </a:rPr>
                      <m:t>𝟎</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vô</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nghiệm</a:t>
                </a:r>
                <a:r>
                  <a:rPr lang="fr-FR" sz="4800" b="1" dirty="0">
                    <a:latin typeface="Tahoma" panose="020B0604030504040204" pitchFamily="34" charset="0"/>
                    <a:ea typeface="Tahoma" panose="020B0604030504040204" pitchFamily="34" charset="0"/>
                    <a:cs typeface="Tahoma" panose="020B0604030504040204" pitchFamily="34" charset="0"/>
                  </a:rPr>
                  <a:t> ”. </a:t>
                </a:r>
              </a:p>
              <a:p>
                <a:pPr marL="685800" indent="-685800">
                  <a:buFont typeface="Wingdings" panose="05000000000000000000" pitchFamily="2" charset="2"/>
                  <a:buChar char="Ø"/>
                </a:pP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bar>
                      <m:barPr>
                        <m:pos m:val="top"/>
                        <m:ctrlPr>
                          <a:rPr lang="en-US" sz="4800" b="1" i="1">
                            <a:latin typeface="Cambria Math" panose="02040503050406030204" pitchFamily="18" charset="0"/>
                          </a:rPr>
                        </m:ctrlPr>
                      </m:barPr>
                      <m:e>
                        <m:r>
                          <a:rPr lang="en-US" sz="4800" b="1" i="1">
                            <a:latin typeface="Cambria Math" panose="02040503050406030204" pitchFamily="18" charset="0"/>
                          </a:rPr>
                          <m:t>𝑸</m:t>
                        </m:r>
                      </m:e>
                    </m:ba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mệnh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đề</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sai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vì</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với</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𝟐</m:t>
                    </m:r>
                    <m:r>
                      <a:rPr lang="en-US" sz="4800" b="1" i="1">
                        <a:latin typeface="Cambria Math" panose="02040503050406030204" pitchFamily="18" charset="0"/>
                      </a:rPr>
                      <m:t>.</m:t>
                    </m:r>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𝟏</m:t>
                    </m:r>
                    <m:r>
                      <a:rPr lang="en-US" sz="4800" b="1" i="1">
                        <a:latin typeface="Cambria Math" panose="02040503050406030204" pitchFamily="18" charset="0"/>
                      </a:rPr>
                      <m:t>=</m:t>
                    </m:r>
                    <m:r>
                      <a:rPr lang="en-US" sz="4800" b="1" i="1">
                        <a:latin typeface="Cambria Math" panose="02040503050406030204" pitchFamily="18" charset="0"/>
                      </a:rPr>
                      <m:t>𝟑</m:t>
                    </m:r>
                    <m:r>
                      <a:rPr lang="en-US" sz="4800" b="1" i="1">
                        <a:latin typeface="Cambria Math" panose="02040503050406030204" pitchFamily="18" charset="0"/>
                      </a:rPr>
                      <m:t>&gt;</m:t>
                    </m:r>
                    <m:r>
                      <a:rPr lang="en-US" sz="4800" b="1" i="1">
                        <a:latin typeface="Cambria Math" panose="02040503050406030204" pitchFamily="18" charset="0"/>
                      </a:rPr>
                      <m:t>𝟎</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nên</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𝒙</m:t>
                    </m:r>
                    <m:r>
                      <a:rPr lang="en-US" sz="4800" b="1" i="1">
                        <a:latin typeface="Cambria Math" panose="02040503050406030204" pitchFamily="18" charset="0"/>
                      </a:rPr>
                      <m:t>=</m:t>
                    </m:r>
                    <m:r>
                      <a:rPr lang="en-US" sz="4800" b="1" i="1">
                        <a:latin typeface="Cambria Math" panose="02040503050406030204" pitchFamily="18" charset="0"/>
                      </a:rPr>
                      <m:t>𝟏</m:t>
                    </m:r>
                    <m:r>
                      <a:rPr lang="en-US" sz="4800" b="1" i="1" smtClean="0">
                        <a:latin typeface="Cambria Math" panose="02040503050406030204" pitchFamily="18" charset="0"/>
                      </a:rPr>
                      <m:t> </m:t>
                    </m:r>
                  </m:oMath>
                </a14:m>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nghiệm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của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bất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phương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trình</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𝟐</m:t>
                    </m:r>
                    <m:r>
                      <a:rPr lang="fr-FR" sz="4800" b="1" i="1">
                        <a:latin typeface="Cambria Math" panose="02040503050406030204" pitchFamily="18" charset="0"/>
                      </a:rPr>
                      <m:t>𝒙</m:t>
                    </m:r>
                    <m:r>
                      <a:rPr lang="fr-FR" sz="4800" b="1" i="1">
                        <a:latin typeface="Cambria Math" panose="02040503050406030204" pitchFamily="18" charset="0"/>
                      </a:rPr>
                      <m:t>+</m:t>
                    </m:r>
                    <m:r>
                      <a:rPr lang="fr-FR" sz="4800" b="1" i="1">
                        <a:latin typeface="Cambria Math" panose="02040503050406030204" pitchFamily="18" charset="0"/>
                      </a:rPr>
                      <m:t>𝟏</m:t>
                    </m:r>
                    <m:r>
                      <a:rPr lang="fr-FR" sz="4800" b="1" i="1">
                        <a:latin typeface="Cambria Math" panose="02040503050406030204" pitchFamily="18" charset="0"/>
                      </a:rPr>
                      <m:t>&gt;</m:t>
                    </m:r>
                    <m:r>
                      <a:rPr lang="fr-FR" sz="4800" b="1" i="1">
                        <a:latin typeface="Cambria Math" panose="02040503050406030204" pitchFamily="18" charset="0"/>
                      </a:rPr>
                      <m:t>𝟎</m:t>
                    </m:r>
                  </m:oMath>
                </a14:m>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86" name="Rectangle 85">
                <a:extLst>
                  <a:ext uri="{FF2B5EF4-FFF2-40B4-BE49-F238E27FC236}">
                    <a16:creationId xmlns:a16="http://schemas.microsoft.com/office/drawing/2014/main" id="{AC37888B-97E9-42E3-82BD-29595758137A}"/>
                  </a:ext>
                </a:extLst>
              </p:cNvPr>
              <p:cNvSpPr>
                <a:spLocks noRot="1" noChangeAspect="1" noMove="1" noResize="1" noEditPoints="1" noAdjustHandles="1" noChangeArrowheads="1" noChangeShapeType="1" noTextEdit="1"/>
              </p:cNvSpPr>
              <p:nvPr/>
            </p:nvSpPr>
            <p:spPr>
              <a:xfrm>
                <a:off x="1157685" y="8319765"/>
                <a:ext cx="22159515" cy="4862228"/>
              </a:xfrm>
              <a:prstGeom prst="rect">
                <a:avLst/>
              </a:prstGeom>
              <a:blipFill>
                <a:blip r:embed="rId5"/>
                <a:stretch>
                  <a:fillRect l="-1128" t="-1380" r="-165" b="-5646"/>
                </a:stretch>
              </a:blipFill>
            </p:spPr>
            <p:txBody>
              <a:bodyPr/>
              <a:lstStyle/>
              <a:p>
                <a:r>
                  <a:rPr lang="en-US">
                    <a:noFill/>
                  </a:rPr>
                  <a:t> </a:t>
                </a:r>
              </a:p>
            </p:txBody>
          </p:sp>
        </mc:Fallback>
      </mc:AlternateContent>
      <p:grpSp>
        <p:nvGrpSpPr>
          <p:cNvPr id="46" name="Group 45">
            <a:extLst>
              <a:ext uri="{FF2B5EF4-FFF2-40B4-BE49-F238E27FC236}">
                <a16:creationId xmlns:a16="http://schemas.microsoft.com/office/drawing/2014/main" id="{B8FE45DC-75D0-4ACE-8789-33146604D8C3}"/>
              </a:ext>
            </a:extLst>
          </p:cNvPr>
          <p:cNvGrpSpPr/>
          <p:nvPr/>
        </p:nvGrpSpPr>
        <p:grpSpPr>
          <a:xfrm>
            <a:off x="1055781" y="2501634"/>
            <a:ext cx="18592800" cy="830997"/>
            <a:chOff x="777875" y="1892299"/>
            <a:chExt cx="18592800" cy="830995"/>
          </a:xfrm>
        </p:grpSpPr>
        <p:sp>
          <p:nvSpPr>
            <p:cNvPr id="47" name="Rounded Rectangle 71">
              <a:extLst>
                <a:ext uri="{FF2B5EF4-FFF2-40B4-BE49-F238E27FC236}">
                  <a16:creationId xmlns:a16="http://schemas.microsoft.com/office/drawing/2014/main" id="{92A05190-54E1-4AA5-A549-25B28A4B50DF}"/>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D4D61D21-C0B8-40F8-A254-889B104F4424}"/>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2.</a:t>
              </a:r>
            </a:p>
          </p:txBody>
        </p:sp>
        <p:sp>
          <p:nvSpPr>
            <p:cNvPr id="87" name="TextBox 86">
              <a:extLst>
                <a:ext uri="{FF2B5EF4-FFF2-40B4-BE49-F238E27FC236}">
                  <a16:creationId xmlns:a16="http://schemas.microsoft.com/office/drawing/2014/main" id="{34390FEE-5B0D-4293-8B00-69F6EDFE64DF}"/>
                </a:ext>
              </a:extLst>
            </p:cNvPr>
            <p:cNvSpPr txBox="1"/>
            <p:nvPr/>
          </p:nvSpPr>
          <p:spPr>
            <a:xfrm>
              <a:off x="2087561" y="1892299"/>
              <a:ext cx="17283114" cy="830995"/>
            </a:xfrm>
            <a:prstGeom prst="rect">
              <a:avLst/>
            </a:prstGeom>
            <a:noFill/>
          </p:spPr>
          <p:txBody>
            <a:bodyPr wrap="square" rtlCol="0">
              <a:spAutoFit/>
            </a:bodyPr>
            <a:lstStyle/>
            <a:p>
              <a:r>
                <a:rPr lang="en-US" sz="4800" b="1">
                  <a:solidFill>
                    <a:srgbClr val="145F82"/>
                  </a:solidFill>
                  <a:latin typeface="Tahoma" pitchFamily="34" charset="0"/>
                  <a:ea typeface="Tahoma" pitchFamily="34" charset="0"/>
                  <a:cs typeface="Tahoma" pitchFamily="34" charset="0"/>
                </a:rPr>
                <a:t>MỆNH ĐỀ PHỦ ĐỊNH</a:t>
              </a:r>
              <a:endParaRPr lang="en-US" sz="4800" b="1" dirty="0">
                <a:solidFill>
                  <a:srgbClr val="145F82"/>
                </a:solidFill>
                <a:latin typeface="Tahoma" pitchFamily="34" charset="0"/>
                <a:ea typeface="Tahoma" pitchFamily="34" charset="0"/>
                <a:cs typeface="Tahoma" pitchFamily="34" charset="0"/>
              </a:endParaRPr>
            </a:p>
          </p:txBody>
        </p:sp>
      </p:grpSp>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2376139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79">
                                            <p:txEl>
                                              <p:pRg st="0" end="0"/>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79">
                                            <p:txEl>
                                              <p:pRg st="1" end="1"/>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79">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0"/>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8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86">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86">
                                            <p:txEl>
                                              <p:pRg st="1" end="1"/>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86">
                                            <p:txEl>
                                              <p:pRg st="2" end="2"/>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8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8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7" name="TextBox 26">
            <a:extLst>
              <a:ext uri="{FF2B5EF4-FFF2-40B4-BE49-F238E27FC236}">
                <a16:creationId xmlns:a16="http://schemas.microsoft.com/office/drawing/2014/main" id="{3A653732-9210-4228-AD0D-1B9B77B02426}"/>
              </a:ext>
            </a:extLst>
          </p:cNvPr>
          <p:cNvSpPr txBox="1"/>
          <p:nvPr/>
        </p:nvSpPr>
        <p:spPr>
          <a:xfrm>
            <a:off x="1839065" y="5555143"/>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49" name="Rounded Rectangle 61">
            <a:extLst>
              <a:ext uri="{FF2B5EF4-FFF2-40B4-BE49-F238E27FC236}">
                <a16:creationId xmlns:a16="http://schemas.microsoft.com/office/drawing/2014/main" id="{8C4F66B5-9F53-45FC-B951-E4D1E076FC2C}"/>
              </a:ext>
            </a:extLst>
          </p:cNvPr>
          <p:cNvSpPr/>
          <p:nvPr/>
        </p:nvSpPr>
        <p:spPr>
          <a:xfrm>
            <a:off x="1055781" y="3641338"/>
            <a:ext cx="22261419" cy="3515352"/>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50" name="Group 67">
            <a:extLst>
              <a:ext uri="{FF2B5EF4-FFF2-40B4-BE49-F238E27FC236}">
                <a16:creationId xmlns:a16="http://schemas.microsoft.com/office/drawing/2014/main" id="{BAE863BA-DDC7-40A3-BD63-B632301C2DDF}"/>
              </a:ext>
            </a:extLst>
          </p:cNvPr>
          <p:cNvGrpSpPr/>
          <p:nvPr/>
        </p:nvGrpSpPr>
        <p:grpSpPr>
          <a:xfrm>
            <a:off x="1526208" y="3276600"/>
            <a:ext cx="5103191" cy="940513"/>
            <a:chOff x="1311958" y="3405486"/>
            <a:chExt cx="5103191" cy="940513"/>
          </a:xfrm>
        </p:grpSpPr>
        <p:sp>
          <p:nvSpPr>
            <p:cNvPr id="51" name="Freeform 20">
              <a:extLst>
                <a:ext uri="{FF2B5EF4-FFF2-40B4-BE49-F238E27FC236}">
                  <a16:creationId xmlns:a16="http://schemas.microsoft.com/office/drawing/2014/main" id="{15D07D9B-5448-498A-B68D-C65FD69E3A6E}"/>
                </a:ext>
              </a:extLst>
            </p:cNvPr>
            <p:cNvSpPr>
              <a:spLocks/>
            </p:cNvSpPr>
            <p:nvPr/>
          </p:nvSpPr>
          <p:spPr bwMode="auto">
            <a:xfrm rot="5400000">
              <a:off x="3847215" y="1745253"/>
              <a:ext cx="793396" cy="4342472"/>
            </a:xfrm>
            <a:prstGeom prst="round2SameRect">
              <a:avLst/>
            </a:prstGeom>
            <a:solidFill>
              <a:srgbClr val="70AD47">
                <a:lumMod val="75000"/>
              </a:srgbClr>
            </a:solidFill>
            <a:ln w="57150">
              <a:solidFill>
                <a:srgbClr val="70AD47">
                  <a:lumMod val="75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2" name="TextBox 51">
              <a:extLst>
                <a:ext uri="{FF2B5EF4-FFF2-40B4-BE49-F238E27FC236}">
                  <a16:creationId xmlns:a16="http://schemas.microsoft.com/office/drawing/2014/main" id="{38ADCDEF-9ADE-4990-911D-DB4A647079A9}"/>
                </a:ext>
              </a:extLst>
            </p:cNvPr>
            <p:cNvSpPr txBox="1"/>
            <p:nvPr/>
          </p:nvSpPr>
          <p:spPr>
            <a:xfrm>
              <a:off x="2316645" y="3484582"/>
              <a:ext cx="2986715" cy="8002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0" cap="none" spc="0" normalizeH="0" baseline="0" noProof="0">
                  <a:ln>
                    <a:noFill/>
                  </a:ln>
                  <a:solidFill>
                    <a:prstClr val="white"/>
                  </a:solidFill>
                  <a:effectLst/>
                  <a:uLnTx/>
                  <a:uFillTx/>
                  <a:latin typeface="Tahoma" pitchFamily="34" charset="0"/>
                  <a:ea typeface="Tahoma" pitchFamily="34" charset="0"/>
                  <a:cs typeface="Tahoma" pitchFamily="34" charset="0"/>
                </a:rPr>
                <a:t>Vận dụng</a:t>
              </a:r>
              <a:endParaRPr kumimoji="0" lang="en-US" sz="4600" b="1" i="0" u="none" strike="noStrike" kern="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p:grpSp>
          <p:nvGrpSpPr>
            <p:cNvPr id="53" name="Group 70">
              <a:extLst>
                <a:ext uri="{FF2B5EF4-FFF2-40B4-BE49-F238E27FC236}">
                  <a16:creationId xmlns:a16="http://schemas.microsoft.com/office/drawing/2014/main" id="{9DB54C55-6C13-4C06-B677-EB45AED0EF74}"/>
                </a:ext>
              </a:extLst>
            </p:cNvPr>
            <p:cNvGrpSpPr/>
            <p:nvPr/>
          </p:nvGrpSpPr>
          <p:grpSpPr>
            <a:xfrm>
              <a:off x="1311958" y="3405486"/>
              <a:ext cx="950173" cy="940513"/>
              <a:chOff x="1311958" y="3405486"/>
              <a:chExt cx="950173" cy="940513"/>
            </a:xfrm>
          </p:grpSpPr>
          <p:sp>
            <p:nvSpPr>
              <p:cNvPr id="54" name="Rectangle 53">
                <a:extLst>
                  <a:ext uri="{FF2B5EF4-FFF2-40B4-BE49-F238E27FC236}">
                    <a16:creationId xmlns:a16="http://schemas.microsoft.com/office/drawing/2014/main" id="{F43D8799-9111-4045-A7B0-7DF40BFE6CB2}"/>
                  </a:ext>
                </a:extLst>
              </p:cNvPr>
              <p:cNvSpPr/>
              <p:nvPr/>
            </p:nvSpPr>
            <p:spPr>
              <a:xfrm>
                <a:off x="1406975" y="3672018"/>
                <a:ext cx="596676" cy="54031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5" name="Freeform 13">
                <a:extLst>
                  <a:ext uri="{FF2B5EF4-FFF2-40B4-BE49-F238E27FC236}">
                    <a16:creationId xmlns:a16="http://schemas.microsoft.com/office/drawing/2014/main" id="{0964B461-7639-42FF-9628-5AEBCC705C50}"/>
                  </a:ext>
                </a:extLst>
              </p:cNvPr>
              <p:cNvSpPr>
                <a:spLocks noEditPoints="1"/>
              </p:cNvSpPr>
              <p:nvPr/>
            </p:nvSpPr>
            <p:spPr bwMode="auto">
              <a:xfrm>
                <a:off x="1311958" y="3581027"/>
                <a:ext cx="190035" cy="268948"/>
              </a:xfrm>
              <a:custGeom>
                <a:avLst/>
                <a:gdLst>
                  <a:gd name="T0" fmla="*/ 34 w 50"/>
                  <a:gd name="T1" fmla="*/ 16 h 71"/>
                  <a:gd name="T2" fmla="*/ 34 w 50"/>
                  <a:gd name="T3" fmla="*/ 55 h 71"/>
                  <a:gd name="T4" fmla="*/ 16 w 50"/>
                  <a:gd name="T5" fmla="*/ 55 h 71"/>
                  <a:gd name="T6" fmla="*/ 16 w 50"/>
                  <a:gd name="T7" fmla="*/ 16 h 71"/>
                  <a:gd name="T8" fmla="*/ 34 w 50"/>
                  <a:gd name="T9" fmla="*/ 16 h 71"/>
                  <a:gd name="T10" fmla="*/ 34 w 50"/>
                  <a:gd name="T11" fmla="*/ 0 h 71"/>
                  <a:gd name="T12" fmla="*/ 16 w 50"/>
                  <a:gd name="T13" fmla="*/ 0 h 71"/>
                  <a:gd name="T14" fmla="*/ 0 w 50"/>
                  <a:gd name="T15" fmla="*/ 16 h 71"/>
                  <a:gd name="T16" fmla="*/ 0 w 50"/>
                  <a:gd name="T17" fmla="*/ 55 h 71"/>
                  <a:gd name="T18" fmla="*/ 16 w 50"/>
                  <a:gd name="T19" fmla="*/ 71 h 71"/>
                  <a:gd name="T20" fmla="*/ 34 w 50"/>
                  <a:gd name="T21" fmla="*/ 71 h 71"/>
                  <a:gd name="T22" fmla="*/ 50 w 50"/>
                  <a:gd name="T23" fmla="*/ 55 h 71"/>
                  <a:gd name="T24" fmla="*/ 50 w 50"/>
                  <a:gd name="T25" fmla="*/ 16 h 71"/>
                  <a:gd name="T26" fmla="*/ 34 w 50"/>
                  <a:gd name="T2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1">
                    <a:moveTo>
                      <a:pt x="34" y="16"/>
                    </a:moveTo>
                    <a:cubicBezTo>
                      <a:pt x="34" y="55"/>
                      <a:pt x="34" y="55"/>
                      <a:pt x="34" y="55"/>
                    </a:cubicBezTo>
                    <a:cubicBezTo>
                      <a:pt x="16" y="55"/>
                      <a:pt x="16" y="55"/>
                      <a:pt x="16" y="55"/>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5"/>
                      <a:pt x="0" y="55"/>
                      <a:pt x="0" y="55"/>
                    </a:cubicBezTo>
                    <a:cubicBezTo>
                      <a:pt x="0" y="64"/>
                      <a:pt x="7" y="71"/>
                      <a:pt x="16" y="71"/>
                    </a:cubicBezTo>
                    <a:cubicBezTo>
                      <a:pt x="34" y="71"/>
                      <a:pt x="34" y="71"/>
                      <a:pt x="34" y="71"/>
                    </a:cubicBezTo>
                    <a:cubicBezTo>
                      <a:pt x="43" y="71"/>
                      <a:pt x="50" y="64"/>
                      <a:pt x="50" y="55"/>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6" name="Freeform 14">
                <a:extLst>
                  <a:ext uri="{FF2B5EF4-FFF2-40B4-BE49-F238E27FC236}">
                    <a16:creationId xmlns:a16="http://schemas.microsoft.com/office/drawing/2014/main" id="{2BD50541-A2D2-439A-9CFF-5A2D5CF0EAFB}"/>
                  </a:ext>
                </a:extLst>
              </p:cNvPr>
              <p:cNvSpPr>
                <a:spLocks noEditPoints="1"/>
              </p:cNvSpPr>
              <p:nvPr/>
            </p:nvSpPr>
            <p:spPr bwMode="auto">
              <a:xfrm>
                <a:off x="1311958" y="3581027"/>
                <a:ext cx="277000" cy="181983"/>
              </a:xfrm>
              <a:custGeom>
                <a:avLst/>
                <a:gdLst>
                  <a:gd name="T0" fmla="*/ 57 w 73"/>
                  <a:gd name="T1" fmla="*/ 16 h 48"/>
                  <a:gd name="T2" fmla="*/ 57 w 73"/>
                  <a:gd name="T3" fmla="*/ 32 h 48"/>
                  <a:gd name="T4" fmla="*/ 16 w 73"/>
                  <a:gd name="T5" fmla="*/ 32 h 48"/>
                  <a:gd name="T6" fmla="*/ 16 w 73"/>
                  <a:gd name="T7" fmla="*/ 16 h 48"/>
                  <a:gd name="T8" fmla="*/ 57 w 73"/>
                  <a:gd name="T9" fmla="*/ 16 h 48"/>
                  <a:gd name="T10" fmla="*/ 57 w 73"/>
                  <a:gd name="T11" fmla="*/ 0 h 48"/>
                  <a:gd name="T12" fmla="*/ 16 w 73"/>
                  <a:gd name="T13" fmla="*/ 0 h 48"/>
                  <a:gd name="T14" fmla="*/ 0 w 73"/>
                  <a:gd name="T15" fmla="*/ 16 h 48"/>
                  <a:gd name="T16" fmla="*/ 0 w 73"/>
                  <a:gd name="T17" fmla="*/ 32 h 48"/>
                  <a:gd name="T18" fmla="*/ 16 w 73"/>
                  <a:gd name="T19" fmla="*/ 48 h 48"/>
                  <a:gd name="T20" fmla="*/ 57 w 73"/>
                  <a:gd name="T21" fmla="*/ 48 h 48"/>
                  <a:gd name="T22" fmla="*/ 73 w 73"/>
                  <a:gd name="T23" fmla="*/ 32 h 48"/>
                  <a:gd name="T24" fmla="*/ 73 w 73"/>
                  <a:gd name="T25" fmla="*/ 16 h 48"/>
                  <a:gd name="T26" fmla="*/ 57 w 73"/>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8">
                    <a:moveTo>
                      <a:pt x="57" y="16"/>
                    </a:moveTo>
                    <a:cubicBezTo>
                      <a:pt x="57" y="32"/>
                      <a:pt x="57" y="32"/>
                      <a:pt x="57" y="32"/>
                    </a:cubicBezTo>
                    <a:cubicBezTo>
                      <a:pt x="16" y="32"/>
                      <a:pt x="16" y="32"/>
                      <a:pt x="16" y="32"/>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2"/>
                      <a:pt x="0" y="32"/>
                      <a:pt x="0" y="32"/>
                    </a:cubicBezTo>
                    <a:cubicBezTo>
                      <a:pt x="0" y="41"/>
                      <a:pt x="7" y="48"/>
                      <a:pt x="16" y="48"/>
                    </a:cubicBezTo>
                    <a:cubicBezTo>
                      <a:pt x="57" y="48"/>
                      <a:pt x="57" y="48"/>
                      <a:pt x="57" y="48"/>
                    </a:cubicBezTo>
                    <a:cubicBezTo>
                      <a:pt x="66" y="48"/>
                      <a:pt x="73" y="41"/>
                      <a:pt x="73" y="32"/>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7" name="Freeform 15">
                <a:extLst>
                  <a:ext uri="{FF2B5EF4-FFF2-40B4-BE49-F238E27FC236}">
                    <a16:creationId xmlns:a16="http://schemas.microsoft.com/office/drawing/2014/main" id="{25BBDF65-0816-4435-86C9-CE992D59BA26}"/>
                  </a:ext>
                </a:extLst>
              </p:cNvPr>
              <p:cNvSpPr>
                <a:spLocks noEditPoints="1"/>
              </p:cNvSpPr>
              <p:nvPr/>
            </p:nvSpPr>
            <p:spPr bwMode="auto">
              <a:xfrm>
                <a:off x="1563190" y="3581027"/>
                <a:ext cx="285052" cy="181983"/>
              </a:xfrm>
              <a:custGeom>
                <a:avLst/>
                <a:gdLst>
                  <a:gd name="T0" fmla="*/ 58 w 75"/>
                  <a:gd name="T1" fmla="*/ 16 h 48"/>
                  <a:gd name="T2" fmla="*/ 43 w 75"/>
                  <a:gd name="T3" fmla="*/ 32 h 48"/>
                  <a:gd name="T4" fmla="*/ 16 w 75"/>
                  <a:gd name="T5" fmla="*/ 32 h 48"/>
                  <a:gd name="T6" fmla="*/ 16 w 75"/>
                  <a:gd name="T7" fmla="*/ 16 h 48"/>
                  <a:gd name="T8" fmla="*/ 58 w 75"/>
                  <a:gd name="T9" fmla="*/ 16 h 48"/>
                  <a:gd name="T10" fmla="*/ 58 w 75"/>
                  <a:gd name="T11" fmla="*/ 0 h 48"/>
                  <a:gd name="T12" fmla="*/ 16 w 75"/>
                  <a:gd name="T13" fmla="*/ 0 h 48"/>
                  <a:gd name="T14" fmla="*/ 0 w 75"/>
                  <a:gd name="T15" fmla="*/ 16 h 48"/>
                  <a:gd name="T16" fmla="*/ 0 w 75"/>
                  <a:gd name="T17" fmla="*/ 32 h 48"/>
                  <a:gd name="T18" fmla="*/ 16 w 75"/>
                  <a:gd name="T19" fmla="*/ 48 h 48"/>
                  <a:gd name="T20" fmla="*/ 43 w 75"/>
                  <a:gd name="T21" fmla="*/ 48 h 48"/>
                  <a:gd name="T22" fmla="*/ 55 w 75"/>
                  <a:gd name="T23" fmla="*/ 43 h 48"/>
                  <a:gd name="T24" fmla="*/ 70 w 75"/>
                  <a:gd name="T25" fmla="*/ 26 h 48"/>
                  <a:gd name="T26" fmla="*/ 73 w 75"/>
                  <a:gd name="T27" fmla="*/ 9 h 48"/>
                  <a:gd name="T28" fmla="*/ 58 w 75"/>
                  <a:gd name="T2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8">
                    <a:moveTo>
                      <a:pt x="58" y="16"/>
                    </a:moveTo>
                    <a:cubicBezTo>
                      <a:pt x="43" y="32"/>
                      <a:pt x="43" y="32"/>
                      <a:pt x="43" y="32"/>
                    </a:cubicBezTo>
                    <a:cubicBezTo>
                      <a:pt x="16" y="32"/>
                      <a:pt x="16" y="32"/>
                      <a:pt x="16" y="32"/>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2"/>
                      <a:pt x="0" y="32"/>
                      <a:pt x="0" y="32"/>
                    </a:cubicBezTo>
                    <a:cubicBezTo>
                      <a:pt x="0" y="41"/>
                      <a:pt x="8" y="48"/>
                      <a:pt x="16" y="48"/>
                    </a:cubicBezTo>
                    <a:cubicBezTo>
                      <a:pt x="43" y="48"/>
                      <a:pt x="43" y="48"/>
                      <a:pt x="43" y="48"/>
                    </a:cubicBezTo>
                    <a:cubicBezTo>
                      <a:pt x="48" y="48"/>
                      <a:pt x="52" y="46"/>
                      <a:pt x="55" y="43"/>
                    </a:cubicBezTo>
                    <a:cubicBezTo>
                      <a:pt x="70" y="26"/>
                      <a:pt x="70" y="26"/>
                      <a:pt x="70" y="26"/>
                    </a:cubicBezTo>
                    <a:cubicBezTo>
                      <a:pt x="74" y="22"/>
                      <a:pt x="75" y="15"/>
                      <a:pt x="73" y="9"/>
                    </a:cubicBezTo>
                    <a:cubicBezTo>
                      <a:pt x="70" y="3"/>
                      <a:pt x="64"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8" name="Freeform 16">
                <a:extLst>
                  <a:ext uri="{FF2B5EF4-FFF2-40B4-BE49-F238E27FC236}">
                    <a16:creationId xmlns:a16="http://schemas.microsoft.com/office/drawing/2014/main" id="{D17517C7-E177-434D-8C4D-A78AAA7627E4}"/>
                  </a:ext>
                </a:extLst>
              </p:cNvPr>
              <p:cNvSpPr>
                <a:spLocks noEditPoints="1"/>
              </p:cNvSpPr>
              <p:nvPr/>
            </p:nvSpPr>
            <p:spPr bwMode="auto">
              <a:xfrm>
                <a:off x="1563190" y="4151132"/>
                <a:ext cx="280221" cy="194867"/>
              </a:xfrm>
              <a:custGeom>
                <a:avLst/>
                <a:gdLst>
                  <a:gd name="T0" fmla="*/ 58 w 74"/>
                  <a:gd name="T1" fmla="*/ 16 h 51"/>
                  <a:gd name="T2" fmla="*/ 58 w 74"/>
                  <a:gd name="T3" fmla="*/ 35 h 51"/>
                  <a:gd name="T4" fmla="*/ 16 w 74"/>
                  <a:gd name="T5" fmla="*/ 35 h 51"/>
                  <a:gd name="T6" fmla="*/ 16 w 74"/>
                  <a:gd name="T7" fmla="*/ 16 h 51"/>
                  <a:gd name="T8" fmla="*/ 58 w 74"/>
                  <a:gd name="T9" fmla="*/ 16 h 51"/>
                  <a:gd name="T10" fmla="*/ 58 w 74"/>
                  <a:gd name="T11" fmla="*/ 0 h 51"/>
                  <a:gd name="T12" fmla="*/ 16 w 74"/>
                  <a:gd name="T13" fmla="*/ 0 h 51"/>
                  <a:gd name="T14" fmla="*/ 0 w 74"/>
                  <a:gd name="T15" fmla="*/ 16 h 51"/>
                  <a:gd name="T16" fmla="*/ 0 w 74"/>
                  <a:gd name="T17" fmla="*/ 35 h 51"/>
                  <a:gd name="T18" fmla="*/ 16 w 74"/>
                  <a:gd name="T19" fmla="*/ 51 h 51"/>
                  <a:gd name="T20" fmla="*/ 58 w 74"/>
                  <a:gd name="T21" fmla="*/ 51 h 51"/>
                  <a:gd name="T22" fmla="*/ 74 w 74"/>
                  <a:gd name="T23" fmla="*/ 35 h 51"/>
                  <a:gd name="T24" fmla="*/ 74 w 74"/>
                  <a:gd name="T25" fmla="*/ 16 h 51"/>
                  <a:gd name="T26" fmla="*/ 58 w 74"/>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1">
                    <a:moveTo>
                      <a:pt x="58" y="16"/>
                    </a:moveTo>
                    <a:cubicBezTo>
                      <a:pt x="58" y="35"/>
                      <a:pt x="58" y="35"/>
                      <a:pt x="58" y="35"/>
                    </a:cubicBezTo>
                    <a:cubicBezTo>
                      <a:pt x="16" y="35"/>
                      <a:pt x="16" y="35"/>
                      <a:pt x="16" y="35"/>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5"/>
                      <a:pt x="0" y="35"/>
                      <a:pt x="0" y="35"/>
                    </a:cubicBezTo>
                    <a:cubicBezTo>
                      <a:pt x="0" y="43"/>
                      <a:pt x="8" y="51"/>
                      <a:pt x="16" y="51"/>
                    </a:cubicBezTo>
                    <a:cubicBezTo>
                      <a:pt x="58" y="51"/>
                      <a:pt x="58" y="51"/>
                      <a:pt x="58" y="51"/>
                    </a:cubicBezTo>
                    <a:cubicBezTo>
                      <a:pt x="67" y="51"/>
                      <a:pt x="74" y="43"/>
                      <a:pt x="74" y="35"/>
                    </a:cubicBezTo>
                    <a:cubicBezTo>
                      <a:pt x="74" y="16"/>
                      <a:pt x="74" y="16"/>
                      <a:pt x="74" y="16"/>
                    </a:cubicBezTo>
                    <a:cubicBezTo>
                      <a:pt x="74" y="7"/>
                      <a:pt x="67"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9" name="Freeform 17">
                <a:extLst>
                  <a:ext uri="{FF2B5EF4-FFF2-40B4-BE49-F238E27FC236}">
                    <a16:creationId xmlns:a16="http://schemas.microsoft.com/office/drawing/2014/main" id="{9B01B60B-B2FF-4665-8ED7-490257C21EAE}"/>
                  </a:ext>
                </a:extLst>
              </p:cNvPr>
              <p:cNvSpPr>
                <a:spLocks noEditPoints="1"/>
              </p:cNvSpPr>
              <p:nvPr/>
            </p:nvSpPr>
            <p:spPr bwMode="auto">
              <a:xfrm>
                <a:off x="1311958" y="4064167"/>
                <a:ext cx="19003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0" name="Freeform 18">
                <a:extLst>
                  <a:ext uri="{FF2B5EF4-FFF2-40B4-BE49-F238E27FC236}">
                    <a16:creationId xmlns:a16="http://schemas.microsoft.com/office/drawing/2014/main" id="{19109C17-AF6D-4476-A672-55EC71EF9A0D}"/>
                  </a:ext>
                </a:extLst>
              </p:cNvPr>
              <p:cNvSpPr>
                <a:spLocks noEditPoints="1"/>
              </p:cNvSpPr>
              <p:nvPr/>
            </p:nvSpPr>
            <p:spPr bwMode="auto">
              <a:xfrm>
                <a:off x="1311958" y="4151132"/>
                <a:ext cx="27700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1" name="Freeform 19">
                <a:extLst>
                  <a:ext uri="{FF2B5EF4-FFF2-40B4-BE49-F238E27FC236}">
                    <a16:creationId xmlns:a16="http://schemas.microsoft.com/office/drawing/2014/main" id="{81AC942F-911A-4CB3-9629-21F5E1B5FBC6}"/>
                  </a:ext>
                </a:extLst>
              </p:cNvPr>
              <p:cNvSpPr>
                <a:spLocks noEditPoints="1"/>
              </p:cNvSpPr>
              <p:nvPr/>
            </p:nvSpPr>
            <p:spPr bwMode="auto">
              <a:xfrm>
                <a:off x="1311958" y="3820986"/>
                <a:ext cx="19003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2" name="Freeform 20">
                <a:extLst>
                  <a:ext uri="{FF2B5EF4-FFF2-40B4-BE49-F238E27FC236}">
                    <a16:creationId xmlns:a16="http://schemas.microsoft.com/office/drawing/2014/main" id="{D9F382EA-F4E2-4501-BC82-C78D2C810BC9}"/>
                  </a:ext>
                </a:extLst>
              </p:cNvPr>
              <p:cNvSpPr>
                <a:spLocks noEditPoints="1"/>
              </p:cNvSpPr>
              <p:nvPr/>
            </p:nvSpPr>
            <p:spPr bwMode="auto">
              <a:xfrm>
                <a:off x="1907830" y="4064167"/>
                <a:ext cx="19164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3" name="Freeform 21">
                <a:extLst>
                  <a:ext uri="{FF2B5EF4-FFF2-40B4-BE49-F238E27FC236}">
                    <a16:creationId xmlns:a16="http://schemas.microsoft.com/office/drawing/2014/main" id="{F1ECB0E6-4452-4C42-BAAB-DC3E74C35AE2}"/>
                  </a:ext>
                </a:extLst>
              </p:cNvPr>
              <p:cNvSpPr>
                <a:spLocks noEditPoints="1"/>
              </p:cNvSpPr>
              <p:nvPr/>
            </p:nvSpPr>
            <p:spPr bwMode="auto">
              <a:xfrm>
                <a:off x="1820865" y="4151132"/>
                <a:ext cx="27861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4" name="Freeform 22">
                <a:extLst>
                  <a:ext uri="{FF2B5EF4-FFF2-40B4-BE49-F238E27FC236}">
                    <a16:creationId xmlns:a16="http://schemas.microsoft.com/office/drawing/2014/main" id="{4BAED771-D18E-4AB8-90C4-545B70E84253}"/>
                  </a:ext>
                </a:extLst>
              </p:cNvPr>
              <p:cNvSpPr>
                <a:spLocks noEditPoints="1"/>
              </p:cNvSpPr>
              <p:nvPr/>
            </p:nvSpPr>
            <p:spPr bwMode="auto">
              <a:xfrm>
                <a:off x="1907830" y="3820986"/>
                <a:ext cx="19164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5" name="Freeform 23">
                <a:extLst>
                  <a:ext uri="{FF2B5EF4-FFF2-40B4-BE49-F238E27FC236}">
                    <a16:creationId xmlns:a16="http://schemas.microsoft.com/office/drawing/2014/main" id="{9015FA6A-8E42-44EB-BD0B-B4F3C8124FCA}"/>
                  </a:ext>
                </a:extLst>
              </p:cNvPr>
              <p:cNvSpPr>
                <a:spLocks noEditPoints="1"/>
              </p:cNvSpPr>
              <p:nvPr/>
            </p:nvSpPr>
            <p:spPr bwMode="auto">
              <a:xfrm>
                <a:off x="1661428" y="3405486"/>
                <a:ext cx="600703" cy="594262"/>
              </a:xfrm>
              <a:custGeom>
                <a:avLst/>
                <a:gdLst>
                  <a:gd name="T0" fmla="*/ 105 w 158"/>
                  <a:gd name="T1" fmla="*/ 16 h 156"/>
                  <a:gd name="T2" fmla="*/ 140 w 158"/>
                  <a:gd name="T3" fmla="*/ 56 h 156"/>
                  <a:gd name="T4" fmla="*/ 56 w 158"/>
                  <a:gd name="T5" fmla="*/ 140 h 156"/>
                  <a:gd name="T6" fmla="*/ 17 w 158"/>
                  <a:gd name="T7" fmla="*/ 99 h 156"/>
                  <a:gd name="T8" fmla="*/ 105 w 158"/>
                  <a:gd name="T9" fmla="*/ 16 h 156"/>
                  <a:gd name="T10" fmla="*/ 105 w 158"/>
                  <a:gd name="T11" fmla="*/ 0 h 156"/>
                  <a:gd name="T12" fmla="*/ 94 w 158"/>
                  <a:gd name="T13" fmla="*/ 5 h 156"/>
                  <a:gd name="T14" fmla="*/ 6 w 158"/>
                  <a:gd name="T15" fmla="*/ 87 h 156"/>
                  <a:gd name="T16" fmla="*/ 5 w 158"/>
                  <a:gd name="T17" fmla="*/ 109 h 156"/>
                  <a:gd name="T18" fmla="*/ 44 w 158"/>
                  <a:gd name="T19" fmla="*/ 151 h 156"/>
                  <a:gd name="T20" fmla="*/ 55 w 158"/>
                  <a:gd name="T21" fmla="*/ 156 h 156"/>
                  <a:gd name="T22" fmla="*/ 56 w 158"/>
                  <a:gd name="T23" fmla="*/ 156 h 156"/>
                  <a:gd name="T24" fmla="*/ 67 w 158"/>
                  <a:gd name="T25" fmla="*/ 152 h 156"/>
                  <a:gd name="T26" fmla="*/ 151 w 158"/>
                  <a:gd name="T27" fmla="*/ 67 h 156"/>
                  <a:gd name="T28" fmla="*/ 152 w 158"/>
                  <a:gd name="T29" fmla="*/ 45 h 156"/>
                  <a:gd name="T30" fmla="*/ 117 w 158"/>
                  <a:gd name="T31" fmla="*/ 6 h 156"/>
                  <a:gd name="T32" fmla="*/ 105 w 158"/>
                  <a:gd name="T33" fmla="*/ 0 h 156"/>
                  <a:gd name="T34" fmla="*/ 105 w 158"/>
                  <a:gd name="T3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 h="156">
                    <a:moveTo>
                      <a:pt x="105" y="16"/>
                    </a:moveTo>
                    <a:cubicBezTo>
                      <a:pt x="140" y="56"/>
                      <a:pt x="140" y="56"/>
                      <a:pt x="140" y="56"/>
                    </a:cubicBezTo>
                    <a:cubicBezTo>
                      <a:pt x="56" y="140"/>
                      <a:pt x="56" y="140"/>
                      <a:pt x="56" y="140"/>
                    </a:cubicBezTo>
                    <a:cubicBezTo>
                      <a:pt x="17" y="99"/>
                      <a:pt x="17" y="99"/>
                      <a:pt x="17" y="99"/>
                    </a:cubicBezTo>
                    <a:cubicBezTo>
                      <a:pt x="105" y="16"/>
                      <a:pt x="105" y="16"/>
                      <a:pt x="105" y="16"/>
                    </a:cubicBezTo>
                    <a:moveTo>
                      <a:pt x="105" y="0"/>
                    </a:moveTo>
                    <a:cubicBezTo>
                      <a:pt x="101" y="0"/>
                      <a:pt x="97" y="2"/>
                      <a:pt x="94" y="5"/>
                    </a:cubicBezTo>
                    <a:cubicBezTo>
                      <a:pt x="6" y="87"/>
                      <a:pt x="6" y="87"/>
                      <a:pt x="6" y="87"/>
                    </a:cubicBezTo>
                    <a:cubicBezTo>
                      <a:pt x="0" y="93"/>
                      <a:pt x="0" y="103"/>
                      <a:pt x="5" y="109"/>
                    </a:cubicBezTo>
                    <a:cubicBezTo>
                      <a:pt x="44" y="151"/>
                      <a:pt x="44" y="151"/>
                      <a:pt x="44" y="151"/>
                    </a:cubicBezTo>
                    <a:cubicBezTo>
                      <a:pt x="47" y="154"/>
                      <a:pt x="51" y="156"/>
                      <a:pt x="55" y="156"/>
                    </a:cubicBezTo>
                    <a:cubicBezTo>
                      <a:pt x="55" y="156"/>
                      <a:pt x="56" y="156"/>
                      <a:pt x="56" y="156"/>
                    </a:cubicBezTo>
                    <a:cubicBezTo>
                      <a:pt x="60" y="156"/>
                      <a:pt x="64" y="155"/>
                      <a:pt x="67" y="152"/>
                    </a:cubicBezTo>
                    <a:cubicBezTo>
                      <a:pt x="151" y="67"/>
                      <a:pt x="151" y="67"/>
                      <a:pt x="151" y="67"/>
                    </a:cubicBezTo>
                    <a:cubicBezTo>
                      <a:pt x="157" y="61"/>
                      <a:pt x="158" y="52"/>
                      <a:pt x="152" y="45"/>
                    </a:cubicBezTo>
                    <a:cubicBezTo>
                      <a:pt x="117" y="6"/>
                      <a:pt x="117" y="6"/>
                      <a:pt x="117" y="6"/>
                    </a:cubicBezTo>
                    <a:cubicBezTo>
                      <a:pt x="114" y="3"/>
                      <a:pt x="110" y="1"/>
                      <a:pt x="105" y="0"/>
                    </a:cubicBezTo>
                    <a:cubicBezTo>
                      <a:pt x="105" y="0"/>
                      <a:pt x="105" y="0"/>
                      <a:pt x="105"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6" name="Freeform 24">
                <a:extLst>
                  <a:ext uri="{FF2B5EF4-FFF2-40B4-BE49-F238E27FC236}">
                    <a16:creationId xmlns:a16="http://schemas.microsoft.com/office/drawing/2014/main" id="{67CF42F9-44A5-43B1-8433-A9E6B4A6ADC5}"/>
                  </a:ext>
                </a:extLst>
              </p:cNvPr>
              <p:cNvSpPr>
                <a:spLocks noEditPoints="1"/>
              </p:cNvSpPr>
              <p:nvPr/>
            </p:nvSpPr>
            <p:spPr bwMode="auto">
              <a:xfrm>
                <a:off x="1555138" y="3790388"/>
                <a:ext cx="318872" cy="293105"/>
              </a:xfrm>
              <a:custGeom>
                <a:avLst/>
                <a:gdLst>
                  <a:gd name="T0" fmla="*/ 32 w 84"/>
                  <a:gd name="T1" fmla="*/ 16 h 77"/>
                  <a:gd name="T2" fmla="*/ 67 w 84"/>
                  <a:gd name="T3" fmla="*/ 50 h 77"/>
                  <a:gd name="T4" fmla="*/ 17 w 84"/>
                  <a:gd name="T5" fmla="*/ 61 h 77"/>
                  <a:gd name="T6" fmla="*/ 32 w 84"/>
                  <a:gd name="T7" fmla="*/ 16 h 77"/>
                  <a:gd name="T8" fmla="*/ 32 w 84"/>
                  <a:gd name="T9" fmla="*/ 0 h 77"/>
                  <a:gd name="T10" fmla="*/ 28 w 84"/>
                  <a:gd name="T11" fmla="*/ 1 h 77"/>
                  <a:gd name="T12" fmla="*/ 17 w 84"/>
                  <a:gd name="T13" fmla="*/ 11 h 77"/>
                  <a:gd name="T14" fmla="*/ 2 w 84"/>
                  <a:gd name="T15" fmla="*/ 56 h 77"/>
                  <a:gd name="T16" fmla="*/ 5 w 84"/>
                  <a:gd name="T17" fmla="*/ 72 h 77"/>
                  <a:gd name="T18" fmla="*/ 17 w 84"/>
                  <a:gd name="T19" fmla="*/ 77 h 77"/>
                  <a:gd name="T20" fmla="*/ 20 w 84"/>
                  <a:gd name="T21" fmla="*/ 76 h 77"/>
                  <a:gd name="T22" fmla="*/ 71 w 84"/>
                  <a:gd name="T23" fmla="*/ 65 h 77"/>
                  <a:gd name="T24" fmla="*/ 83 w 84"/>
                  <a:gd name="T25" fmla="*/ 54 h 77"/>
                  <a:gd name="T26" fmla="*/ 78 w 84"/>
                  <a:gd name="T27" fmla="*/ 38 h 77"/>
                  <a:gd name="T28" fmla="*/ 43 w 84"/>
                  <a:gd name="T29" fmla="*/ 5 h 77"/>
                  <a:gd name="T30" fmla="*/ 32 w 84"/>
                  <a:gd name="T3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77">
                    <a:moveTo>
                      <a:pt x="32" y="16"/>
                    </a:moveTo>
                    <a:cubicBezTo>
                      <a:pt x="67" y="50"/>
                      <a:pt x="67" y="50"/>
                      <a:pt x="67" y="50"/>
                    </a:cubicBezTo>
                    <a:cubicBezTo>
                      <a:pt x="17" y="61"/>
                      <a:pt x="17" y="61"/>
                      <a:pt x="17" y="61"/>
                    </a:cubicBezTo>
                    <a:cubicBezTo>
                      <a:pt x="32" y="16"/>
                      <a:pt x="32" y="16"/>
                      <a:pt x="32" y="16"/>
                    </a:cubicBezTo>
                    <a:moveTo>
                      <a:pt x="32" y="0"/>
                    </a:moveTo>
                    <a:cubicBezTo>
                      <a:pt x="31" y="0"/>
                      <a:pt x="29" y="0"/>
                      <a:pt x="28" y="1"/>
                    </a:cubicBezTo>
                    <a:cubicBezTo>
                      <a:pt x="23" y="2"/>
                      <a:pt x="18" y="6"/>
                      <a:pt x="17" y="11"/>
                    </a:cubicBezTo>
                    <a:cubicBezTo>
                      <a:pt x="2" y="56"/>
                      <a:pt x="2" y="56"/>
                      <a:pt x="2" y="56"/>
                    </a:cubicBezTo>
                    <a:cubicBezTo>
                      <a:pt x="0" y="61"/>
                      <a:pt x="1" y="67"/>
                      <a:pt x="5" y="72"/>
                    </a:cubicBezTo>
                    <a:cubicBezTo>
                      <a:pt x="8" y="75"/>
                      <a:pt x="12" y="77"/>
                      <a:pt x="17" y="77"/>
                    </a:cubicBezTo>
                    <a:cubicBezTo>
                      <a:pt x="18" y="77"/>
                      <a:pt x="19" y="77"/>
                      <a:pt x="20" y="76"/>
                    </a:cubicBezTo>
                    <a:cubicBezTo>
                      <a:pt x="71" y="65"/>
                      <a:pt x="71" y="65"/>
                      <a:pt x="71" y="65"/>
                    </a:cubicBezTo>
                    <a:cubicBezTo>
                      <a:pt x="77" y="64"/>
                      <a:pt x="81" y="59"/>
                      <a:pt x="83" y="54"/>
                    </a:cubicBezTo>
                    <a:cubicBezTo>
                      <a:pt x="84" y="48"/>
                      <a:pt x="83" y="42"/>
                      <a:pt x="78" y="38"/>
                    </a:cubicBezTo>
                    <a:cubicBezTo>
                      <a:pt x="43" y="5"/>
                      <a:pt x="43" y="5"/>
                      <a:pt x="43" y="5"/>
                    </a:cubicBezTo>
                    <a:cubicBezTo>
                      <a:pt x="40" y="2"/>
                      <a:pt x="36" y="0"/>
                      <a:pt x="32"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7" name="Freeform 25">
                <a:extLst>
                  <a:ext uri="{FF2B5EF4-FFF2-40B4-BE49-F238E27FC236}">
                    <a16:creationId xmlns:a16="http://schemas.microsoft.com/office/drawing/2014/main" id="{024383A2-15A9-46AB-9836-B440A160DEB9}"/>
                  </a:ext>
                </a:extLst>
              </p:cNvPr>
              <p:cNvSpPr>
                <a:spLocks/>
              </p:cNvSpPr>
              <p:nvPr/>
            </p:nvSpPr>
            <p:spPr bwMode="auto">
              <a:xfrm>
                <a:off x="1371545" y="3642225"/>
                <a:ext cx="69249" cy="148163"/>
              </a:xfrm>
              <a:custGeom>
                <a:avLst/>
                <a:gdLst>
                  <a:gd name="T0" fmla="*/ 0 w 43"/>
                  <a:gd name="T1" fmla="*/ 0 h 92"/>
                  <a:gd name="T2" fmla="*/ 43 w 43"/>
                  <a:gd name="T3" fmla="*/ 0 h 92"/>
                  <a:gd name="T4" fmla="*/ 43 w 43"/>
                  <a:gd name="T5" fmla="*/ 92 h 92"/>
                  <a:gd name="T6" fmla="*/ 0 w 43"/>
                  <a:gd name="T7" fmla="*/ 92 h 92"/>
                  <a:gd name="T8" fmla="*/ 0 w 43"/>
                  <a:gd name="T9" fmla="*/ 0 h 92"/>
                  <a:gd name="T10" fmla="*/ 0 w 43"/>
                  <a:gd name="T11" fmla="*/ 0 h 92"/>
                </a:gdLst>
                <a:ahLst/>
                <a:cxnLst>
                  <a:cxn ang="0">
                    <a:pos x="T0" y="T1"/>
                  </a:cxn>
                  <a:cxn ang="0">
                    <a:pos x="T2" y="T3"/>
                  </a:cxn>
                  <a:cxn ang="0">
                    <a:pos x="T4" y="T5"/>
                  </a:cxn>
                  <a:cxn ang="0">
                    <a:pos x="T6" y="T7"/>
                  </a:cxn>
                  <a:cxn ang="0">
                    <a:pos x="T8" y="T9"/>
                  </a:cxn>
                  <a:cxn ang="0">
                    <a:pos x="T10" y="T11"/>
                  </a:cxn>
                </a:cxnLst>
                <a:rect l="0" t="0" r="r" b="b"/>
                <a:pathLst>
                  <a:path w="43" h="92">
                    <a:moveTo>
                      <a:pt x="0" y="0"/>
                    </a:moveTo>
                    <a:lnTo>
                      <a:pt x="43" y="0"/>
                    </a:lnTo>
                    <a:lnTo>
                      <a:pt x="43" y="92"/>
                    </a:lnTo>
                    <a:lnTo>
                      <a:pt x="0" y="92"/>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8" name="Freeform 26">
                <a:extLst>
                  <a:ext uri="{FF2B5EF4-FFF2-40B4-BE49-F238E27FC236}">
                    <a16:creationId xmlns:a16="http://schemas.microsoft.com/office/drawing/2014/main" id="{CBBC424F-E267-4294-AC7B-C2A365F10E51}"/>
                  </a:ext>
                </a:extLst>
              </p:cNvPr>
              <p:cNvSpPr>
                <a:spLocks/>
              </p:cNvSpPr>
              <p:nvPr/>
            </p:nvSpPr>
            <p:spPr bwMode="auto">
              <a:xfrm>
                <a:off x="1371545" y="3642225"/>
                <a:ext cx="156215" cy="59588"/>
              </a:xfrm>
              <a:custGeom>
                <a:avLst/>
                <a:gdLst>
                  <a:gd name="T0" fmla="*/ 0 w 97"/>
                  <a:gd name="T1" fmla="*/ 0 h 37"/>
                  <a:gd name="T2" fmla="*/ 97 w 97"/>
                  <a:gd name="T3" fmla="*/ 0 h 37"/>
                  <a:gd name="T4" fmla="*/ 97 w 97"/>
                  <a:gd name="T5" fmla="*/ 37 h 37"/>
                  <a:gd name="T6" fmla="*/ 0 w 97"/>
                  <a:gd name="T7" fmla="*/ 37 h 37"/>
                  <a:gd name="T8" fmla="*/ 0 w 97"/>
                  <a:gd name="T9" fmla="*/ 0 h 37"/>
                  <a:gd name="T10" fmla="*/ 0 w 97"/>
                  <a:gd name="T11" fmla="*/ 0 h 37"/>
                </a:gdLst>
                <a:ahLst/>
                <a:cxnLst>
                  <a:cxn ang="0">
                    <a:pos x="T0" y="T1"/>
                  </a:cxn>
                  <a:cxn ang="0">
                    <a:pos x="T2" y="T3"/>
                  </a:cxn>
                  <a:cxn ang="0">
                    <a:pos x="T4" y="T5"/>
                  </a:cxn>
                  <a:cxn ang="0">
                    <a:pos x="T6" y="T7"/>
                  </a:cxn>
                  <a:cxn ang="0">
                    <a:pos x="T8" y="T9"/>
                  </a:cxn>
                  <a:cxn ang="0">
                    <a:pos x="T10" y="T11"/>
                  </a:cxn>
                </a:cxnLst>
                <a:rect l="0" t="0" r="r" b="b"/>
                <a:pathLst>
                  <a:path w="97" h="37">
                    <a:moveTo>
                      <a:pt x="0" y="0"/>
                    </a:moveTo>
                    <a:lnTo>
                      <a:pt x="97" y="0"/>
                    </a:lnTo>
                    <a:lnTo>
                      <a:pt x="97" y="37"/>
                    </a:lnTo>
                    <a:lnTo>
                      <a:pt x="0" y="37"/>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9" name="Freeform 27">
                <a:extLst>
                  <a:ext uri="{FF2B5EF4-FFF2-40B4-BE49-F238E27FC236}">
                    <a16:creationId xmlns:a16="http://schemas.microsoft.com/office/drawing/2014/main" id="{E10F5550-7A5C-4D04-AF81-314FA07D9743}"/>
                  </a:ext>
                </a:extLst>
              </p:cNvPr>
              <p:cNvSpPr>
                <a:spLocks/>
              </p:cNvSpPr>
              <p:nvPr/>
            </p:nvSpPr>
            <p:spPr bwMode="auto">
              <a:xfrm>
                <a:off x="1622777" y="3642225"/>
                <a:ext cx="161046" cy="59588"/>
              </a:xfrm>
              <a:custGeom>
                <a:avLst/>
                <a:gdLst>
                  <a:gd name="T0" fmla="*/ 0 w 100"/>
                  <a:gd name="T1" fmla="*/ 37 h 37"/>
                  <a:gd name="T2" fmla="*/ 0 w 100"/>
                  <a:gd name="T3" fmla="*/ 0 h 37"/>
                  <a:gd name="T4" fmla="*/ 100 w 100"/>
                  <a:gd name="T5" fmla="*/ 0 h 37"/>
                  <a:gd name="T6" fmla="*/ 64 w 100"/>
                  <a:gd name="T7" fmla="*/ 37 h 37"/>
                  <a:gd name="T8" fmla="*/ 0 w 100"/>
                  <a:gd name="T9" fmla="*/ 37 h 37"/>
                  <a:gd name="T10" fmla="*/ 0 w 100"/>
                  <a:gd name="T11" fmla="*/ 37 h 37"/>
                  <a:gd name="T12" fmla="*/ 0 w 100"/>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100" h="37">
                    <a:moveTo>
                      <a:pt x="0" y="37"/>
                    </a:moveTo>
                    <a:lnTo>
                      <a:pt x="0" y="0"/>
                    </a:lnTo>
                    <a:lnTo>
                      <a:pt x="100" y="0"/>
                    </a:lnTo>
                    <a:lnTo>
                      <a:pt x="64" y="37"/>
                    </a:lnTo>
                    <a:lnTo>
                      <a:pt x="0" y="37"/>
                    </a:lnTo>
                    <a:lnTo>
                      <a:pt x="0" y="37"/>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0" name="Freeform 28">
                <a:extLst>
                  <a:ext uri="{FF2B5EF4-FFF2-40B4-BE49-F238E27FC236}">
                    <a16:creationId xmlns:a16="http://schemas.microsoft.com/office/drawing/2014/main" id="{C84E9659-ABE6-4728-B9E2-CF1DABABE7FE}"/>
                  </a:ext>
                </a:extLst>
              </p:cNvPr>
              <p:cNvSpPr>
                <a:spLocks/>
              </p:cNvSpPr>
              <p:nvPr/>
            </p:nvSpPr>
            <p:spPr bwMode="auto">
              <a:xfrm>
                <a:off x="1622777" y="4212330"/>
                <a:ext cx="161046" cy="72471"/>
              </a:xfrm>
              <a:custGeom>
                <a:avLst/>
                <a:gdLst>
                  <a:gd name="T0" fmla="*/ 0 w 100"/>
                  <a:gd name="T1" fmla="*/ 0 h 45"/>
                  <a:gd name="T2" fmla="*/ 100 w 100"/>
                  <a:gd name="T3" fmla="*/ 0 h 45"/>
                  <a:gd name="T4" fmla="*/ 100 w 100"/>
                  <a:gd name="T5" fmla="*/ 45 h 45"/>
                  <a:gd name="T6" fmla="*/ 0 w 100"/>
                  <a:gd name="T7" fmla="*/ 45 h 45"/>
                  <a:gd name="T8" fmla="*/ 0 w 100"/>
                  <a:gd name="T9" fmla="*/ 0 h 45"/>
                  <a:gd name="T10" fmla="*/ 0 w 100"/>
                  <a:gd name="T11" fmla="*/ 0 h 45"/>
                </a:gdLst>
                <a:ahLst/>
                <a:cxnLst>
                  <a:cxn ang="0">
                    <a:pos x="T0" y="T1"/>
                  </a:cxn>
                  <a:cxn ang="0">
                    <a:pos x="T2" y="T3"/>
                  </a:cxn>
                  <a:cxn ang="0">
                    <a:pos x="T4" y="T5"/>
                  </a:cxn>
                  <a:cxn ang="0">
                    <a:pos x="T6" y="T7"/>
                  </a:cxn>
                  <a:cxn ang="0">
                    <a:pos x="T8" y="T9"/>
                  </a:cxn>
                  <a:cxn ang="0">
                    <a:pos x="T10" y="T11"/>
                  </a:cxn>
                </a:cxnLst>
                <a:rect l="0" t="0" r="r" b="b"/>
                <a:pathLst>
                  <a:path w="100" h="45">
                    <a:moveTo>
                      <a:pt x="0" y="0"/>
                    </a:moveTo>
                    <a:lnTo>
                      <a:pt x="100" y="0"/>
                    </a:lnTo>
                    <a:lnTo>
                      <a:pt x="100"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1" name="Freeform 29">
                <a:extLst>
                  <a:ext uri="{FF2B5EF4-FFF2-40B4-BE49-F238E27FC236}">
                    <a16:creationId xmlns:a16="http://schemas.microsoft.com/office/drawing/2014/main" id="{916FD9E1-4B27-47DC-BD7B-069CB432303C}"/>
                  </a:ext>
                </a:extLst>
              </p:cNvPr>
              <p:cNvSpPr>
                <a:spLocks/>
              </p:cNvSpPr>
              <p:nvPr/>
            </p:nvSpPr>
            <p:spPr bwMode="auto">
              <a:xfrm>
                <a:off x="1371545"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2" name="Freeform 30">
                <a:extLst>
                  <a:ext uri="{FF2B5EF4-FFF2-40B4-BE49-F238E27FC236}">
                    <a16:creationId xmlns:a16="http://schemas.microsoft.com/office/drawing/2014/main" id="{B4BE53A6-C202-4DAE-812F-04AC26C7D3EF}"/>
                  </a:ext>
                </a:extLst>
              </p:cNvPr>
              <p:cNvSpPr>
                <a:spLocks/>
              </p:cNvSpPr>
              <p:nvPr/>
            </p:nvSpPr>
            <p:spPr bwMode="auto">
              <a:xfrm>
                <a:off x="1371545"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3" name="Freeform 31">
                <a:extLst>
                  <a:ext uri="{FF2B5EF4-FFF2-40B4-BE49-F238E27FC236}">
                    <a16:creationId xmlns:a16="http://schemas.microsoft.com/office/drawing/2014/main" id="{F246C574-3DC7-4E89-8F0D-9001EDC8B76B}"/>
                  </a:ext>
                </a:extLst>
              </p:cNvPr>
              <p:cNvSpPr>
                <a:spLocks/>
              </p:cNvSpPr>
              <p:nvPr/>
            </p:nvSpPr>
            <p:spPr bwMode="auto">
              <a:xfrm>
                <a:off x="1371545"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4" name="Freeform 32">
                <a:extLst>
                  <a:ext uri="{FF2B5EF4-FFF2-40B4-BE49-F238E27FC236}">
                    <a16:creationId xmlns:a16="http://schemas.microsoft.com/office/drawing/2014/main" id="{BB0DA318-2CD7-4778-97E0-E0DF3F1EDECE}"/>
                  </a:ext>
                </a:extLst>
              </p:cNvPr>
              <p:cNvSpPr>
                <a:spLocks/>
              </p:cNvSpPr>
              <p:nvPr/>
            </p:nvSpPr>
            <p:spPr bwMode="auto">
              <a:xfrm>
                <a:off x="1969027"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5" name="Freeform 33">
                <a:extLst>
                  <a:ext uri="{FF2B5EF4-FFF2-40B4-BE49-F238E27FC236}">
                    <a16:creationId xmlns:a16="http://schemas.microsoft.com/office/drawing/2014/main" id="{A1AF9A78-9612-4282-8B72-B07DA777B19E}"/>
                  </a:ext>
                </a:extLst>
              </p:cNvPr>
              <p:cNvSpPr>
                <a:spLocks/>
              </p:cNvSpPr>
              <p:nvPr/>
            </p:nvSpPr>
            <p:spPr bwMode="auto">
              <a:xfrm>
                <a:off x="1882062"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6" name="Freeform 34">
                <a:extLst>
                  <a:ext uri="{FF2B5EF4-FFF2-40B4-BE49-F238E27FC236}">
                    <a16:creationId xmlns:a16="http://schemas.microsoft.com/office/drawing/2014/main" id="{5942A584-5791-42D4-BE98-AA5043743485}"/>
                  </a:ext>
                </a:extLst>
              </p:cNvPr>
              <p:cNvSpPr>
                <a:spLocks/>
              </p:cNvSpPr>
              <p:nvPr/>
            </p:nvSpPr>
            <p:spPr bwMode="auto">
              <a:xfrm>
                <a:off x="1969027"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7" name="Freeform 35">
                <a:extLst>
                  <a:ext uri="{FF2B5EF4-FFF2-40B4-BE49-F238E27FC236}">
                    <a16:creationId xmlns:a16="http://schemas.microsoft.com/office/drawing/2014/main" id="{6FEBF141-B9BB-46D8-8EAC-1E8BE7F3F09B}"/>
                  </a:ext>
                </a:extLst>
              </p:cNvPr>
              <p:cNvSpPr>
                <a:spLocks/>
              </p:cNvSpPr>
              <p:nvPr/>
            </p:nvSpPr>
            <p:spPr bwMode="auto">
              <a:xfrm>
                <a:off x="1725847" y="3466684"/>
                <a:ext cx="468645" cy="471867"/>
              </a:xfrm>
              <a:custGeom>
                <a:avLst/>
                <a:gdLst>
                  <a:gd name="T0" fmla="*/ 208 w 291"/>
                  <a:gd name="T1" fmla="*/ 0 h 293"/>
                  <a:gd name="T2" fmla="*/ 0 w 291"/>
                  <a:gd name="T3" fmla="*/ 196 h 293"/>
                  <a:gd name="T4" fmla="*/ 92 w 291"/>
                  <a:gd name="T5" fmla="*/ 293 h 293"/>
                  <a:gd name="T6" fmla="*/ 291 w 291"/>
                  <a:gd name="T7" fmla="*/ 94 h 293"/>
                  <a:gd name="T8" fmla="*/ 208 w 291"/>
                  <a:gd name="T9" fmla="*/ 0 h 293"/>
                  <a:gd name="T10" fmla="*/ 208 w 291"/>
                  <a:gd name="T11" fmla="*/ 0 h 293"/>
                  <a:gd name="T12" fmla="*/ 208 w 291"/>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91" h="293">
                    <a:moveTo>
                      <a:pt x="208" y="0"/>
                    </a:moveTo>
                    <a:lnTo>
                      <a:pt x="0" y="196"/>
                    </a:lnTo>
                    <a:lnTo>
                      <a:pt x="92" y="293"/>
                    </a:lnTo>
                    <a:lnTo>
                      <a:pt x="291" y="94"/>
                    </a:lnTo>
                    <a:lnTo>
                      <a:pt x="208" y="0"/>
                    </a:lnTo>
                    <a:lnTo>
                      <a:pt x="208" y="0"/>
                    </a:lnTo>
                    <a:lnTo>
                      <a:pt x="20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8" name="Freeform 36">
                <a:extLst>
                  <a:ext uri="{FF2B5EF4-FFF2-40B4-BE49-F238E27FC236}">
                    <a16:creationId xmlns:a16="http://schemas.microsoft.com/office/drawing/2014/main" id="{8E06B4B8-B73A-41C4-BC84-349F7E2A0913}"/>
                  </a:ext>
                </a:extLst>
              </p:cNvPr>
              <p:cNvSpPr>
                <a:spLocks/>
              </p:cNvSpPr>
              <p:nvPr/>
            </p:nvSpPr>
            <p:spPr bwMode="auto">
              <a:xfrm>
                <a:off x="1619556" y="3849975"/>
                <a:ext cx="190035" cy="172320"/>
              </a:xfrm>
              <a:custGeom>
                <a:avLst/>
                <a:gdLst>
                  <a:gd name="T0" fmla="*/ 35 w 118"/>
                  <a:gd name="T1" fmla="*/ 0 h 107"/>
                  <a:gd name="T2" fmla="*/ 0 w 118"/>
                  <a:gd name="T3" fmla="*/ 107 h 107"/>
                  <a:gd name="T4" fmla="*/ 118 w 118"/>
                  <a:gd name="T5" fmla="*/ 81 h 107"/>
                  <a:gd name="T6" fmla="*/ 35 w 118"/>
                  <a:gd name="T7" fmla="*/ 0 h 107"/>
                  <a:gd name="T8" fmla="*/ 35 w 118"/>
                  <a:gd name="T9" fmla="*/ 0 h 107"/>
                  <a:gd name="T10" fmla="*/ 35 w 118"/>
                  <a:gd name="T11" fmla="*/ 0 h 107"/>
                </a:gdLst>
                <a:ahLst/>
                <a:cxnLst>
                  <a:cxn ang="0">
                    <a:pos x="T0" y="T1"/>
                  </a:cxn>
                  <a:cxn ang="0">
                    <a:pos x="T2" y="T3"/>
                  </a:cxn>
                  <a:cxn ang="0">
                    <a:pos x="T4" y="T5"/>
                  </a:cxn>
                  <a:cxn ang="0">
                    <a:pos x="T6" y="T7"/>
                  </a:cxn>
                  <a:cxn ang="0">
                    <a:pos x="T8" y="T9"/>
                  </a:cxn>
                  <a:cxn ang="0">
                    <a:pos x="T10" y="T11"/>
                  </a:cxn>
                </a:cxnLst>
                <a:rect l="0" t="0" r="r" b="b"/>
                <a:pathLst>
                  <a:path w="118" h="107">
                    <a:moveTo>
                      <a:pt x="35" y="0"/>
                    </a:moveTo>
                    <a:lnTo>
                      <a:pt x="0" y="107"/>
                    </a:lnTo>
                    <a:lnTo>
                      <a:pt x="118" y="81"/>
                    </a:lnTo>
                    <a:lnTo>
                      <a:pt x="35" y="0"/>
                    </a:lnTo>
                    <a:lnTo>
                      <a:pt x="35" y="0"/>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7C93031B-F06C-433E-87D1-6F0F3294C852}"/>
                  </a:ext>
                </a:extLst>
              </p:cNvPr>
              <p:cNvSpPr txBox="1"/>
              <p:nvPr/>
            </p:nvSpPr>
            <p:spPr>
              <a:xfrm>
                <a:off x="1462486" y="4386593"/>
                <a:ext cx="21854714" cy="2482090"/>
              </a:xfrm>
              <a:prstGeom prst="rect">
                <a:avLst/>
              </a:prstGeom>
              <a:noFill/>
            </p:spPr>
            <p:txBody>
              <a:bodyPr wrap="square">
                <a:spAutoFit/>
              </a:bodyPr>
              <a:lstStyle/>
              <a:p>
                <a:pPr lvl="0"/>
                <a:r>
                  <a:rPr lang="fr-FR" sz="4800" b="1" dirty="0">
                    <a:latin typeface="Tahoma" panose="020B0604030504040204" pitchFamily="34" charset="0"/>
                    <a:ea typeface="Tahoma" panose="020B0604030504040204" pitchFamily="34" charset="0"/>
                    <a:cs typeface="Tahoma" panose="020B0604030504040204" pitchFamily="34" charset="0"/>
                  </a:rPr>
                  <a:t>Cho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i="1" dirty="0">
                    <a:latin typeface="Tahoma" panose="020B0604030504040204" pitchFamily="34" charset="0"/>
                    <a:ea typeface="Tahoma" panose="020B0604030504040204" pitchFamily="34" charset="0"/>
                    <a:cs typeface="Tahoma" panose="020B0604030504040204" pitchFamily="34" charset="0"/>
                  </a:rPr>
                  <a:t>Q</a:t>
                </a:r>
                <a:r>
                  <a:rPr lang="vi-VN" sz="4800" b="1" i="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Châu</a:t>
                </a:r>
                <a:r>
                  <a:rPr lang="fr-FR" sz="4800" b="1" dirty="0">
                    <a:latin typeface="Tahoma" panose="020B0604030504040204" pitchFamily="34" charset="0"/>
                    <a:ea typeface="Tahoma" panose="020B0604030504040204" pitchFamily="34" charset="0"/>
                    <a:cs typeface="Tahoma" panose="020B0604030504040204" pitchFamily="34" charset="0"/>
                  </a:rPr>
                  <a:t> Á là </a:t>
                </a:r>
                <a:r>
                  <a:rPr lang="fr-FR" sz="4800" b="1" dirty="0" err="1">
                    <a:latin typeface="Tahoma" panose="020B0604030504040204" pitchFamily="34" charset="0"/>
                    <a:ea typeface="Tahoma" panose="020B0604030504040204" pitchFamily="34" charset="0"/>
                    <a:cs typeface="Tahoma" panose="020B0604030504040204" pitchFamily="34" charset="0"/>
                  </a:rPr>
                  <a:t>châu</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lục</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có</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diện</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tích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lớn</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nhất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trên</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thế</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giới</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Phát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biểu</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phủ</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định</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bar>
                      <m:barPr>
                        <m:pos m:val="top"/>
                        <m:ctrlPr>
                          <a:rPr lang="en-US" sz="4800" b="1" i="1">
                            <a:latin typeface="Cambria Math" panose="02040503050406030204" pitchFamily="18" charset="0"/>
                          </a:rPr>
                        </m:ctrlPr>
                      </m:barPr>
                      <m:e>
                        <m:r>
                          <a:rPr lang="en-US" sz="4800" b="1" i="1">
                            <a:latin typeface="Cambria Math" panose="02040503050406030204" pitchFamily="18" charset="0"/>
                          </a:rPr>
                          <m:t>𝑸</m:t>
                        </m:r>
                      </m:e>
                    </m:ba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xác</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định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tính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đúng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sai</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của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hai</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i="1" dirty="0">
                    <a:latin typeface="Tahoma" panose="020B0604030504040204" pitchFamily="34" charset="0"/>
                    <a:ea typeface="Tahoma" panose="020B0604030504040204" pitchFamily="34" charset="0"/>
                    <a:cs typeface="Tahoma" panose="020B0604030504040204" pitchFamily="34" charset="0"/>
                  </a:rPr>
                  <a:t>Q</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bar>
                      <m:barPr>
                        <m:pos m:val="top"/>
                        <m:ctrlPr>
                          <a:rPr lang="en-US" sz="4800" b="1" i="1">
                            <a:latin typeface="Cambria Math" panose="02040503050406030204" pitchFamily="18" charset="0"/>
                          </a:rPr>
                        </m:ctrlPr>
                      </m:barPr>
                      <m:e>
                        <m:r>
                          <a:rPr lang="en-US" sz="4800" b="1" i="1">
                            <a:latin typeface="Cambria Math" panose="02040503050406030204" pitchFamily="18" charset="0"/>
                          </a:rPr>
                          <m:t>𝑸</m:t>
                        </m:r>
                      </m:e>
                    </m:bar>
                  </m:oMath>
                </a14:m>
                <a:r>
                  <a:rPr lang="fr-FR"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79" name="TextBox 78">
                <a:extLst>
                  <a:ext uri="{FF2B5EF4-FFF2-40B4-BE49-F238E27FC236}">
                    <a16:creationId xmlns:a16="http://schemas.microsoft.com/office/drawing/2014/main" id="{7C93031B-F06C-433E-87D1-6F0F3294C852}"/>
                  </a:ext>
                </a:extLst>
              </p:cNvPr>
              <p:cNvSpPr txBox="1">
                <a:spLocks noRot="1" noChangeAspect="1" noMove="1" noResize="1" noEditPoints="1" noAdjustHandles="1" noChangeArrowheads="1" noChangeShapeType="1" noTextEdit="1"/>
              </p:cNvSpPr>
              <p:nvPr/>
            </p:nvSpPr>
            <p:spPr>
              <a:xfrm>
                <a:off x="1462486" y="4386593"/>
                <a:ext cx="21854714" cy="2482090"/>
              </a:xfrm>
              <a:prstGeom prst="rect">
                <a:avLst/>
              </a:prstGeom>
              <a:blipFill>
                <a:blip r:embed="rId4"/>
                <a:stretch>
                  <a:fillRect l="-1283" t="-5651" b="-11794"/>
                </a:stretch>
              </a:blipFill>
            </p:spPr>
            <p:txBody>
              <a:bodyPr/>
              <a:lstStyle/>
              <a:p>
                <a:r>
                  <a:rPr lang="en-US">
                    <a:noFill/>
                  </a:rPr>
                  <a:t> </a:t>
                </a:r>
              </a:p>
            </p:txBody>
          </p:sp>
        </mc:Fallback>
      </mc:AlternateContent>
      <p:sp>
        <p:nvSpPr>
          <p:cNvPr id="80" name="Rounded Rectangle 4">
            <a:extLst>
              <a:ext uri="{FF2B5EF4-FFF2-40B4-BE49-F238E27FC236}">
                <a16:creationId xmlns:a16="http://schemas.microsoft.com/office/drawing/2014/main" id="{60BF75B9-8E5D-4526-9D50-2E9BBC426B2C}"/>
              </a:ext>
            </a:extLst>
          </p:cNvPr>
          <p:cNvSpPr/>
          <p:nvPr/>
        </p:nvSpPr>
        <p:spPr>
          <a:xfrm>
            <a:off x="1055781" y="7896567"/>
            <a:ext cx="22261419" cy="4676433"/>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99FF99"/>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81" name="Group 80">
            <a:extLst>
              <a:ext uri="{FF2B5EF4-FFF2-40B4-BE49-F238E27FC236}">
                <a16:creationId xmlns:a16="http://schemas.microsoft.com/office/drawing/2014/main" id="{FC8842BF-BD13-47EC-A01B-D5CB2E509824}"/>
              </a:ext>
            </a:extLst>
          </p:cNvPr>
          <p:cNvGrpSpPr/>
          <p:nvPr/>
        </p:nvGrpSpPr>
        <p:grpSpPr>
          <a:xfrm>
            <a:off x="1691088" y="7558373"/>
            <a:ext cx="3600000" cy="828000"/>
            <a:chOff x="1275608" y="6322796"/>
            <a:chExt cx="3572909" cy="828631"/>
          </a:xfrm>
        </p:grpSpPr>
        <p:sp>
          <p:nvSpPr>
            <p:cNvPr id="82" name="Freeform 20">
              <a:extLst>
                <a:ext uri="{FF2B5EF4-FFF2-40B4-BE49-F238E27FC236}">
                  <a16:creationId xmlns:a16="http://schemas.microsoft.com/office/drawing/2014/main" id="{9DCB7188-C5D1-4562-B7E9-036039AD40E7}"/>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3" name="TextBox 82">
              <a:extLst>
                <a:ext uri="{FF2B5EF4-FFF2-40B4-BE49-F238E27FC236}">
                  <a16:creationId xmlns:a16="http://schemas.microsoft.com/office/drawing/2014/main" id="{3C5BC4FA-BAB5-4E66-A1A7-2C39A80EA8B6}"/>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84" name="Round Diagonal Corner Rectangle 8">
              <a:extLst>
                <a:ext uri="{FF2B5EF4-FFF2-40B4-BE49-F238E27FC236}">
                  <a16:creationId xmlns:a16="http://schemas.microsoft.com/office/drawing/2014/main" id="{DD02836A-CB9D-49AF-9B43-E2AE37577D4F}"/>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5" name="Freeform 9">
              <a:extLst>
                <a:ext uri="{FF2B5EF4-FFF2-40B4-BE49-F238E27FC236}">
                  <a16:creationId xmlns:a16="http://schemas.microsoft.com/office/drawing/2014/main" id="{F1DAE37F-C02F-41A4-AB7C-15856E498EB4}"/>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86" name="Rectangle 85">
                <a:extLst>
                  <a:ext uri="{FF2B5EF4-FFF2-40B4-BE49-F238E27FC236}">
                    <a16:creationId xmlns:a16="http://schemas.microsoft.com/office/drawing/2014/main" id="{AC37888B-97E9-42E3-82BD-29595758137A}"/>
                  </a:ext>
                </a:extLst>
              </p:cNvPr>
              <p:cNvSpPr/>
              <p:nvPr/>
            </p:nvSpPr>
            <p:spPr>
              <a:xfrm>
                <a:off x="1157685" y="8548973"/>
                <a:ext cx="22159515" cy="2482090"/>
              </a:xfrm>
              <a:prstGeom prst="rect">
                <a:avLst/>
              </a:prstGeom>
            </p:spPr>
            <p:txBody>
              <a:bodyPr wrap="square">
                <a:spAutoFit/>
              </a:bodyPr>
              <a:lstStyle/>
              <a:p>
                <a:pPr marL="685800" indent="-685800">
                  <a:buFont typeface="Wingdings" panose="05000000000000000000" pitchFamily="2" charset="2"/>
                  <a:buChar char="Ø"/>
                </a:pPr>
                <a:r>
                  <a:rPr lang="fr-FR" sz="4800" b="1">
                    <a:latin typeface="Tahoma" panose="020B0604030504040204" pitchFamily="34" charset="0"/>
                    <a:ea typeface="Tahoma" panose="020B0604030504040204" pitchFamily="34" charset="0"/>
                    <a:cs typeface="Tahoma" panose="020B0604030504040204" pitchFamily="34" charset="0"/>
                  </a:rPr>
                  <a:t>Mệnh đề phủ định </a:t>
                </a:r>
                <a14:m>
                  <m:oMath xmlns:m="http://schemas.openxmlformats.org/officeDocument/2006/math">
                    <m:bar>
                      <m:barPr>
                        <m:pos m:val="top"/>
                        <m:ctrlPr>
                          <a:rPr lang="en-US" sz="4800" b="1" i="1">
                            <a:latin typeface="Cambria Math" panose="02040503050406030204" pitchFamily="18" charset="0"/>
                          </a:rPr>
                        </m:ctrlPr>
                      </m:barPr>
                      <m:e>
                        <m:r>
                          <a:rPr lang="en-US" sz="4800" b="1" i="1">
                            <a:latin typeface="Cambria Math" panose="02040503050406030204" pitchFamily="18" charset="0"/>
                          </a:rPr>
                          <m:t>𝑸</m:t>
                        </m:r>
                      </m:e>
                    </m:bar>
                  </m:oMath>
                </a14:m>
                <a:r>
                  <a:rPr lang="en-US" sz="4800" b="1">
                    <a:latin typeface="Tahoma" panose="020B0604030504040204" pitchFamily="34" charset="0"/>
                    <a:ea typeface="Tahoma" panose="020B0604030504040204" pitchFamily="34" charset="0"/>
                    <a:cs typeface="Tahoma" panose="020B0604030504040204" pitchFamily="34" charset="0"/>
                  </a:rPr>
                  <a:t> : </a:t>
                </a:r>
                <a:r>
                  <a:rPr lang="fr-FR" sz="4800" b="1">
                    <a:latin typeface="Tahoma" panose="020B0604030504040204" pitchFamily="34" charset="0"/>
                    <a:ea typeface="Tahoma" panose="020B0604030504040204" pitchFamily="34" charset="0"/>
                    <a:cs typeface="Tahoma" panose="020B0604030504040204" pitchFamily="34" charset="0"/>
                  </a:rPr>
                  <a:t>“Châu Á không phải là châu lục có diện tích lớn nhất trên thế giới’’</a:t>
                </a:r>
                <a:endParaRPr lang="en-US" sz="4800" b="1">
                  <a:latin typeface="Tahoma" panose="020B0604030504040204" pitchFamily="34" charset="0"/>
                  <a:ea typeface="Tahoma" panose="020B0604030504040204" pitchFamily="34" charset="0"/>
                  <a:cs typeface="Tahoma" panose="020B0604030504040204" pitchFamily="34" charset="0"/>
                </a:endParaRPr>
              </a:p>
              <a:p>
                <a:pPr marL="685800" indent="-685800">
                  <a:buFont typeface="Wingdings" panose="05000000000000000000" pitchFamily="2" charset="2"/>
                  <a:buChar char="Ø"/>
                </a:pPr>
                <a:r>
                  <a:rPr lang="fr-FR" sz="4800" b="1">
                    <a:latin typeface="Tahoma" panose="020B0604030504040204" pitchFamily="34" charset="0"/>
                    <a:ea typeface="Tahoma" panose="020B0604030504040204" pitchFamily="34" charset="0"/>
                    <a:cs typeface="Tahoma" panose="020B0604030504040204" pitchFamily="34" charset="0"/>
                  </a:rPr>
                  <a:t>Mệnh đề </a:t>
                </a:r>
                <a14:m>
                  <m:oMath xmlns:m="http://schemas.openxmlformats.org/officeDocument/2006/math">
                    <m:r>
                      <a:rPr lang="en-US" sz="4800" b="1" i="1">
                        <a:latin typeface="Cambria Math" panose="02040503050406030204" pitchFamily="18" charset="0"/>
                      </a:rPr>
                      <m:t>𝑸</m:t>
                    </m:r>
                  </m:oMath>
                </a14:m>
                <a:r>
                  <a:rPr lang="en-US" sz="4800" b="1">
                    <a:latin typeface="Tahoma" panose="020B0604030504040204" pitchFamily="34" charset="0"/>
                    <a:ea typeface="Tahoma" panose="020B0604030504040204" pitchFamily="34" charset="0"/>
                    <a:cs typeface="Tahoma" panose="020B0604030504040204" pitchFamily="34" charset="0"/>
                  </a:rPr>
                  <a:t> đúng còn mệnh đề </a:t>
                </a:r>
                <a14:m>
                  <m:oMath xmlns:m="http://schemas.openxmlformats.org/officeDocument/2006/math">
                    <m:bar>
                      <m:barPr>
                        <m:pos m:val="top"/>
                        <m:ctrlPr>
                          <a:rPr lang="en-US" sz="4800" b="1" i="1">
                            <a:latin typeface="Cambria Math" panose="02040503050406030204" pitchFamily="18" charset="0"/>
                          </a:rPr>
                        </m:ctrlPr>
                      </m:barPr>
                      <m:e>
                        <m:r>
                          <a:rPr lang="en-US" sz="4800" b="1" i="1">
                            <a:latin typeface="Cambria Math" panose="02040503050406030204" pitchFamily="18" charset="0"/>
                          </a:rPr>
                          <m:t>𝑸</m:t>
                        </m:r>
                      </m:e>
                    </m:bar>
                  </m:oMath>
                </a14:m>
                <a:r>
                  <a:rPr lang="en-US" sz="4800" b="1">
                    <a:latin typeface="Tahoma" panose="020B0604030504040204" pitchFamily="34" charset="0"/>
                    <a:ea typeface="Tahoma" panose="020B0604030504040204" pitchFamily="34" charset="0"/>
                    <a:cs typeface="Tahoma" panose="020B0604030504040204" pitchFamily="34" charset="0"/>
                  </a:rPr>
                  <a:t> là mệnh đề sai.</a:t>
                </a:r>
              </a:p>
            </p:txBody>
          </p:sp>
        </mc:Choice>
        <mc:Fallback xmlns="">
          <p:sp>
            <p:nvSpPr>
              <p:cNvPr id="86" name="Rectangle 85">
                <a:extLst>
                  <a:ext uri="{FF2B5EF4-FFF2-40B4-BE49-F238E27FC236}">
                    <a16:creationId xmlns:a16="http://schemas.microsoft.com/office/drawing/2014/main" id="{AC37888B-97E9-42E3-82BD-29595758137A}"/>
                  </a:ext>
                </a:extLst>
              </p:cNvPr>
              <p:cNvSpPr>
                <a:spLocks noRot="1" noChangeAspect="1" noMove="1" noResize="1" noEditPoints="1" noAdjustHandles="1" noChangeArrowheads="1" noChangeShapeType="1" noTextEdit="1"/>
              </p:cNvSpPr>
              <p:nvPr/>
            </p:nvSpPr>
            <p:spPr>
              <a:xfrm>
                <a:off x="1157685" y="8548973"/>
                <a:ext cx="22159515" cy="2482090"/>
              </a:xfrm>
              <a:prstGeom prst="rect">
                <a:avLst/>
              </a:prstGeom>
              <a:blipFill>
                <a:blip r:embed="rId5"/>
                <a:stretch>
                  <a:fillRect l="-1128" t="-2451" r="-853" b="-11520"/>
                </a:stretch>
              </a:blipFill>
            </p:spPr>
            <p:txBody>
              <a:bodyPr/>
              <a:lstStyle/>
              <a:p>
                <a:r>
                  <a:rPr lang="en-US">
                    <a:noFill/>
                  </a:rPr>
                  <a:t> </a:t>
                </a:r>
              </a:p>
            </p:txBody>
          </p:sp>
        </mc:Fallback>
      </mc:AlternateContent>
      <p:grpSp>
        <p:nvGrpSpPr>
          <p:cNvPr id="46" name="Group 45">
            <a:extLst>
              <a:ext uri="{FF2B5EF4-FFF2-40B4-BE49-F238E27FC236}">
                <a16:creationId xmlns:a16="http://schemas.microsoft.com/office/drawing/2014/main" id="{B8FE45DC-75D0-4ACE-8789-33146604D8C3}"/>
              </a:ext>
            </a:extLst>
          </p:cNvPr>
          <p:cNvGrpSpPr/>
          <p:nvPr/>
        </p:nvGrpSpPr>
        <p:grpSpPr>
          <a:xfrm>
            <a:off x="1055781" y="2501634"/>
            <a:ext cx="18592800" cy="830997"/>
            <a:chOff x="777875" y="1892299"/>
            <a:chExt cx="18592800" cy="830995"/>
          </a:xfrm>
        </p:grpSpPr>
        <p:sp>
          <p:nvSpPr>
            <p:cNvPr id="47" name="Rounded Rectangle 71">
              <a:extLst>
                <a:ext uri="{FF2B5EF4-FFF2-40B4-BE49-F238E27FC236}">
                  <a16:creationId xmlns:a16="http://schemas.microsoft.com/office/drawing/2014/main" id="{92A05190-54E1-4AA5-A549-25B28A4B50DF}"/>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D4D61D21-C0B8-40F8-A254-889B104F4424}"/>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2.</a:t>
              </a:r>
            </a:p>
          </p:txBody>
        </p:sp>
        <p:sp>
          <p:nvSpPr>
            <p:cNvPr id="87" name="TextBox 86">
              <a:extLst>
                <a:ext uri="{FF2B5EF4-FFF2-40B4-BE49-F238E27FC236}">
                  <a16:creationId xmlns:a16="http://schemas.microsoft.com/office/drawing/2014/main" id="{34390FEE-5B0D-4293-8B00-69F6EDFE64DF}"/>
                </a:ext>
              </a:extLst>
            </p:cNvPr>
            <p:cNvSpPr txBox="1"/>
            <p:nvPr/>
          </p:nvSpPr>
          <p:spPr>
            <a:xfrm>
              <a:off x="2087561" y="1892299"/>
              <a:ext cx="17283114" cy="830995"/>
            </a:xfrm>
            <a:prstGeom prst="rect">
              <a:avLst/>
            </a:prstGeom>
            <a:noFill/>
          </p:spPr>
          <p:txBody>
            <a:bodyPr wrap="square" rtlCol="0">
              <a:spAutoFit/>
            </a:bodyPr>
            <a:lstStyle/>
            <a:p>
              <a:r>
                <a:rPr lang="en-US" sz="4800" b="1">
                  <a:solidFill>
                    <a:srgbClr val="145F82"/>
                  </a:solidFill>
                  <a:latin typeface="Tahoma" pitchFamily="34" charset="0"/>
                  <a:ea typeface="Tahoma" pitchFamily="34" charset="0"/>
                  <a:cs typeface="Tahoma" pitchFamily="34" charset="0"/>
                </a:rPr>
                <a:t>MỆNH ĐỀ PHỦ ĐỊNH</a:t>
              </a:r>
              <a:endParaRPr lang="en-US" sz="4800" b="1" dirty="0">
                <a:solidFill>
                  <a:srgbClr val="145F82"/>
                </a:solidFill>
                <a:latin typeface="Tahoma" pitchFamily="34" charset="0"/>
                <a:ea typeface="Tahoma" pitchFamily="34" charset="0"/>
                <a:cs typeface="Tahoma" pitchFamily="34" charset="0"/>
              </a:endParaRPr>
            </a:p>
          </p:txBody>
        </p:sp>
      </p:grpSp>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363141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79">
                                            <p:txEl>
                                              <p:pRg st="0" end="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80"/>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8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86">
                                            <p:txEl>
                                              <p:pRg st="0" end="0"/>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8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8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7" name="TextBox 26">
            <a:extLst>
              <a:ext uri="{FF2B5EF4-FFF2-40B4-BE49-F238E27FC236}">
                <a16:creationId xmlns:a16="http://schemas.microsoft.com/office/drawing/2014/main" id="{3A653732-9210-4228-AD0D-1B9B77B02426}"/>
              </a:ext>
            </a:extLst>
          </p:cNvPr>
          <p:cNvSpPr txBox="1"/>
          <p:nvPr/>
        </p:nvSpPr>
        <p:spPr>
          <a:xfrm>
            <a:off x="1839065" y="7002943"/>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49" name="Rounded Rectangle 61">
            <a:extLst>
              <a:ext uri="{FF2B5EF4-FFF2-40B4-BE49-F238E27FC236}">
                <a16:creationId xmlns:a16="http://schemas.microsoft.com/office/drawing/2014/main" id="{8C4F66B5-9F53-45FC-B951-E4D1E076FC2C}"/>
              </a:ext>
            </a:extLst>
          </p:cNvPr>
          <p:cNvSpPr/>
          <p:nvPr/>
        </p:nvSpPr>
        <p:spPr>
          <a:xfrm>
            <a:off x="1055781" y="5089138"/>
            <a:ext cx="22407574" cy="5133574"/>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50" name="Group 67">
            <a:extLst>
              <a:ext uri="{FF2B5EF4-FFF2-40B4-BE49-F238E27FC236}">
                <a16:creationId xmlns:a16="http://schemas.microsoft.com/office/drawing/2014/main" id="{BAE863BA-DDC7-40A3-BD63-B632301C2DDF}"/>
              </a:ext>
            </a:extLst>
          </p:cNvPr>
          <p:cNvGrpSpPr/>
          <p:nvPr/>
        </p:nvGrpSpPr>
        <p:grpSpPr>
          <a:xfrm>
            <a:off x="1526208" y="4724400"/>
            <a:ext cx="3579192" cy="940513"/>
            <a:chOff x="1311958" y="3405486"/>
            <a:chExt cx="3579192" cy="940513"/>
          </a:xfrm>
        </p:grpSpPr>
        <p:sp>
          <p:nvSpPr>
            <p:cNvPr id="51" name="Freeform 20">
              <a:extLst>
                <a:ext uri="{FF2B5EF4-FFF2-40B4-BE49-F238E27FC236}">
                  <a16:creationId xmlns:a16="http://schemas.microsoft.com/office/drawing/2014/main" id="{15D07D9B-5448-498A-B68D-C65FD69E3A6E}"/>
                </a:ext>
              </a:extLst>
            </p:cNvPr>
            <p:cNvSpPr>
              <a:spLocks/>
            </p:cNvSpPr>
            <p:nvPr/>
          </p:nvSpPr>
          <p:spPr bwMode="auto">
            <a:xfrm rot="5400000">
              <a:off x="3085216" y="2507252"/>
              <a:ext cx="793396" cy="2818473"/>
            </a:xfrm>
            <a:prstGeom prst="round2SameRect">
              <a:avLst/>
            </a:prstGeom>
            <a:solidFill>
              <a:srgbClr val="70AD47">
                <a:lumMod val="75000"/>
              </a:srgbClr>
            </a:solidFill>
            <a:ln w="57150">
              <a:solidFill>
                <a:srgbClr val="70AD47">
                  <a:lumMod val="75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2" name="TextBox 51">
              <a:extLst>
                <a:ext uri="{FF2B5EF4-FFF2-40B4-BE49-F238E27FC236}">
                  <a16:creationId xmlns:a16="http://schemas.microsoft.com/office/drawing/2014/main" id="{38ADCDEF-9ADE-4990-911D-DB4A647079A9}"/>
                </a:ext>
              </a:extLst>
            </p:cNvPr>
            <p:cNvSpPr txBox="1"/>
            <p:nvPr/>
          </p:nvSpPr>
          <p:spPr>
            <a:xfrm>
              <a:off x="2316645" y="3484582"/>
              <a:ext cx="1813317" cy="8002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HĐ 3 </a:t>
              </a:r>
              <a:endParaRPr kumimoji="0" lang="en-US" sz="46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grpSp>
          <p:nvGrpSpPr>
            <p:cNvPr id="53" name="Group 70">
              <a:extLst>
                <a:ext uri="{FF2B5EF4-FFF2-40B4-BE49-F238E27FC236}">
                  <a16:creationId xmlns:a16="http://schemas.microsoft.com/office/drawing/2014/main" id="{9DB54C55-6C13-4C06-B677-EB45AED0EF74}"/>
                </a:ext>
              </a:extLst>
            </p:cNvPr>
            <p:cNvGrpSpPr/>
            <p:nvPr/>
          </p:nvGrpSpPr>
          <p:grpSpPr>
            <a:xfrm>
              <a:off x="1311958" y="3405486"/>
              <a:ext cx="950173" cy="940513"/>
              <a:chOff x="1311958" y="3405486"/>
              <a:chExt cx="950173" cy="940513"/>
            </a:xfrm>
          </p:grpSpPr>
          <p:sp>
            <p:nvSpPr>
              <p:cNvPr id="54" name="Rectangle 53">
                <a:extLst>
                  <a:ext uri="{FF2B5EF4-FFF2-40B4-BE49-F238E27FC236}">
                    <a16:creationId xmlns:a16="http://schemas.microsoft.com/office/drawing/2014/main" id="{F43D8799-9111-4045-A7B0-7DF40BFE6CB2}"/>
                  </a:ext>
                </a:extLst>
              </p:cNvPr>
              <p:cNvSpPr/>
              <p:nvPr/>
            </p:nvSpPr>
            <p:spPr>
              <a:xfrm>
                <a:off x="1406975" y="3672018"/>
                <a:ext cx="596676" cy="54031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5" name="Freeform 13">
                <a:extLst>
                  <a:ext uri="{FF2B5EF4-FFF2-40B4-BE49-F238E27FC236}">
                    <a16:creationId xmlns:a16="http://schemas.microsoft.com/office/drawing/2014/main" id="{0964B461-7639-42FF-9628-5AEBCC705C50}"/>
                  </a:ext>
                </a:extLst>
              </p:cNvPr>
              <p:cNvSpPr>
                <a:spLocks noEditPoints="1"/>
              </p:cNvSpPr>
              <p:nvPr/>
            </p:nvSpPr>
            <p:spPr bwMode="auto">
              <a:xfrm>
                <a:off x="1311958" y="3581027"/>
                <a:ext cx="190035" cy="268948"/>
              </a:xfrm>
              <a:custGeom>
                <a:avLst/>
                <a:gdLst>
                  <a:gd name="T0" fmla="*/ 34 w 50"/>
                  <a:gd name="T1" fmla="*/ 16 h 71"/>
                  <a:gd name="T2" fmla="*/ 34 w 50"/>
                  <a:gd name="T3" fmla="*/ 55 h 71"/>
                  <a:gd name="T4" fmla="*/ 16 w 50"/>
                  <a:gd name="T5" fmla="*/ 55 h 71"/>
                  <a:gd name="T6" fmla="*/ 16 w 50"/>
                  <a:gd name="T7" fmla="*/ 16 h 71"/>
                  <a:gd name="T8" fmla="*/ 34 w 50"/>
                  <a:gd name="T9" fmla="*/ 16 h 71"/>
                  <a:gd name="T10" fmla="*/ 34 w 50"/>
                  <a:gd name="T11" fmla="*/ 0 h 71"/>
                  <a:gd name="T12" fmla="*/ 16 w 50"/>
                  <a:gd name="T13" fmla="*/ 0 h 71"/>
                  <a:gd name="T14" fmla="*/ 0 w 50"/>
                  <a:gd name="T15" fmla="*/ 16 h 71"/>
                  <a:gd name="T16" fmla="*/ 0 w 50"/>
                  <a:gd name="T17" fmla="*/ 55 h 71"/>
                  <a:gd name="T18" fmla="*/ 16 w 50"/>
                  <a:gd name="T19" fmla="*/ 71 h 71"/>
                  <a:gd name="T20" fmla="*/ 34 w 50"/>
                  <a:gd name="T21" fmla="*/ 71 h 71"/>
                  <a:gd name="T22" fmla="*/ 50 w 50"/>
                  <a:gd name="T23" fmla="*/ 55 h 71"/>
                  <a:gd name="T24" fmla="*/ 50 w 50"/>
                  <a:gd name="T25" fmla="*/ 16 h 71"/>
                  <a:gd name="T26" fmla="*/ 34 w 50"/>
                  <a:gd name="T2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1">
                    <a:moveTo>
                      <a:pt x="34" y="16"/>
                    </a:moveTo>
                    <a:cubicBezTo>
                      <a:pt x="34" y="55"/>
                      <a:pt x="34" y="55"/>
                      <a:pt x="34" y="55"/>
                    </a:cubicBezTo>
                    <a:cubicBezTo>
                      <a:pt x="16" y="55"/>
                      <a:pt x="16" y="55"/>
                      <a:pt x="16" y="55"/>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5"/>
                      <a:pt x="0" y="55"/>
                      <a:pt x="0" y="55"/>
                    </a:cubicBezTo>
                    <a:cubicBezTo>
                      <a:pt x="0" y="64"/>
                      <a:pt x="7" y="71"/>
                      <a:pt x="16" y="71"/>
                    </a:cubicBezTo>
                    <a:cubicBezTo>
                      <a:pt x="34" y="71"/>
                      <a:pt x="34" y="71"/>
                      <a:pt x="34" y="71"/>
                    </a:cubicBezTo>
                    <a:cubicBezTo>
                      <a:pt x="43" y="71"/>
                      <a:pt x="50" y="64"/>
                      <a:pt x="50" y="55"/>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6" name="Freeform 14">
                <a:extLst>
                  <a:ext uri="{FF2B5EF4-FFF2-40B4-BE49-F238E27FC236}">
                    <a16:creationId xmlns:a16="http://schemas.microsoft.com/office/drawing/2014/main" id="{2BD50541-A2D2-439A-9CFF-5A2D5CF0EAFB}"/>
                  </a:ext>
                </a:extLst>
              </p:cNvPr>
              <p:cNvSpPr>
                <a:spLocks noEditPoints="1"/>
              </p:cNvSpPr>
              <p:nvPr/>
            </p:nvSpPr>
            <p:spPr bwMode="auto">
              <a:xfrm>
                <a:off x="1311958" y="3581027"/>
                <a:ext cx="277000" cy="181983"/>
              </a:xfrm>
              <a:custGeom>
                <a:avLst/>
                <a:gdLst>
                  <a:gd name="T0" fmla="*/ 57 w 73"/>
                  <a:gd name="T1" fmla="*/ 16 h 48"/>
                  <a:gd name="T2" fmla="*/ 57 w 73"/>
                  <a:gd name="T3" fmla="*/ 32 h 48"/>
                  <a:gd name="T4" fmla="*/ 16 w 73"/>
                  <a:gd name="T5" fmla="*/ 32 h 48"/>
                  <a:gd name="T6" fmla="*/ 16 w 73"/>
                  <a:gd name="T7" fmla="*/ 16 h 48"/>
                  <a:gd name="T8" fmla="*/ 57 w 73"/>
                  <a:gd name="T9" fmla="*/ 16 h 48"/>
                  <a:gd name="T10" fmla="*/ 57 w 73"/>
                  <a:gd name="T11" fmla="*/ 0 h 48"/>
                  <a:gd name="T12" fmla="*/ 16 w 73"/>
                  <a:gd name="T13" fmla="*/ 0 h 48"/>
                  <a:gd name="T14" fmla="*/ 0 w 73"/>
                  <a:gd name="T15" fmla="*/ 16 h 48"/>
                  <a:gd name="T16" fmla="*/ 0 w 73"/>
                  <a:gd name="T17" fmla="*/ 32 h 48"/>
                  <a:gd name="T18" fmla="*/ 16 w 73"/>
                  <a:gd name="T19" fmla="*/ 48 h 48"/>
                  <a:gd name="T20" fmla="*/ 57 w 73"/>
                  <a:gd name="T21" fmla="*/ 48 h 48"/>
                  <a:gd name="T22" fmla="*/ 73 w 73"/>
                  <a:gd name="T23" fmla="*/ 32 h 48"/>
                  <a:gd name="T24" fmla="*/ 73 w 73"/>
                  <a:gd name="T25" fmla="*/ 16 h 48"/>
                  <a:gd name="T26" fmla="*/ 57 w 73"/>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8">
                    <a:moveTo>
                      <a:pt x="57" y="16"/>
                    </a:moveTo>
                    <a:cubicBezTo>
                      <a:pt x="57" y="32"/>
                      <a:pt x="57" y="32"/>
                      <a:pt x="57" y="32"/>
                    </a:cubicBezTo>
                    <a:cubicBezTo>
                      <a:pt x="16" y="32"/>
                      <a:pt x="16" y="32"/>
                      <a:pt x="16" y="32"/>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2"/>
                      <a:pt x="0" y="32"/>
                      <a:pt x="0" y="32"/>
                    </a:cubicBezTo>
                    <a:cubicBezTo>
                      <a:pt x="0" y="41"/>
                      <a:pt x="7" y="48"/>
                      <a:pt x="16" y="48"/>
                    </a:cubicBezTo>
                    <a:cubicBezTo>
                      <a:pt x="57" y="48"/>
                      <a:pt x="57" y="48"/>
                      <a:pt x="57" y="48"/>
                    </a:cubicBezTo>
                    <a:cubicBezTo>
                      <a:pt x="66" y="48"/>
                      <a:pt x="73" y="41"/>
                      <a:pt x="73" y="32"/>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7" name="Freeform 15">
                <a:extLst>
                  <a:ext uri="{FF2B5EF4-FFF2-40B4-BE49-F238E27FC236}">
                    <a16:creationId xmlns:a16="http://schemas.microsoft.com/office/drawing/2014/main" id="{25BBDF65-0816-4435-86C9-CE992D59BA26}"/>
                  </a:ext>
                </a:extLst>
              </p:cNvPr>
              <p:cNvSpPr>
                <a:spLocks noEditPoints="1"/>
              </p:cNvSpPr>
              <p:nvPr/>
            </p:nvSpPr>
            <p:spPr bwMode="auto">
              <a:xfrm>
                <a:off x="1563190" y="3581027"/>
                <a:ext cx="285052" cy="181983"/>
              </a:xfrm>
              <a:custGeom>
                <a:avLst/>
                <a:gdLst>
                  <a:gd name="T0" fmla="*/ 58 w 75"/>
                  <a:gd name="T1" fmla="*/ 16 h 48"/>
                  <a:gd name="T2" fmla="*/ 43 w 75"/>
                  <a:gd name="T3" fmla="*/ 32 h 48"/>
                  <a:gd name="T4" fmla="*/ 16 w 75"/>
                  <a:gd name="T5" fmla="*/ 32 h 48"/>
                  <a:gd name="T6" fmla="*/ 16 w 75"/>
                  <a:gd name="T7" fmla="*/ 16 h 48"/>
                  <a:gd name="T8" fmla="*/ 58 w 75"/>
                  <a:gd name="T9" fmla="*/ 16 h 48"/>
                  <a:gd name="T10" fmla="*/ 58 w 75"/>
                  <a:gd name="T11" fmla="*/ 0 h 48"/>
                  <a:gd name="T12" fmla="*/ 16 w 75"/>
                  <a:gd name="T13" fmla="*/ 0 h 48"/>
                  <a:gd name="T14" fmla="*/ 0 w 75"/>
                  <a:gd name="T15" fmla="*/ 16 h 48"/>
                  <a:gd name="T16" fmla="*/ 0 w 75"/>
                  <a:gd name="T17" fmla="*/ 32 h 48"/>
                  <a:gd name="T18" fmla="*/ 16 w 75"/>
                  <a:gd name="T19" fmla="*/ 48 h 48"/>
                  <a:gd name="T20" fmla="*/ 43 w 75"/>
                  <a:gd name="T21" fmla="*/ 48 h 48"/>
                  <a:gd name="T22" fmla="*/ 55 w 75"/>
                  <a:gd name="T23" fmla="*/ 43 h 48"/>
                  <a:gd name="T24" fmla="*/ 70 w 75"/>
                  <a:gd name="T25" fmla="*/ 26 h 48"/>
                  <a:gd name="T26" fmla="*/ 73 w 75"/>
                  <a:gd name="T27" fmla="*/ 9 h 48"/>
                  <a:gd name="T28" fmla="*/ 58 w 75"/>
                  <a:gd name="T2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8">
                    <a:moveTo>
                      <a:pt x="58" y="16"/>
                    </a:moveTo>
                    <a:cubicBezTo>
                      <a:pt x="43" y="32"/>
                      <a:pt x="43" y="32"/>
                      <a:pt x="43" y="32"/>
                    </a:cubicBezTo>
                    <a:cubicBezTo>
                      <a:pt x="16" y="32"/>
                      <a:pt x="16" y="32"/>
                      <a:pt x="16" y="32"/>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2"/>
                      <a:pt x="0" y="32"/>
                      <a:pt x="0" y="32"/>
                    </a:cubicBezTo>
                    <a:cubicBezTo>
                      <a:pt x="0" y="41"/>
                      <a:pt x="8" y="48"/>
                      <a:pt x="16" y="48"/>
                    </a:cubicBezTo>
                    <a:cubicBezTo>
                      <a:pt x="43" y="48"/>
                      <a:pt x="43" y="48"/>
                      <a:pt x="43" y="48"/>
                    </a:cubicBezTo>
                    <a:cubicBezTo>
                      <a:pt x="48" y="48"/>
                      <a:pt x="52" y="46"/>
                      <a:pt x="55" y="43"/>
                    </a:cubicBezTo>
                    <a:cubicBezTo>
                      <a:pt x="70" y="26"/>
                      <a:pt x="70" y="26"/>
                      <a:pt x="70" y="26"/>
                    </a:cubicBezTo>
                    <a:cubicBezTo>
                      <a:pt x="74" y="22"/>
                      <a:pt x="75" y="15"/>
                      <a:pt x="73" y="9"/>
                    </a:cubicBezTo>
                    <a:cubicBezTo>
                      <a:pt x="70" y="3"/>
                      <a:pt x="64"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8" name="Freeform 16">
                <a:extLst>
                  <a:ext uri="{FF2B5EF4-FFF2-40B4-BE49-F238E27FC236}">
                    <a16:creationId xmlns:a16="http://schemas.microsoft.com/office/drawing/2014/main" id="{D17517C7-E177-434D-8C4D-A78AAA7627E4}"/>
                  </a:ext>
                </a:extLst>
              </p:cNvPr>
              <p:cNvSpPr>
                <a:spLocks noEditPoints="1"/>
              </p:cNvSpPr>
              <p:nvPr/>
            </p:nvSpPr>
            <p:spPr bwMode="auto">
              <a:xfrm>
                <a:off x="1563190" y="4151132"/>
                <a:ext cx="280221" cy="194867"/>
              </a:xfrm>
              <a:custGeom>
                <a:avLst/>
                <a:gdLst>
                  <a:gd name="T0" fmla="*/ 58 w 74"/>
                  <a:gd name="T1" fmla="*/ 16 h 51"/>
                  <a:gd name="T2" fmla="*/ 58 w 74"/>
                  <a:gd name="T3" fmla="*/ 35 h 51"/>
                  <a:gd name="T4" fmla="*/ 16 w 74"/>
                  <a:gd name="T5" fmla="*/ 35 h 51"/>
                  <a:gd name="T6" fmla="*/ 16 w 74"/>
                  <a:gd name="T7" fmla="*/ 16 h 51"/>
                  <a:gd name="T8" fmla="*/ 58 w 74"/>
                  <a:gd name="T9" fmla="*/ 16 h 51"/>
                  <a:gd name="T10" fmla="*/ 58 w 74"/>
                  <a:gd name="T11" fmla="*/ 0 h 51"/>
                  <a:gd name="T12" fmla="*/ 16 w 74"/>
                  <a:gd name="T13" fmla="*/ 0 h 51"/>
                  <a:gd name="T14" fmla="*/ 0 w 74"/>
                  <a:gd name="T15" fmla="*/ 16 h 51"/>
                  <a:gd name="T16" fmla="*/ 0 w 74"/>
                  <a:gd name="T17" fmla="*/ 35 h 51"/>
                  <a:gd name="T18" fmla="*/ 16 w 74"/>
                  <a:gd name="T19" fmla="*/ 51 h 51"/>
                  <a:gd name="T20" fmla="*/ 58 w 74"/>
                  <a:gd name="T21" fmla="*/ 51 h 51"/>
                  <a:gd name="T22" fmla="*/ 74 w 74"/>
                  <a:gd name="T23" fmla="*/ 35 h 51"/>
                  <a:gd name="T24" fmla="*/ 74 w 74"/>
                  <a:gd name="T25" fmla="*/ 16 h 51"/>
                  <a:gd name="T26" fmla="*/ 58 w 74"/>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1">
                    <a:moveTo>
                      <a:pt x="58" y="16"/>
                    </a:moveTo>
                    <a:cubicBezTo>
                      <a:pt x="58" y="35"/>
                      <a:pt x="58" y="35"/>
                      <a:pt x="58" y="35"/>
                    </a:cubicBezTo>
                    <a:cubicBezTo>
                      <a:pt x="16" y="35"/>
                      <a:pt x="16" y="35"/>
                      <a:pt x="16" y="35"/>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5"/>
                      <a:pt x="0" y="35"/>
                      <a:pt x="0" y="35"/>
                    </a:cubicBezTo>
                    <a:cubicBezTo>
                      <a:pt x="0" y="43"/>
                      <a:pt x="8" y="51"/>
                      <a:pt x="16" y="51"/>
                    </a:cubicBezTo>
                    <a:cubicBezTo>
                      <a:pt x="58" y="51"/>
                      <a:pt x="58" y="51"/>
                      <a:pt x="58" y="51"/>
                    </a:cubicBezTo>
                    <a:cubicBezTo>
                      <a:pt x="67" y="51"/>
                      <a:pt x="74" y="43"/>
                      <a:pt x="74" y="35"/>
                    </a:cubicBezTo>
                    <a:cubicBezTo>
                      <a:pt x="74" y="16"/>
                      <a:pt x="74" y="16"/>
                      <a:pt x="74" y="16"/>
                    </a:cubicBezTo>
                    <a:cubicBezTo>
                      <a:pt x="74" y="7"/>
                      <a:pt x="67"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9" name="Freeform 17">
                <a:extLst>
                  <a:ext uri="{FF2B5EF4-FFF2-40B4-BE49-F238E27FC236}">
                    <a16:creationId xmlns:a16="http://schemas.microsoft.com/office/drawing/2014/main" id="{9B01B60B-B2FF-4665-8ED7-490257C21EAE}"/>
                  </a:ext>
                </a:extLst>
              </p:cNvPr>
              <p:cNvSpPr>
                <a:spLocks noEditPoints="1"/>
              </p:cNvSpPr>
              <p:nvPr/>
            </p:nvSpPr>
            <p:spPr bwMode="auto">
              <a:xfrm>
                <a:off x="1311958" y="4064167"/>
                <a:ext cx="19003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0" name="Freeform 18">
                <a:extLst>
                  <a:ext uri="{FF2B5EF4-FFF2-40B4-BE49-F238E27FC236}">
                    <a16:creationId xmlns:a16="http://schemas.microsoft.com/office/drawing/2014/main" id="{19109C17-AF6D-4476-A672-55EC71EF9A0D}"/>
                  </a:ext>
                </a:extLst>
              </p:cNvPr>
              <p:cNvSpPr>
                <a:spLocks noEditPoints="1"/>
              </p:cNvSpPr>
              <p:nvPr/>
            </p:nvSpPr>
            <p:spPr bwMode="auto">
              <a:xfrm>
                <a:off x="1311958" y="4151132"/>
                <a:ext cx="27700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1" name="Freeform 19">
                <a:extLst>
                  <a:ext uri="{FF2B5EF4-FFF2-40B4-BE49-F238E27FC236}">
                    <a16:creationId xmlns:a16="http://schemas.microsoft.com/office/drawing/2014/main" id="{81AC942F-911A-4CB3-9629-21F5E1B5FBC6}"/>
                  </a:ext>
                </a:extLst>
              </p:cNvPr>
              <p:cNvSpPr>
                <a:spLocks noEditPoints="1"/>
              </p:cNvSpPr>
              <p:nvPr/>
            </p:nvSpPr>
            <p:spPr bwMode="auto">
              <a:xfrm>
                <a:off x="1311958" y="3820986"/>
                <a:ext cx="19003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2" name="Freeform 20">
                <a:extLst>
                  <a:ext uri="{FF2B5EF4-FFF2-40B4-BE49-F238E27FC236}">
                    <a16:creationId xmlns:a16="http://schemas.microsoft.com/office/drawing/2014/main" id="{D9F382EA-F4E2-4501-BC82-C78D2C810BC9}"/>
                  </a:ext>
                </a:extLst>
              </p:cNvPr>
              <p:cNvSpPr>
                <a:spLocks noEditPoints="1"/>
              </p:cNvSpPr>
              <p:nvPr/>
            </p:nvSpPr>
            <p:spPr bwMode="auto">
              <a:xfrm>
                <a:off x="1907830" y="4064167"/>
                <a:ext cx="19164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3" name="Freeform 21">
                <a:extLst>
                  <a:ext uri="{FF2B5EF4-FFF2-40B4-BE49-F238E27FC236}">
                    <a16:creationId xmlns:a16="http://schemas.microsoft.com/office/drawing/2014/main" id="{F1ECB0E6-4452-4C42-BAAB-DC3E74C35AE2}"/>
                  </a:ext>
                </a:extLst>
              </p:cNvPr>
              <p:cNvSpPr>
                <a:spLocks noEditPoints="1"/>
              </p:cNvSpPr>
              <p:nvPr/>
            </p:nvSpPr>
            <p:spPr bwMode="auto">
              <a:xfrm>
                <a:off x="1820865" y="4151132"/>
                <a:ext cx="27861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4" name="Freeform 22">
                <a:extLst>
                  <a:ext uri="{FF2B5EF4-FFF2-40B4-BE49-F238E27FC236}">
                    <a16:creationId xmlns:a16="http://schemas.microsoft.com/office/drawing/2014/main" id="{4BAED771-D18E-4AB8-90C4-545B70E84253}"/>
                  </a:ext>
                </a:extLst>
              </p:cNvPr>
              <p:cNvSpPr>
                <a:spLocks noEditPoints="1"/>
              </p:cNvSpPr>
              <p:nvPr/>
            </p:nvSpPr>
            <p:spPr bwMode="auto">
              <a:xfrm>
                <a:off x="1907830" y="3820986"/>
                <a:ext cx="19164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5" name="Freeform 23">
                <a:extLst>
                  <a:ext uri="{FF2B5EF4-FFF2-40B4-BE49-F238E27FC236}">
                    <a16:creationId xmlns:a16="http://schemas.microsoft.com/office/drawing/2014/main" id="{9015FA6A-8E42-44EB-BD0B-B4F3C8124FCA}"/>
                  </a:ext>
                </a:extLst>
              </p:cNvPr>
              <p:cNvSpPr>
                <a:spLocks noEditPoints="1"/>
              </p:cNvSpPr>
              <p:nvPr/>
            </p:nvSpPr>
            <p:spPr bwMode="auto">
              <a:xfrm>
                <a:off x="1661428" y="3405486"/>
                <a:ext cx="600703" cy="594262"/>
              </a:xfrm>
              <a:custGeom>
                <a:avLst/>
                <a:gdLst>
                  <a:gd name="T0" fmla="*/ 105 w 158"/>
                  <a:gd name="T1" fmla="*/ 16 h 156"/>
                  <a:gd name="T2" fmla="*/ 140 w 158"/>
                  <a:gd name="T3" fmla="*/ 56 h 156"/>
                  <a:gd name="T4" fmla="*/ 56 w 158"/>
                  <a:gd name="T5" fmla="*/ 140 h 156"/>
                  <a:gd name="T6" fmla="*/ 17 w 158"/>
                  <a:gd name="T7" fmla="*/ 99 h 156"/>
                  <a:gd name="T8" fmla="*/ 105 w 158"/>
                  <a:gd name="T9" fmla="*/ 16 h 156"/>
                  <a:gd name="T10" fmla="*/ 105 w 158"/>
                  <a:gd name="T11" fmla="*/ 0 h 156"/>
                  <a:gd name="T12" fmla="*/ 94 w 158"/>
                  <a:gd name="T13" fmla="*/ 5 h 156"/>
                  <a:gd name="T14" fmla="*/ 6 w 158"/>
                  <a:gd name="T15" fmla="*/ 87 h 156"/>
                  <a:gd name="T16" fmla="*/ 5 w 158"/>
                  <a:gd name="T17" fmla="*/ 109 h 156"/>
                  <a:gd name="T18" fmla="*/ 44 w 158"/>
                  <a:gd name="T19" fmla="*/ 151 h 156"/>
                  <a:gd name="T20" fmla="*/ 55 w 158"/>
                  <a:gd name="T21" fmla="*/ 156 h 156"/>
                  <a:gd name="T22" fmla="*/ 56 w 158"/>
                  <a:gd name="T23" fmla="*/ 156 h 156"/>
                  <a:gd name="T24" fmla="*/ 67 w 158"/>
                  <a:gd name="T25" fmla="*/ 152 h 156"/>
                  <a:gd name="T26" fmla="*/ 151 w 158"/>
                  <a:gd name="T27" fmla="*/ 67 h 156"/>
                  <a:gd name="T28" fmla="*/ 152 w 158"/>
                  <a:gd name="T29" fmla="*/ 45 h 156"/>
                  <a:gd name="T30" fmla="*/ 117 w 158"/>
                  <a:gd name="T31" fmla="*/ 6 h 156"/>
                  <a:gd name="T32" fmla="*/ 105 w 158"/>
                  <a:gd name="T33" fmla="*/ 0 h 156"/>
                  <a:gd name="T34" fmla="*/ 105 w 158"/>
                  <a:gd name="T3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 h="156">
                    <a:moveTo>
                      <a:pt x="105" y="16"/>
                    </a:moveTo>
                    <a:cubicBezTo>
                      <a:pt x="140" y="56"/>
                      <a:pt x="140" y="56"/>
                      <a:pt x="140" y="56"/>
                    </a:cubicBezTo>
                    <a:cubicBezTo>
                      <a:pt x="56" y="140"/>
                      <a:pt x="56" y="140"/>
                      <a:pt x="56" y="140"/>
                    </a:cubicBezTo>
                    <a:cubicBezTo>
                      <a:pt x="17" y="99"/>
                      <a:pt x="17" y="99"/>
                      <a:pt x="17" y="99"/>
                    </a:cubicBezTo>
                    <a:cubicBezTo>
                      <a:pt x="105" y="16"/>
                      <a:pt x="105" y="16"/>
                      <a:pt x="105" y="16"/>
                    </a:cubicBezTo>
                    <a:moveTo>
                      <a:pt x="105" y="0"/>
                    </a:moveTo>
                    <a:cubicBezTo>
                      <a:pt x="101" y="0"/>
                      <a:pt x="97" y="2"/>
                      <a:pt x="94" y="5"/>
                    </a:cubicBezTo>
                    <a:cubicBezTo>
                      <a:pt x="6" y="87"/>
                      <a:pt x="6" y="87"/>
                      <a:pt x="6" y="87"/>
                    </a:cubicBezTo>
                    <a:cubicBezTo>
                      <a:pt x="0" y="93"/>
                      <a:pt x="0" y="103"/>
                      <a:pt x="5" y="109"/>
                    </a:cubicBezTo>
                    <a:cubicBezTo>
                      <a:pt x="44" y="151"/>
                      <a:pt x="44" y="151"/>
                      <a:pt x="44" y="151"/>
                    </a:cubicBezTo>
                    <a:cubicBezTo>
                      <a:pt x="47" y="154"/>
                      <a:pt x="51" y="156"/>
                      <a:pt x="55" y="156"/>
                    </a:cubicBezTo>
                    <a:cubicBezTo>
                      <a:pt x="55" y="156"/>
                      <a:pt x="56" y="156"/>
                      <a:pt x="56" y="156"/>
                    </a:cubicBezTo>
                    <a:cubicBezTo>
                      <a:pt x="60" y="156"/>
                      <a:pt x="64" y="155"/>
                      <a:pt x="67" y="152"/>
                    </a:cubicBezTo>
                    <a:cubicBezTo>
                      <a:pt x="151" y="67"/>
                      <a:pt x="151" y="67"/>
                      <a:pt x="151" y="67"/>
                    </a:cubicBezTo>
                    <a:cubicBezTo>
                      <a:pt x="157" y="61"/>
                      <a:pt x="158" y="52"/>
                      <a:pt x="152" y="45"/>
                    </a:cubicBezTo>
                    <a:cubicBezTo>
                      <a:pt x="117" y="6"/>
                      <a:pt x="117" y="6"/>
                      <a:pt x="117" y="6"/>
                    </a:cubicBezTo>
                    <a:cubicBezTo>
                      <a:pt x="114" y="3"/>
                      <a:pt x="110" y="1"/>
                      <a:pt x="105" y="0"/>
                    </a:cubicBezTo>
                    <a:cubicBezTo>
                      <a:pt x="105" y="0"/>
                      <a:pt x="105" y="0"/>
                      <a:pt x="105"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6" name="Freeform 24">
                <a:extLst>
                  <a:ext uri="{FF2B5EF4-FFF2-40B4-BE49-F238E27FC236}">
                    <a16:creationId xmlns:a16="http://schemas.microsoft.com/office/drawing/2014/main" id="{67CF42F9-44A5-43B1-8433-A9E6B4A6ADC5}"/>
                  </a:ext>
                </a:extLst>
              </p:cNvPr>
              <p:cNvSpPr>
                <a:spLocks noEditPoints="1"/>
              </p:cNvSpPr>
              <p:nvPr/>
            </p:nvSpPr>
            <p:spPr bwMode="auto">
              <a:xfrm>
                <a:off x="1555138" y="3790388"/>
                <a:ext cx="318872" cy="293105"/>
              </a:xfrm>
              <a:custGeom>
                <a:avLst/>
                <a:gdLst>
                  <a:gd name="T0" fmla="*/ 32 w 84"/>
                  <a:gd name="T1" fmla="*/ 16 h 77"/>
                  <a:gd name="T2" fmla="*/ 67 w 84"/>
                  <a:gd name="T3" fmla="*/ 50 h 77"/>
                  <a:gd name="T4" fmla="*/ 17 w 84"/>
                  <a:gd name="T5" fmla="*/ 61 h 77"/>
                  <a:gd name="T6" fmla="*/ 32 w 84"/>
                  <a:gd name="T7" fmla="*/ 16 h 77"/>
                  <a:gd name="T8" fmla="*/ 32 w 84"/>
                  <a:gd name="T9" fmla="*/ 0 h 77"/>
                  <a:gd name="T10" fmla="*/ 28 w 84"/>
                  <a:gd name="T11" fmla="*/ 1 h 77"/>
                  <a:gd name="T12" fmla="*/ 17 w 84"/>
                  <a:gd name="T13" fmla="*/ 11 h 77"/>
                  <a:gd name="T14" fmla="*/ 2 w 84"/>
                  <a:gd name="T15" fmla="*/ 56 h 77"/>
                  <a:gd name="T16" fmla="*/ 5 w 84"/>
                  <a:gd name="T17" fmla="*/ 72 h 77"/>
                  <a:gd name="T18" fmla="*/ 17 w 84"/>
                  <a:gd name="T19" fmla="*/ 77 h 77"/>
                  <a:gd name="T20" fmla="*/ 20 w 84"/>
                  <a:gd name="T21" fmla="*/ 76 h 77"/>
                  <a:gd name="T22" fmla="*/ 71 w 84"/>
                  <a:gd name="T23" fmla="*/ 65 h 77"/>
                  <a:gd name="T24" fmla="*/ 83 w 84"/>
                  <a:gd name="T25" fmla="*/ 54 h 77"/>
                  <a:gd name="T26" fmla="*/ 78 w 84"/>
                  <a:gd name="T27" fmla="*/ 38 h 77"/>
                  <a:gd name="T28" fmla="*/ 43 w 84"/>
                  <a:gd name="T29" fmla="*/ 5 h 77"/>
                  <a:gd name="T30" fmla="*/ 32 w 84"/>
                  <a:gd name="T3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77">
                    <a:moveTo>
                      <a:pt x="32" y="16"/>
                    </a:moveTo>
                    <a:cubicBezTo>
                      <a:pt x="67" y="50"/>
                      <a:pt x="67" y="50"/>
                      <a:pt x="67" y="50"/>
                    </a:cubicBezTo>
                    <a:cubicBezTo>
                      <a:pt x="17" y="61"/>
                      <a:pt x="17" y="61"/>
                      <a:pt x="17" y="61"/>
                    </a:cubicBezTo>
                    <a:cubicBezTo>
                      <a:pt x="32" y="16"/>
                      <a:pt x="32" y="16"/>
                      <a:pt x="32" y="16"/>
                    </a:cubicBezTo>
                    <a:moveTo>
                      <a:pt x="32" y="0"/>
                    </a:moveTo>
                    <a:cubicBezTo>
                      <a:pt x="31" y="0"/>
                      <a:pt x="29" y="0"/>
                      <a:pt x="28" y="1"/>
                    </a:cubicBezTo>
                    <a:cubicBezTo>
                      <a:pt x="23" y="2"/>
                      <a:pt x="18" y="6"/>
                      <a:pt x="17" y="11"/>
                    </a:cubicBezTo>
                    <a:cubicBezTo>
                      <a:pt x="2" y="56"/>
                      <a:pt x="2" y="56"/>
                      <a:pt x="2" y="56"/>
                    </a:cubicBezTo>
                    <a:cubicBezTo>
                      <a:pt x="0" y="61"/>
                      <a:pt x="1" y="67"/>
                      <a:pt x="5" y="72"/>
                    </a:cubicBezTo>
                    <a:cubicBezTo>
                      <a:pt x="8" y="75"/>
                      <a:pt x="12" y="77"/>
                      <a:pt x="17" y="77"/>
                    </a:cubicBezTo>
                    <a:cubicBezTo>
                      <a:pt x="18" y="77"/>
                      <a:pt x="19" y="77"/>
                      <a:pt x="20" y="76"/>
                    </a:cubicBezTo>
                    <a:cubicBezTo>
                      <a:pt x="71" y="65"/>
                      <a:pt x="71" y="65"/>
                      <a:pt x="71" y="65"/>
                    </a:cubicBezTo>
                    <a:cubicBezTo>
                      <a:pt x="77" y="64"/>
                      <a:pt x="81" y="59"/>
                      <a:pt x="83" y="54"/>
                    </a:cubicBezTo>
                    <a:cubicBezTo>
                      <a:pt x="84" y="48"/>
                      <a:pt x="83" y="42"/>
                      <a:pt x="78" y="38"/>
                    </a:cubicBezTo>
                    <a:cubicBezTo>
                      <a:pt x="43" y="5"/>
                      <a:pt x="43" y="5"/>
                      <a:pt x="43" y="5"/>
                    </a:cubicBezTo>
                    <a:cubicBezTo>
                      <a:pt x="40" y="2"/>
                      <a:pt x="36" y="0"/>
                      <a:pt x="32"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7" name="Freeform 25">
                <a:extLst>
                  <a:ext uri="{FF2B5EF4-FFF2-40B4-BE49-F238E27FC236}">
                    <a16:creationId xmlns:a16="http://schemas.microsoft.com/office/drawing/2014/main" id="{024383A2-15A9-46AB-9836-B440A160DEB9}"/>
                  </a:ext>
                </a:extLst>
              </p:cNvPr>
              <p:cNvSpPr>
                <a:spLocks/>
              </p:cNvSpPr>
              <p:nvPr/>
            </p:nvSpPr>
            <p:spPr bwMode="auto">
              <a:xfrm>
                <a:off x="1371545" y="3642225"/>
                <a:ext cx="69249" cy="148163"/>
              </a:xfrm>
              <a:custGeom>
                <a:avLst/>
                <a:gdLst>
                  <a:gd name="T0" fmla="*/ 0 w 43"/>
                  <a:gd name="T1" fmla="*/ 0 h 92"/>
                  <a:gd name="T2" fmla="*/ 43 w 43"/>
                  <a:gd name="T3" fmla="*/ 0 h 92"/>
                  <a:gd name="T4" fmla="*/ 43 w 43"/>
                  <a:gd name="T5" fmla="*/ 92 h 92"/>
                  <a:gd name="T6" fmla="*/ 0 w 43"/>
                  <a:gd name="T7" fmla="*/ 92 h 92"/>
                  <a:gd name="T8" fmla="*/ 0 w 43"/>
                  <a:gd name="T9" fmla="*/ 0 h 92"/>
                  <a:gd name="T10" fmla="*/ 0 w 43"/>
                  <a:gd name="T11" fmla="*/ 0 h 92"/>
                </a:gdLst>
                <a:ahLst/>
                <a:cxnLst>
                  <a:cxn ang="0">
                    <a:pos x="T0" y="T1"/>
                  </a:cxn>
                  <a:cxn ang="0">
                    <a:pos x="T2" y="T3"/>
                  </a:cxn>
                  <a:cxn ang="0">
                    <a:pos x="T4" y="T5"/>
                  </a:cxn>
                  <a:cxn ang="0">
                    <a:pos x="T6" y="T7"/>
                  </a:cxn>
                  <a:cxn ang="0">
                    <a:pos x="T8" y="T9"/>
                  </a:cxn>
                  <a:cxn ang="0">
                    <a:pos x="T10" y="T11"/>
                  </a:cxn>
                </a:cxnLst>
                <a:rect l="0" t="0" r="r" b="b"/>
                <a:pathLst>
                  <a:path w="43" h="92">
                    <a:moveTo>
                      <a:pt x="0" y="0"/>
                    </a:moveTo>
                    <a:lnTo>
                      <a:pt x="43" y="0"/>
                    </a:lnTo>
                    <a:lnTo>
                      <a:pt x="43" y="92"/>
                    </a:lnTo>
                    <a:lnTo>
                      <a:pt x="0" y="92"/>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8" name="Freeform 26">
                <a:extLst>
                  <a:ext uri="{FF2B5EF4-FFF2-40B4-BE49-F238E27FC236}">
                    <a16:creationId xmlns:a16="http://schemas.microsoft.com/office/drawing/2014/main" id="{CBBC424F-E267-4294-AC7B-C2A365F10E51}"/>
                  </a:ext>
                </a:extLst>
              </p:cNvPr>
              <p:cNvSpPr>
                <a:spLocks/>
              </p:cNvSpPr>
              <p:nvPr/>
            </p:nvSpPr>
            <p:spPr bwMode="auto">
              <a:xfrm>
                <a:off x="1371545" y="3642225"/>
                <a:ext cx="156215" cy="59588"/>
              </a:xfrm>
              <a:custGeom>
                <a:avLst/>
                <a:gdLst>
                  <a:gd name="T0" fmla="*/ 0 w 97"/>
                  <a:gd name="T1" fmla="*/ 0 h 37"/>
                  <a:gd name="T2" fmla="*/ 97 w 97"/>
                  <a:gd name="T3" fmla="*/ 0 h 37"/>
                  <a:gd name="T4" fmla="*/ 97 w 97"/>
                  <a:gd name="T5" fmla="*/ 37 h 37"/>
                  <a:gd name="T6" fmla="*/ 0 w 97"/>
                  <a:gd name="T7" fmla="*/ 37 h 37"/>
                  <a:gd name="T8" fmla="*/ 0 w 97"/>
                  <a:gd name="T9" fmla="*/ 0 h 37"/>
                  <a:gd name="T10" fmla="*/ 0 w 97"/>
                  <a:gd name="T11" fmla="*/ 0 h 37"/>
                </a:gdLst>
                <a:ahLst/>
                <a:cxnLst>
                  <a:cxn ang="0">
                    <a:pos x="T0" y="T1"/>
                  </a:cxn>
                  <a:cxn ang="0">
                    <a:pos x="T2" y="T3"/>
                  </a:cxn>
                  <a:cxn ang="0">
                    <a:pos x="T4" y="T5"/>
                  </a:cxn>
                  <a:cxn ang="0">
                    <a:pos x="T6" y="T7"/>
                  </a:cxn>
                  <a:cxn ang="0">
                    <a:pos x="T8" y="T9"/>
                  </a:cxn>
                  <a:cxn ang="0">
                    <a:pos x="T10" y="T11"/>
                  </a:cxn>
                </a:cxnLst>
                <a:rect l="0" t="0" r="r" b="b"/>
                <a:pathLst>
                  <a:path w="97" h="37">
                    <a:moveTo>
                      <a:pt x="0" y="0"/>
                    </a:moveTo>
                    <a:lnTo>
                      <a:pt x="97" y="0"/>
                    </a:lnTo>
                    <a:lnTo>
                      <a:pt x="97" y="37"/>
                    </a:lnTo>
                    <a:lnTo>
                      <a:pt x="0" y="37"/>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9" name="Freeform 27">
                <a:extLst>
                  <a:ext uri="{FF2B5EF4-FFF2-40B4-BE49-F238E27FC236}">
                    <a16:creationId xmlns:a16="http://schemas.microsoft.com/office/drawing/2014/main" id="{E10F5550-7A5C-4D04-AF81-314FA07D9743}"/>
                  </a:ext>
                </a:extLst>
              </p:cNvPr>
              <p:cNvSpPr>
                <a:spLocks/>
              </p:cNvSpPr>
              <p:nvPr/>
            </p:nvSpPr>
            <p:spPr bwMode="auto">
              <a:xfrm>
                <a:off x="1622777" y="3642225"/>
                <a:ext cx="161046" cy="59588"/>
              </a:xfrm>
              <a:custGeom>
                <a:avLst/>
                <a:gdLst>
                  <a:gd name="T0" fmla="*/ 0 w 100"/>
                  <a:gd name="T1" fmla="*/ 37 h 37"/>
                  <a:gd name="T2" fmla="*/ 0 w 100"/>
                  <a:gd name="T3" fmla="*/ 0 h 37"/>
                  <a:gd name="T4" fmla="*/ 100 w 100"/>
                  <a:gd name="T5" fmla="*/ 0 h 37"/>
                  <a:gd name="T6" fmla="*/ 64 w 100"/>
                  <a:gd name="T7" fmla="*/ 37 h 37"/>
                  <a:gd name="T8" fmla="*/ 0 w 100"/>
                  <a:gd name="T9" fmla="*/ 37 h 37"/>
                  <a:gd name="T10" fmla="*/ 0 w 100"/>
                  <a:gd name="T11" fmla="*/ 37 h 37"/>
                  <a:gd name="T12" fmla="*/ 0 w 100"/>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100" h="37">
                    <a:moveTo>
                      <a:pt x="0" y="37"/>
                    </a:moveTo>
                    <a:lnTo>
                      <a:pt x="0" y="0"/>
                    </a:lnTo>
                    <a:lnTo>
                      <a:pt x="100" y="0"/>
                    </a:lnTo>
                    <a:lnTo>
                      <a:pt x="64" y="37"/>
                    </a:lnTo>
                    <a:lnTo>
                      <a:pt x="0" y="37"/>
                    </a:lnTo>
                    <a:lnTo>
                      <a:pt x="0" y="37"/>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0" name="Freeform 28">
                <a:extLst>
                  <a:ext uri="{FF2B5EF4-FFF2-40B4-BE49-F238E27FC236}">
                    <a16:creationId xmlns:a16="http://schemas.microsoft.com/office/drawing/2014/main" id="{C84E9659-ABE6-4728-B9E2-CF1DABABE7FE}"/>
                  </a:ext>
                </a:extLst>
              </p:cNvPr>
              <p:cNvSpPr>
                <a:spLocks/>
              </p:cNvSpPr>
              <p:nvPr/>
            </p:nvSpPr>
            <p:spPr bwMode="auto">
              <a:xfrm>
                <a:off x="1622777" y="4212330"/>
                <a:ext cx="161046" cy="72471"/>
              </a:xfrm>
              <a:custGeom>
                <a:avLst/>
                <a:gdLst>
                  <a:gd name="T0" fmla="*/ 0 w 100"/>
                  <a:gd name="T1" fmla="*/ 0 h 45"/>
                  <a:gd name="T2" fmla="*/ 100 w 100"/>
                  <a:gd name="T3" fmla="*/ 0 h 45"/>
                  <a:gd name="T4" fmla="*/ 100 w 100"/>
                  <a:gd name="T5" fmla="*/ 45 h 45"/>
                  <a:gd name="T6" fmla="*/ 0 w 100"/>
                  <a:gd name="T7" fmla="*/ 45 h 45"/>
                  <a:gd name="T8" fmla="*/ 0 w 100"/>
                  <a:gd name="T9" fmla="*/ 0 h 45"/>
                  <a:gd name="T10" fmla="*/ 0 w 100"/>
                  <a:gd name="T11" fmla="*/ 0 h 45"/>
                </a:gdLst>
                <a:ahLst/>
                <a:cxnLst>
                  <a:cxn ang="0">
                    <a:pos x="T0" y="T1"/>
                  </a:cxn>
                  <a:cxn ang="0">
                    <a:pos x="T2" y="T3"/>
                  </a:cxn>
                  <a:cxn ang="0">
                    <a:pos x="T4" y="T5"/>
                  </a:cxn>
                  <a:cxn ang="0">
                    <a:pos x="T6" y="T7"/>
                  </a:cxn>
                  <a:cxn ang="0">
                    <a:pos x="T8" y="T9"/>
                  </a:cxn>
                  <a:cxn ang="0">
                    <a:pos x="T10" y="T11"/>
                  </a:cxn>
                </a:cxnLst>
                <a:rect l="0" t="0" r="r" b="b"/>
                <a:pathLst>
                  <a:path w="100" h="45">
                    <a:moveTo>
                      <a:pt x="0" y="0"/>
                    </a:moveTo>
                    <a:lnTo>
                      <a:pt x="100" y="0"/>
                    </a:lnTo>
                    <a:lnTo>
                      <a:pt x="100"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1" name="Freeform 29">
                <a:extLst>
                  <a:ext uri="{FF2B5EF4-FFF2-40B4-BE49-F238E27FC236}">
                    <a16:creationId xmlns:a16="http://schemas.microsoft.com/office/drawing/2014/main" id="{916FD9E1-4B27-47DC-BD7B-069CB432303C}"/>
                  </a:ext>
                </a:extLst>
              </p:cNvPr>
              <p:cNvSpPr>
                <a:spLocks/>
              </p:cNvSpPr>
              <p:nvPr/>
            </p:nvSpPr>
            <p:spPr bwMode="auto">
              <a:xfrm>
                <a:off x="1371545"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2" name="Freeform 30">
                <a:extLst>
                  <a:ext uri="{FF2B5EF4-FFF2-40B4-BE49-F238E27FC236}">
                    <a16:creationId xmlns:a16="http://schemas.microsoft.com/office/drawing/2014/main" id="{B4BE53A6-C202-4DAE-812F-04AC26C7D3EF}"/>
                  </a:ext>
                </a:extLst>
              </p:cNvPr>
              <p:cNvSpPr>
                <a:spLocks/>
              </p:cNvSpPr>
              <p:nvPr/>
            </p:nvSpPr>
            <p:spPr bwMode="auto">
              <a:xfrm>
                <a:off x="1371545"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3" name="Freeform 31">
                <a:extLst>
                  <a:ext uri="{FF2B5EF4-FFF2-40B4-BE49-F238E27FC236}">
                    <a16:creationId xmlns:a16="http://schemas.microsoft.com/office/drawing/2014/main" id="{F246C574-3DC7-4E89-8F0D-9001EDC8B76B}"/>
                  </a:ext>
                </a:extLst>
              </p:cNvPr>
              <p:cNvSpPr>
                <a:spLocks/>
              </p:cNvSpPr>
              <p:nvPr/>
            </p:nvSpPr>
            <p:spPr bwMode="auto">
              <a:xfrm>
                <a:off x="1371545"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4" name="Freeform 32">
                <a:extLst>
                  <a:ext uri="{FF2B5EF4-FFF2-40B4-BE49-F238E27FC236}">
                    <a16:creationId xmlns:a16="http://schemas.microsoft.com/office/drawing/2014/main" id="{BB0DA318-2CD7-4778-97E0-E0DF3F1EDECE}"/>
                  </a:ext>
                </a:extLst>
              </p:cNvPr>
              <p:cNvSpPr>
                <a:spLocks/>
              </p:cNvSpPr>
              <p:nvPr/>
            </p:nvSpPr>
            <p:spPr bwMode="auto">
              <a:xfrm>
                <a:off x="1969027"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5" name="Freeform 33">
                <a:extLst>
                  <a:ext uri="{FF2B5EF4-FFF2-40B4-BE49-F238E27FC236}">
                    <a16:creationId xmlns:a16="http://schemas.microsoft.com/office/drawing/2014/main" id="{A1AF9A78-9612-4282-8B72-B07DA777B19E}"/>
                  </a:ext>
                </a:extLst>
              </p:cNvPr>
              <p:cNvSpPr>
                <a:spLocks/>
              </p:cNvSpPr>
              <p:nvPr/>
            </p:nvSpPr>
            <p:spPr bwMode="auto">
              <a:xfrm>
                <a:off x="1882062"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6" name="Freeform 34">
                <a:extLst>
                  <a:ext uri="{FF2B5EF4-FFF2-40B4-BE49-F238E27FC236}">
                    <a16:creationId xmlns:a16="http://schemas.microsoft.com/office/drawing/2014/main" id="{5942A584-5791-42D4-BE98-AA5043743485}"/>
                  </a:ext>
                </a:extLst>
              </p:cNvPr>
              <p:cNvSpPr>
                <a:spLocks/>
              </p:cNvSpPr>
              <p:nvPr/>
            </p:nvSpPr>
            <p:spPr bwMode="auto">
              <a:xfrm>
                <a:off x="1969027"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7" name="Freeform 35">
                <a:extLst>
                  <a:ext uri="{FF2B5EF4-FFF2-40B4-BE49-F238E27FC236}">
                    <a16:creationId xmlns:a16="http://schemas.microsoft.com/office/drawing/2014/main" id="{6FEBF141-B9BB-46D8-8EAC-1E8BE7F3F09B}"/>
                  </a:ext>
                </a:extLst>
              </p:cNvPr>
              <p:cNvSpPr>
                <a:spLocks/>
              </p:cNvSpPr>
              <p:nvPr/>
            </p:nvSpPr>
            <p:spPr bwMode="auto">
              <a:xfrm>
                <a:off x="1725847" y="3466684"/>
                <a:ext cx="468645" cy="471867"/>
              </a:xfrm>
              <a:custGeom>
                <a:avLst/>
                <a:gdLst>
                  <a:gd name="T0" fmla="*/ 208 w 291"/>
                  <a:gd name="T1" fmla="*/ 0 h 293"/>
                  <a:gd name="T2" fmla="*/ 0 w 291"/>
                  <a:gd name="T3" fmla="*/ 196 h 293"/>
                  <a:gd name="T4" fmla="*/ 92 w 291"/>
                  <a:gd name="T5" fmla="*/ 293 h 293"/>
                  <a:gd name="T6" fmla="*/ 291 w 291"/>
                  <a:gd name="T7" fmla="*/ 94 h 293"/>
                  <a:gd name="T8" fmla="*/ 208 w 291"/>
                  <a:gd name="T9" fmla="*/ 0 h 293"/>
                  <a:gd name="T10" fmla="*/ 208 w 291"/>
                  <a:gd name="T11" fmla="*/ 0 h 293"/>
                  <a:gd name="T12" fmla="*/ 208 w 291"/>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91" h="293">
                    <a:moveTo>
                      <a:pt x="208" y="0"/>
                    </a:moveTo>
                    <a:lnTo>
                      <a:pt x="0" y="196"/>
                    </a:lnTo>
                    <a:lnTo>
                      <a:pt x="92" y="293"/>
                    </a:lnTo>
                    <a:lnTo>
                      <a:pt x="291" y="94"/>
                    </a:lnTo>
                    <a:lnTo>
                      <a:pt x="208" y="0"/>
                    </a:lnTo>
                    <a:lnTo>
                      <a:pt x="208" y="0"/>
                    </a:lnTo>
                    <a:lnTo>
                      <a:pt x="20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8" name="Freeform 36">
                <a:extLst>
                  <a:ext uri="{FF2B5EF4-FFF2-40B4-BE49-F238E27FC236}">
                    <a16:creationId xmlns:a16="http://schemas.microsoft.com/office/drawing/2014/main" id="{8E06B4B8-B73A-41C4-BC84-349F7E2A0913}"/>
                  </a:ext>
                </a:extLst>
              </p:cNvPr>
              <p:cNvSpPr>
                <a:spLocks/>
              </p:cNvSpPr>
              <p:nvPr/>
            </p:nvSpPr>
            <p:spPr bwMode="auto">
              <a:xfrm>
                <a:off x="1619556" y="3849975"/>
                <a:ext cx="190035" cy="172320"/>
              </a:xfrm>
              <a:custGeom>
                <a:avLst/>
                <a:gdLst>
                  <a:gd name="T0" fmla="*/ 35 w 118"/>
                  <a:gd name="T1" fmla="*/ 0 h 107"/>
                  <a:gd name="T2" fmla="*/ 0 w 118"/>
                  <a:gd name="T3" fmla="*/ 107 h 107"/>
                  <a:gd name="T4" fmla="*/ 118 w 118"/>
                  <a:gd name="T5" fmla="*/ 81 h 107"/>
                  <a:gd name="T6" fmla="*/ 35 w 118"/>
                  <a:gd name="T7" fmla="*/ 0 h 107"/>
                  <a:gd name="T8" fmla="*/ 35 w 118"/>
                  <a:gd name="T9" fmla="*/ 0 h 107"/>
                  <a:gd name="T10" fmla="*/ 35 w 118"/>
                  <a:gd name="T11" fmla="*/ 0 h 107"/>
                </a:gdLst>
                <a:ahLst/>
                <a:cxnLst>
                  <a:cxn ang="0">
                    <a:pos x="T0" y="T1"/>
                  </a:cxn>
                  <a:cxn ang="0">
                    <a:pos x="T2" y="T3"/>
                  </a:cxn>
                  <a:cxn ang="0">
                    <a:pos x="T4" y="T5"/>
                  </a:cxn>
                  <a:cxn ang="0">
                    <a:pos x="T6" y="T7"/>
                  </a:cxn>
                  <a:cxn ang="0">
                    <a:pos x="T8" y="T9"/>
                  </a:cxn>
                  <a:cxn ang="0">
                    <a:pos x="T10" y="T11"/>
                  </a:cxn>
                </a:cxnLst>
                <a:rect l="0" t="0" r="r" b="b"/>
                <a:pathLst>
                  <a:path w="118" h="107">
                    <a:moveTo>
                      <a:pt x="35" y="0"/>
                    </a:moveTo>
                    <a:lnTo>
                      <a:pt x="0" y="107"/>
                    </a:lnTo>
                    <a:lnTo>
                      <a:pt x="118" y="81"/>
                    </a:lnTo>
                    <a:lnTo>
                      <a:pt x="35" y="0"/>
                    </a:lnTo>
                    <a:lnTo>
                      <a:pt x="35" y="0"/>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p:sp>
        <p:nvSpPr>
          <p:cNvPr id="79" name="TextBox 78">
            <a:extLst>
              <a:ext uri="{FF2B5EF4-FFF2-40B4-BE49-F238E27FC236}">
                <a16:creationId xmlns:a16="http://schemas.microsoft.com/office/drawing/2014/main" id="{7C93031B-F06C-433E-87D1-6F0F3294C852}"/>
              </a:ext>
            </a:extLst>
          </p:cNvPr>
          <p:cNvSpPr txBox="1"/>
          <p:nvPr/>
        </p:nvSpPr>
        <p:spPr>
          <a:xfrm>
            <a:off x="1243062" y="5698396"/>
            <a:ext cx="10723513" cy="4524315"/>
          </a:xfrm>
          <a:prstGeom prst="rect">
            <a:avLst/>
          </a:prstGeom>
          <a:noFill/>
        </p:spPr>
        <p:txBody>
          <a:bodyPr wrap="square">
            <a:spAutoFit/>
          </a:bodyPr>
          <a:lstStyle/>
          <a:p>
            <a:r>
              <a:rPr lang="vi-VN" sz="4800" b="1">
                <a:latin typeface="Tahoma" panose="020B0604030504040204" pitchFamily="34" charset="0"/>
                <a:ea typeface="Tahoma" panose="020B0604030504040204" pitchFamily="34" charset="0"/>
                <a:cs typeface="Tahoma" panose="020B0604030504040204" pitchFamily="34" charset="0"/>
              </a:rPr>
              <a:t>Trong</a:t>
            </a:r>
            <a:r>
              <a:rPr lang="en-US" sz="4800" b="1">
                <a:latin typeface="Tahoma" panose="020B0604030504040204" pitchFamily="34" charset="0"/>
                <a:ea typeface="Tahoma" panose="020B0604030504040204" pitchFamily="34" charset="0"/>
                <a:cs typeface="Tahoma" panose="020B0604030504040204" pitchFamily="34" charset="0"/>
              </a:rPr>
              <a:t> Cặp từ quan hệ nào sau đây phù hợp với vị trí bị che khuất trong câu ghép ở hình bên? </a:t>
            </a:r>
          </a:p>
          <a:p>
            <a:r>
              <a:rPr lang="en-US" sz="4800" b="1">
                <a:latin typeface="Tahoma" panose="020B0604030504040204" pitchFamily="34" charset="0"/>
                <a:ea typeface="Tahoma" panose="020B0604030504040204" pitchFamily="34" charset="0"/>
                <a:cs typeface="Tahoma" panose="020B0604030504040204" pitchFamily="34" charset="0"/>
              </a:rPr>
              <a:t>A. Nếu … thì …  </a:t>
            </a:r>
          </a:p>
          <a:p>
            <a:r>
              <a:rPr lang="en-US" sz="4800" b="1">
                <a:latin typeface="Tahoma" panose="020B0604030504040204" pitchFamily="34" charset="0"/>
                <a:ea typeface="Tahoma" panose="020B0604030504040204" pitchFamily="34" charset="0"/>
                <a:cs typeface="Tahoma" panose="020B0604030504040204" pitchFamily="34" charset="0"/>
              </a:rPr>
              <a:t>B. Tuy … nhưng …  </a:t>
            </a:r>
          </a:p>
          <a:p>
            <a:endParaRPr lang="en-US" sz="4800" b="1">
              <a:latin typeface="Tahoma" panose="020B0604030504040204" pitchFamily="34" charset="0"/>
              <a:ea typeface="Tahoma" panose="020B0604030504040204" pitchFamily="34" charset="0"/>
              <a:cs typeface="Tahoma" panose="020B0604030504040204" pitchFamily="34" charset="0"/>
            </a:endParaRPr>
          </a:p>
        </p:txBody>
      </p:sp>
      <p:sp>
        <p:nvSpPr>
          <p:cNvPr id="80" name="Rounded Rectangle 4">
            <a:extLst>
              <a:ext uri="{FF2B5EF4-FFF2-40B4-BE49-F238E27FC236}">
                <a16:creationId xmlns:a16="http://schemas.microsoft.com/office/drawing/2014/main" id="{60BF75B9-8E5D-4526-9D50-2E9BBC426B2C}"/>
              </a:ext>
            </a:extLst>
          </p:cNvPr>
          <p:cNvSpPr/>
          <p:nvPr/>
        </p:nvSpPr>
        <p:spPr>
          <a:xfrm>
            <a:off x="1084355" y="10853795"/>
            <a:ext cx="22378999" cy="2290773"/>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99FF99"/>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81" name="Group 80">
            <a:extLst>
              <a:ext uri="{FF2B5EF4-FFF2-40B4-BE49-F238E27FC236}">
                <a16:creationId xmlns:a16="http://schemas.microsoft.com/office/drawing/2014/main" id="{FC8842BF-BD13-47EC-A01B-D5CB2E509824}"/>
              </a:ext>
            </a:extLst>
          </p:cNvPr>
          <p:cNvGrpSpPr/>
          <p:nvPr/>
        </p:nvGrpSpPr>
        <p:grpSpPr>
          <a:xfrm>
            <a:off x="1617759" y="10515600"/>
            <a:ext cx="3600000" cy="828000"/>
            <a:chOff x="1275608" y="6322796"/>
            <a:chExt cx="3572909" cy="828631"/>
          </a:xfrm>
        </p:grpSpPr>
        <p:sp>
          <p:nvSpPr>
            <p:cNvPr id="82" name="Freeform 20">
              <a:extLst>
                <a:ext uri="{FF2B5EF4-FFF2-40B4-BE49-F238E27FC236}">
                  <a16:creationId xmlns:a16="http://schemas.microsoft.com/office/drawing/2014/main" id="{9DCB7188-C5D1-4562-B7E9-036039AD40E7}"/>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3" name="TextBox 82">
              <a:extLst>
                <a:ext uri="{FF2B5EF4-FFF2-40B4-BE49-F238E27FC236}">
                  <a16:creationId xmlns:a16="http://schemas.microsoft.com/office/drawing/2014/main" id="{3C5BC4FA-BAB5-4E66-A1A7-2C39A80EA8B6}"/>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84" name="Round Diagonal Corner Rectangle 8">
              <a:extLst>
                <a:ext uri="{FF2B5EF4-FFF2-40B4-BE49-F238E27FC236}">
                  <a16:creationId xmlns:a16="http://schemas.microsoft.com/office/drawing/2014/main" id="{DD02836A-CB9D-49AF-9B43-E2AE37577D4F}"/>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5" name="Freeform 9">
              <a:extLst>
                <a:ext uri="{FF2B5EF4-FFF2-40B4-BE49-F238E27FC236}">
                  <a16:creationId xmlns:a16="http://schemas.microsoft.com/office/drawing/2014/main" id="{F1DAE37F-C02F-41A4-AB7C-15856E498EB4}"/>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86" name="Rectangle 85">
            <a:extLst>
              <a:ext uri="{FF2B5EF4-FFF2-40B4-BE49-F238E27FC236}">
                <a16:creationId xmlns:a16="http://schemas.microsoft.com/office/drawing/2014/main" id="{AC37888B-97E9-42E3-82BD-29595758137A}"/>
              </a:ext>
            </a:extLst>
          </p:cNvPr>
          <p:cNvSpPr/>
          <p:nvPr/>
        </p:nvSpPr>
        <p:spPr>
          <a:xfrm>
            <a:off x="1389156" y="11506200"/>
            <a:ext cx="21394644" cy="1569660"/>
          </a:xfrm>
          <a:prstGeom prst="rect">
            <a:avLst/>
          </a:prstGeom>
        </p:spPr>
        <p:txBody>
          <a:bodyPr wrap="square">
            <a:spAutoFit/>
          </a:bodyPr>
          <a:lstStyle/>
          <a:p>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Nếu</a:t>
            </a:r>
            <a:r>
              <a:rPr lang="en-US" sz="4800" b="1" dirty="0">
                <a:latin typeface="Tahoma" panose="020B0604030504040204" pitchFamily="34" charset="0"/>
                <a:ea typeface="Tahoma" panose="020B0604030504040204" pitchFamily="34" charset="0"/>
                <a:cs typeface="Tahoma" panose="020B0604030504040204" pitchFamily="34" charset="0"/>
              </a:rPr>
              <a:t> </a:t>
            </a:r>
            <a:r>
              <a:rPr lang="vi-VN" sz="4800" b="1" dirty="0">
                <a:latin typeface="Tahoma" panose="020B0604030504040204" pitchFamily="34" charset="0"/>
                <a:ea typeface="Tahoma" panose="020B0604030504040204" pitchFamily="34" charset="0"/>
                <a:cs typeface="Tahoma" panose="020B0604030504040204" pitchFamily="34" charset="0"/>
              </a:rPr>
              <a:t>s</a:t>
            </a:r>
            <a:r>
              <a:rPr lang="en-US" sz="4800" b="1" dirty="0">
                <a:latin typeface="Tahoma" panose="020B0604030504040204" pitchFamily="34" charset="0"/>
                <a:ea typeface="Tahoma" panose="020B0604030504040204" pitchFamily="34" charset="0"/>
                <a:cs typeface="Tahoma" panose="020B0604030504040204" pitchFamily="34" charset="0"/>
              </a:rPr>
              <a:t>ử </a:t>
            </a:r>
            <a:r>
              <a:rPr lang="en-US" sz="4800" b="1" dirty="0" err="1">
                <a:latin typeface="Tahoma" panose="020B0604030504040204" pitchFamily="34" charset="0"/>
                <a:ea typeface="Tahoma" panose="020B0604030504040204" pitchFamily="34" charset="0"/>
                <a:cs typeface="Tahoma" panose="020B0604030504040204" pitchFamily="34" charset="0"/>
              </a:rPr>
              <a:t>dụng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rượu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bia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tham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gia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giao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thông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thì</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thể</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bị</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xử</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phạt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hành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chính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hoặc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xử</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lí</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hình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sự</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tùy</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theo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mức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vi </a:t>
            </a:r>
            <a:r>
              <a:rPr lang="en-US" sz="4800" b="1" dirty="0" err="1">
                <a:latin typeface="Tahoma" panose="020B0604030504040204" pitchFamily="34" charset="0"/>
                <a:ea typeface="Tahoma" panose="020B0604030504040204" pitchFamily="34" charset="0"/>
                <a:cs typeface="Tahoma" panose="020B0604030504040204" pitchFamily="34" charset="0"/>
              </a:rPr>
              <a:t>phạm</a:t>
            </a:r>
            <a:r>
              <a:rPr lang="en-US" sz="4800" b="1" dirty="0">
                <a:latin typeface="Tahoma" panose="020B0604030504040204" pitchFamily="34" charset="0"/>
                <a:ea typeface="Tahoma" panose="020B0604030504040204" pitchFamily="34" charset="0"/>
                <a:cs typeface="Tahoma" panose="020B0604030504040204" pitchFamily="34" charset="0"/>
              </a:rPr>
              <a:t>.    </a:t>
            </a:r>
          </a:p>
        </p:txBody>
      </p:sp>
      <p:grpSp>
        <p:nvGrpSpPr>
          <p:cNvPr id="46" name="Group 45">
            <a:extLst>
              <a:ext uri="{FF2B5EF4-FFF2-40B4-BE49-F238E27FC236}">
                <a16:creationId xmlns:a16="http://schemas.microsoft.com/office/drawing/2014/main" id="{2D5F1879-E2C7-42CA-94F8-92FF592236D3}"/>
              </a:ext>
            </a:extLst>
          </p:cNvPr>
          <p:cNvGrpSpPr/>
          <p:nvPr/>
        </p:nvGrpSpPr>
        <p:grpSpPr>
          <a:xfrm>
            <a:off x="1055781" y="2501634"/>
            <a:ext cx="18592800" cy="830997"/>
            <a:chOff x="777875" y="1892299"/>
            <a:chExt cx="18592800" cy="830995"/>
          </a:xfrm>
        </p:grpSpPr>
        <p:sp>
          <p:nvSpPr>
            <p:cNvPr id="47" name="Rounded Rectangle 71">
              <a:extLst>
                <a:ext uri="{FF2B5EF4-FFF2-40B4-BE49-F238E27FC236}">
                  <a16:creationId xmlns:a16="http://schemas.microsoft.com/office/drawing/2014/main" id="{F0A35595-F802-4630-9930-199628F3A69D}"/>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0CE9F260-F6B5-4B60-B6CC-114DE5655D54}"/>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3.</a:t>
              </a:r>
            </a:p>
          </p:txBody>
        </p:sp>
        <p:sp>
          <p:nvSpPr>
            <p:cNvPr id="87" name="TextBox 86">
              <a:extLst>
                <a:ext uri="{FF2B5EF4-FFF2-40B4-BE49-F238E27FC236}">
                  <a16:creationId xmlns:a16="http://schemas.microsoft.com/office/drawing/2014/main" id="{73CC5716-B3FF-415B-9257-8D082F557E10}"/>
                </a:ext>
              </a:extLst>
            </p:cNvPr>
            <p:cNvSpPr txBox="1"/>
            <p:nvPr/>
          </p:nvSpPr>
          <p:spPr>
            <a:xfrm>
              <a:off x="2087561" y="1892299"/>
              <a:ext cx="17283114" cy="830995"/>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MỆNH ĐỀ KÉO THEO</a:t>
              </a:r>
              <a:r>
                <a:rPr lang="vi-VN" sz="4800" b="1" dirty="0">
                  <a:solidFill>
                    <a:srgbClr val="145F82"/>
                  </a:solidFill>
                  <a:latin typeface="Tahoma" pitchFamily="34" charset="0"/>
                  <a:ea typeface="Tahoma" pitchFamily="34" charset="0"/>
                  <a:cs typeface="Tahoma" pitchFamily="34" charset="0"/>
                </a:rPr>
                <a:t>,</a:t>
              </a:r>
              <a:r>
                <a:rPr lang="en-US" sz="4800" b="1" dirty="0">
                  <a:solidFill>
                    <a:srgbClr val="145F82"/>
                  </a:solidFill>
                  <a:latin typeface="Tahoma" pitchFamily="34" charset="0"/>
                  <a:ea typeface="Tahoma" pitchFamily="34" charset="0"/>
                  <a:cs typeface="Tahoma" pitchFamily="34" charset="0"/>
                </a:rPr>
                <a:t> MỆNH ĐỀ ĐẢO.</a:t>
              </a:r>
            </a:p>
          </p:txBody>
        </p:sp>
      </p:grpSp>
      <p:grpSp>
        <p:nvGrpSpPr>
          <p:cNvPr id="89" name="Group 88">
            <a:extLst>
              <a:ext uri="{FF2B5EF4-FFF2-40B4-BE49-F238E27FC236}">
                <a16:creationId xmlns:a16="http://schemas.microsoft.com/office/drawing/2014/main" id="{B781ABD9-381E-49CB-AA78-B3B6EB3F0FB1}"/>
              </a:ext>
            </a:extLst>
          </p:cNvPr>
          <p:cNvGrpSpPr/>
          <p:nvPr/>
        </p:nvGrpSpPr>
        <p:grpSpPr>
          <a:xfrm>
            <a:off x="2193087" y="3429000"/>
            <a:ext cx="10837113" cy="852016"/>
            <a:chOff x="895143" y="2795826"/>
            <a:chExt cx="10417389" cy="852016"/>
          </a:xfrm>
        </p:grpSpPr>
        <p:sp>
          <p:nvSpPr>
            <p:cNvPr id="90" name="TextBox 89">
              <a:extLst>
                <a:ext uri="{FF2B5EF4-FFF2-40B4-BE49-F238E27FC236}">
                  <a16:creationId xmlns:a16="http://schemas.microsoft.com/office/drawing/2014/main" id="{8F0DDE0E-1FE1-4720-B1B3-CA0A2FE692A9}"/>
                </a:ext>
              </a:extLst>
            </p:cNvPr>
            <p:cNvSpPr txBox="1"/>
            <p:nvPr/>
          </p:nvSpPr>
          <p:spPr>
            <a:xfrm>
              <a:off x="2320932" y="2816845"/>
              <a:ext cx="8991600" cy="830997"/>
            </a:xfrm>
            <a:prstGeom prst="rect">
              <a:avLst/>
            </a:prstGeom>
            <a:noFill/>
          </p:spPr>
          <p:txBody>
            <a:bodyPr wrap="square" rtlCol="0">
              <a:spAutoFit/>
            </a:bodyPr>
            <a:lstStyle/>
            <a:p>
              <a:r>
                <a:rPr lang="en-US" sz="4800" b="1" err="1">
                  <a:solidFill>
                    <a:srgbClr val="145F82"/>
                  </a:solidFill>
                  <a:latin typeface="Tahoma" pitchFamily="34" charset="0"/>
                  <a:ea typeface="Tahoma" pitchFamily="34" charset="0"/>
                  <a:cs typeface="Tahoma" pitchFamily="34" charset="0"/>
                </a:rPr>
                <a:t>Mệnh</a:t>
              </a:r>
              <a:r>
                <a:rPr lang="en-US" sz="4800" b="1">
                  <a:solidFill>
                    <a:srgbClr val="145F82"/>
                  </a:solidFill>
                  <a:latin typeface="Tahoma" pitchFamily="34" charset="0"/>
                  <a:ea typeface="Tahoma" pitchFamily="34" charset="0"/>
                  <a:cs typeface="Tahoma" pitchFamily="34" charset="0"/>
                </a:rPr>
                <a:t> đề kéo theo</a:t>
              </a:r>
              <a:endParaRPr lang="en-US" sz="4800" b="1" dirty="0">
                <a:solidFill>
                  <a:srgbClr val="145F82"/>
                </a:solidFill>
                <a:latin typeface="Tahoma" pitchFamily="34" charset="0"/>
                <a:ea typeface="Tahoma" pitchFamily="34" charset="0"/>
                <a:cs typeface="Tahoma" pitchFamily="34" charset="0"/>
              </a:endParaRPr>
            </a:p>
          </p:txBody>
        </p:sp>
        <p:sp>
          <p:nvSpPr>
            <p:cNvPr id="91" name="Rounded Rectangle 7">
              <a:extLst>
                <a:ext uri="{FF2B5EF4-FFF2-40B4-BE49-F238E27FC236}">
                  <a16:creationId xmlns:a16="http://schemas.microsoft.com/office/drawing/2014/main" id="{453540BB-AD80-4484-AD7B-7FF1CA70B442}"/>
                </a:ext>
              </a:extLst>
            </p:cNvPr>
            <p:cNvSpPr/>
            <p:nvPr/>
          </p:nvSpPr>
          <p:spPr>
            <a:xfrm>
              <a:off x="895143" y="2823876"/>
              <a:ext cx="895051"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a:extLst>
                <a:ext uri="{FF2B5EF4-FFF2-40B4-BE49-F238E27FC236}">
                  <a16:creationId xmlns:a16="http://schemas.microsoft.com/office/drawing/2014/main" id="{6E6F790B-41EE-4900-A105-57479C75D2FC}"/>
                </a:ext>
              </a:extLst>
            </p:cNvPr>
            <p:cNvSpPr txBox="1"/>
            <p:nvPr/>
          </p:nvSpPr>
          <p:spPr>
            <a:xfrm>
              <a:off x="927984" y="2795826"/>
              <a:ext cx="672149" cy="769441"/>
            </a:xfrm>
            <a:prstGeom prst="rect">
              <a:avLst/>
            </a:prstGeom>
            <a:noFill/>
          </p:spPr>
          <p:txBody>
            <a:bodyPr wrap="none" rtlCol="0">
              <a:spAutoFit/>
            </a:bodyPr>
            <a:lstStyle/>
            <a:p>
              <a:pPr algn="ctr"/>
              <a:r>
                <a:rPr lang="en-US" sz="4400" b="1">
                  <a:solidFill>
                    <a:schemeClr val="bg1"/>
                  </a:solidFill>
                  <a:latin typeface="Tahoma" pitchFamily="34" charset="0"/>
                  <a:ea typeface="Tahoma" pitchFamily="34" charset="0"/>
                  <a:cs typeface="Tahoma" pitchFamily="34" charset="0"/>
                </a:rPr>
                <a:t>a.</a:t>
              </a:r>
            </a:p>
          </p:txBody>
        </p:sp>
      </p:grpSp>
      <p:sp>
        <p:nvSpPr>
          <p:cNvPr id="93" name="TextBox 92">
            <a:extLst>
              <a:ext uri="{FF2B5EF4-FFF2-40B4-BE49-F238E27FC236}">
                <a16:creationId xmlns:a16="http://schemas.microsoft.com/office/drawing/2014/main" id="{229E5047-F5A8-4A99-8963-A6D909CEA4D1}"/>
              </a:ext>
            </a:extLst>
          </p:cNvPr>
          <p:cNvSpPr txBox="1"/>
          <p:nvPr/>
        </p:nvSpPr>
        <p:spPr>
          <a:xfrm>
            <a:off x="12954000" y="5334714"/>
            <a:ext cx="10723513" cy="4373698"/>
          </a:xfrm>
          <a:prstGeom prst="rect">
            <a:avLst/>
          </a:prstGeom>
          <a:noFill/>
        </p:spPr>
        <p:txBody>
          <a:bodyPr wrap="square">
            <a:spAutoFit/>
          </a:bodyPr>
          <a:lstStyle/>
          <a:p>
            <a:pPr>
              <a:lnSpc>
                <a:spcPct val="150000"/>
              </a:lnSpc>
            </a:pPr>
            <a:r>
              <a:rPr lang="en-US" sz="4800" b="1" dirty="0">
                <a:latin typeface="Tahoma" panose="020B0604030504040204" pitchFamily="34" charset="0"/>
                <a:ea typeface="Tahoma" panose="020B0604030504040204" pitchFamily="34" charset="0"/>
                <a:cs typeface="Tahoma" panose="020B0604030504040204" pitchFamily="34" charset="0"/>
              </a:rPr>
              <a:t>	</a:t>
            </a:r>
            <a:r>
              <a:rPr lang="vi-VN" sz="4800" b="1" dirty="0">
                <a:latin typeface="Tahoma" panose="020B0604030504040204" pitchFamily="34" charset="0"/>
                <a:ea typeface="Tahoma" panose="020B0604030504040204" pitchFamily="34" charset="0"/>
                <a:cs typeface="Tahoma" panose="020B0604030504040204" pitchFamily="34" charset="0"/>
              </a:rPr>
              <a:t>s</a:t>
            </a:r>
            <a:r>
              <a:rPr lang="en-US" sz="4800" b="1" dirty="0">
                <a:latin typeface="Tahoma" panose="020B0604030504040204" pitchFamily="34" charset="0"/>
                <a:ea typeface="Tahoma" panose="020B0604030504040204" pitchFamily="34" charset="0"/>
                <a:cs typeface="Tahoma" panose="020B0604030504040204" pitchFamily="34" charset="0"/>
              </a:rPr>
              <a:t>ử </a:t>
            </a:r>
            <a:r>
              <a:rPr lang="en-US" sz="4800" b="1" dirty="0" err="1">
                <a:latin typeface="Tahoma" panose="020B0604030504040204" pitchFamily="34" charset="0"/>
                <a:ea typeface="Tahoma" panose="020B0604030504040204" pitchFamily="34" charset="0"/>
                <a:cs typeface="Tahoma" panose="020B0604030504040204" pitchFamily="34" charset="0"/>
              </a:rPr>
              <a:t>dụng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rượu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bia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tham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gia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giao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thông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thể</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bị</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xử</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phạt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hành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chính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hoặc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xử</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lí</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hình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sự</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tùy</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theo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mức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vi </a:t>
            </a:r>
            <a:r>
              <a:rPr lang="en-US" sz="4800" b="1" dirty="0" err="1">
                <a:latin typeface="Tahoma" panose="020B0604030504040204" pitchFamily="34" charset="0"/>
                <a:ea typeface="Tahoma" panose="020B0604030504040204" pitchFamily="34" charset="0"/>
                <a:cs typeface="Tahoma" panose="020B0604030504040204" pitchFamily="34" charset="0"/>
              </a:rPr>
              <a:t>phạm</a:t>
            </a:r>
            <a:r>
              <a:rPr lang="en-US" sz="4800" b="1" dirty="0">
                <a:latin typeface="Tahoma" panose="020B0604030504040204" pitchFamily="34" charset="0"/>
                <a:ea typeface="Tahoma" panose="020B0604030504040204" pitchFamily="34" charset="0"/>
                <a:cs typeface="Tahoma" panose="020B0604030504040204" pitchFamily="34" charset="0"/>
              </a:rPr>
              <a:t>. </a:t>
            </a:r>
          </a:p>
        </p:txBody>
      </p:sp>
      <p:pic>
        <p:nvPicPr>
          <p:cNvPr id="94" name="Picture 93">
            <a:extLst>
              <a:ext uri="{FF2B5EF4-FFF2-40B4-BE49-F238E27FC236}">
                <a16:creationId xmlns:a16="http://schemas.microsoft.com/office/drawing/2014/main" id="{C3ECB4A5-E0B4-412C-BEF8-C60CF8D13371}"/>
              </a:ext>
            </a:extLst>
          </p:cNvPr>
          <p:cNvPicPr>
            <a:picLocks noChangeAspect="1"/>
          </p:cNvPicPr>
          <p:nvPr/>
        </p:nvPicPr>
        <p:blipFill>
          <a:blip r:embed="rId4"/>
          <a:srcRect/>
          <a:stretch>
            <a:fillRect/>
          </a:stretch>
        </p:blipFill>
        <p:spPr bwMode="auto">
          <a:xfrm>
            <a:off x="13402499" y="5523997"/>
            <a:ext cx="1778029" cy="1039066"/>
          </a:xfrm>
          <a:prstGeom prst="rect">
            <a:avLst/>
          </a:prstGeom>
          <a:noFill/>
          <a:ln w="9525">
            <a:noFill/>
            <a:miter lim="800000"/>
            <a:headEnd/>
            <a:tailEnd/>
          </a:ln>
        </p:spPr>
      </p:pic>
      <p:pic>
        <p:nvPicPr>
          <p:cNvPr id="95" name="Picture 94">
            <a:extLst>
              <a:ext uri="{FF2B5EF4-FFF2-40B4-BE49-F238E27FC236}">
                <a16:creationId xmlns:a16="http://schemas.microsoft.com/office/drawing/2014/main" id="{32A73278-46B3-4E61-9999-F48A10BC39F6}"/>
              </a:ext>
            </a:extLst>
          </p:cNvPr>
          <p:cNvPicPr>
            <a:picLocks noChangeAspect="1"/>
          </p:cNvPicPr>
          <p:nvPr/>
        </p:nvPicPr>
        <p:blipFill>
          <a:blip r:embed="rId4"/>
          <a:srcRect/>
          <a:stretch>
            <a:fillRect/>
          </a:stretch>
        </p:blipFill>
        <p:spPr bwMode="auto">
          <a:xfrm>
            <a:off x="17668950" y="6630827"/>
            <a:ext cx="1778029" cy="1039066"/>
          </a:xfrm>
          <a:prstGeom prst="rect">
            <a:avLst/>
          </a:prstGeom>
          <a:noFill/>
          <a:ln w="9525">
            <a:noFill/>
            <a:miter lim="800000"/>
            <a:headEnd/>
            <a:tailEnd/>
          </a:ln>
        </p:spPr>
      </p:pic>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7973248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inVertical)">
                                      <p:cBhvr>
                                        <p:cTn id="7" dur="500"/>
                                        <p:tgtEl>
                                          <p:spTgt spid="46"/>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89"/>
                                        </p:tgtEl>
                                        <p:attrNameLst>
                                          <p:attrName>style.visibility</p:attrName>
                                        </p:attrNameLst>
                                      </p:cBhvr>
                                      <p:to>
                                        <p:strVal val="visible"/>
                                      </p:to>
                                    </p:set>
                                    <p:animEffect transition="in" filter="barn(inVertical)">
                                      <p:cBhvr>
                                        <p:cTn id="11" dur="500"/>
                                        <p:tgtEl>
                                          <p:spTgt spid="8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0"/>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49"/>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0"/>
                                  </p:stCondLst>
                                  <p:childTnLst>
                                    <p:set>
                                      <p:cBhvr>
                                        <p:cTn id="20" dur="1" fill="hold">
                                          <p:stCondLst>
                                            <p:cond delay="0"/>
                                          </p:stCondLst>
                                        </p:cTn>
                                        <p:tgtEl>
                                          <p:spTgt spid="79">
                                            <p:txEl>
                                              <p:pRg st="0" end="0"/>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93"/>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94"/>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95"/>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79">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9">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81"/>
                                        </p:tgtEl>
                                        <p:attrNameLst>
                                          <p:attrName>style.visibility</p:attrName>
                                        </p:attrNameLst>
                                      </p:cBhvr>
                                      <p:to>
                                        <p:strVal val="visible"/>
                                      </p:to>
                                    </p:set>
                                    <p:animEffect transition="in" filter="barn(inVertical)">
                                      <p:cBhvr>
                                        <p:cTn id="37" dur="500"/>
                                        <p:tgtEl>
                                          <p:spTgt spid="81"/>
                                        </p:tgtEl>
                                      </p:cBhvr>
                                    </p:animEffect>
                                  </p:childTnLst>
                                </p:cTn>
                              </p:par>
                            </p:childTnLst>
                          </p:cTn>
                        </p:par>
                        <p:par>
                          <p:cTn id="38" fill="hold">
                            <p:stCondLst>
                              <p:cond delay="500"/>
                            </p:stCondLst>
                            <p:childTnLst>
                              <p:par>
                                <p:cTn id="39" presetID="22" presetClass="entr" presetSubtype="4" fill="hold" grpId="0" nodeType="afterEffect">
                                  <p:stCondLst>
                                    <p:cond delay="0"/>
                                  </p:stCondLst>
                                  <p:childTnLst>
                                    <p:set>
                                      <p:cBhvr>
                                        <p:cTn id="40" dur="1" fill="hold">
                                          <p:stCondLst>
                                            <p:cond delay="0"/>
                                          </p:stCondLst>
                                        </p:cTn>
                                        <p:tgtEl>
                                          <p:spTgt spid="80"/>
                                        </p:tgtEl>
                                        <p:attrNameLst>
                                          <p:attrName>style.visibility</p:attrName>
                                        </p:attrNameLst>
                                      </p:cBhvr>
                                      <p:to>
                                        <p:strVal val="visible"/>
                                      </p:to>
                                    </p:set>
                                    <p:animEffect transition="in" filter="wipe(down)">
                                      <p:cBhvr>
                                        <p:cTn id="41" dur="500"/>
                                        <p:tgtEl>
                                          <p:spTgt spid="8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86"/>
                                        </p:tgtEl>
                                        <p:attrNameLst>
                                          <p:attrName>style.visibility</p:attrName>
                                        </p:attrNameLst>
                                      </p:cBhvr>
                                      <p:to>
                                        <p:strVal val="visible"/>
                                      </p:to>
                                    </p:set>
                                    <p:animEffect transition="in" filter="wipe(left)">
                                      <p:cBhvr>
                                        <p:cTn id="46"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80" grpId="0" animBg="1"/>
      <p:bldP spid="86" grpId="0"/>
      <p:bldP spid="9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7" name="TextBox 26">
            <a:extLst>
              <a:ext uri="{FF2B5EF4-FFF2-40B4-BE49-F238E27FC236}">
                <a16:creationId xmlns:a16="http://schemas.microsoft.com/office/drawing/2014/main" id="{3A653732-9210-4228-AD0D-1B9B77B02426}"/>
              </a:ext>
            </a:extLst>
          </p:cNvPr>
          <p:cNvSpPr txBox="1"/>
          <p:nvPr/>
        </p:nvSpPr>
        <p:spPr>
          <a:xfrm>
            <a:off x="1839065" y="7002943"/>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49" name="Rounded Rectangle 61">
            <a:extLst>
              <a:ext uri="{FF2B5EF4-FFF2-40B4-BE49-F238E27FC236}">
                <a16:creationId xmlns:a16="http://schemas.microsoft.com/office/drawing/2014/main" id="{8C4F66B5-9F53-45FC-B951-E4D1E076FC2C}"/>
              </a:ext>
            </a:extLst>
          </p:cNvPr>
          <p:cNvSpPr/>
          <p:nvPr/>
        </p:nvSpPr>
        <p:spPr>
          <a:xfrm>
            <a:off x="1055781" y="5089138"/>
            <a:ext cx="22407574" cy="3501626"/>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50" name="Group 67">
            <a:extLst>
              <a:ext uri="{FF2B5EF4-FFF2-40B4-BE49-F238E27FC236}">
                <a16:creationId xmlns:a16="http://schemas.microsoft.com/office/drawing/2014/main" id="{BAE863BA-DDC7-40A3-BD63-B632301C2DDF}"/>
              </a:ext>
            </a:extLst>
          </p:cNvPr>
          <p:cNvGrpSpPr/>
          <p:nvPr/>
        </p:nvGrpSpPr>
        <p:grpSpPr>
          <a:xfrm>
            <a:off x="1526208" y="4724400"/>
            <a:ext cx="3579192" cy="940513"/>
            <a:chOff x="1311958" y="3405486"/>
            <a:chExt cx="3579192" cy="940513"/>
          </a:xfrm>
        </p:grpSpPr>
        <p:sp>
          <p:nvSpPr>
            <p:cNvPr id="51" name="Freeform 20">
              <a:extLst>
                <a:ext uri="{FF2B5EF4-FFF2-40B4-BE49-F238E27FC236}">
                  <a16:creationId xmlns:a16="http://schemas.microsoft.com/office/drawing/2014/main" id="{15D07D9B-5448-498A-B68D-C65FD69E3A6E}"/>
                </a:ext>
              </a:extLst>
            </p:cNvPr>
            <p:cNvSpPr>
              <a:spLocks/>
            </p:cNvSpPr>
            <p:nvPr/>
          </p:nvSpPr>
          <p:spPr bwMode="auto">
            <a:xfrm rot="5400000">
              <a:off x="3085216" y="2507252"/>
              <a:ext cx="793396" cy="2818473"/>
            </a:xfrm>
            <a:prstGeom prst="round2SameRect">
              <a:avLst/>
            </a:prstGeom>
            <a:solidFill>
              <a:srgbClr val="70AD47">
                <a:lumMod val="75000"/>
              </a:srgbClr>
            </a:solidFill>
            <a:ln w="57150">
              <a:solidFill>
                <a:srgbClr val="70AD47">
                  <a:lumMod val="75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2" name="TextBox 51">
              <a:extLst>
                <a:ext uri="{FF2B5EF4-FFF2-40B4-BE49-F238E27FC236}">
                  <a16:creationId xmlns:a16="http://schemas.microsoft.com/office/drawing/2014/main" id="{38ADCDEF-9ADE-4990-911D-DB4A647079A9}"/>
                </a:ext>
              </a:extLst>
            </p:cNvPr>
            <p:cNvSpPr txBox="1"/>
            <p:nvPr/>
          </p:nvSpPr>
          <p:spPr>
            <a:xfrm>
              <a:off x="2316645" y="3484582"/>
              <a:ext cx="1813317" cy="8002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0" cap="none" spc="0" normalizeH="0" baseline="0" noProof="0">
                  <a:ln>
                    <a:noFill/>
                  </a:ln>
                  <a:solidFill>
                    <a:prstClr val="white"/>
                  </a:solidFill>
                  <a:effectLst/>
                  <a:uLnTx/>
                  <a:uFillTx/>
                  <a:latin typeface="Tahoma" pitchFamily="34" charset="0"/>
                  <a:ea typeface="Tahoma" pitchFamily="34" charset="0"/>
                  <a:cs typeface="Tahoma" pitchFamily="34" charset="0"/>
                </a:rPr>
                <a:t>HĐ 4 </a:t>
              </a:r>
              <a:endParaRPr kumimoji="0" lang="en-US" sz="4600" b="1" i="0" u="none" strike="noStrike" kern="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p:grpSp>
          <p:nvGrpSpPr>
            <p:cNvPr id="53" name="Group 70">
              <a:extLst>
                <a:ext uri="{FF2B5EF4-FFF2-40B4-BE49-F238E27FC236}">
                  <a16:creationId xmlns:a16="http://schemas.microsoft.com/office/drawing/2014/main" id="{9DB54C55-6C13-4C06-B677-EB45AED0EF74}"/>
                </a:ext>
              </a:extLst>
            </p:cNvPr>
            <p:cNvGrpSpPr/>
            <p:nvPr/>
          </p:nvGrpSpPr>
          <p:grpSpPr>
            <a:xfrm>
              <a:off x="1311958" y="3405486"/>
              <a:ext cx="950173" cy="940513"/>
              <a:chOff x="1311958" y="3405486"/>
              <a:chExt cx="950173" cy="940513"/>
            </a:xfrm>
          </p:grpSpPr>
          <p:sp>
            <p:nvSpPr>
              <p:cNvPr id="54" name="Rectangle 53">
                <a:extLst>
                  <a:ext uri="{FF2B5EF4-FFF2-40B4-BE49-F238E27FC236}">
                    <a16:creationId xmlns:a16="http://schemas.microsoft.com/office/drawing/2014/main" id="{F43D8799-9111-4045-A7B0-7DF40BFE6CB2}"/>
                  </a:ext>
                </a:extLst>
              </p:cNvPr>
              <p:cNvSpPr/>
              <p:nvPr/>
            </p:nvSpPr>
            <p:spPr>
              <a:xfrm>
                <a:off x="1406975" y="3672018"/>
                <a:ext cx="596676" cy="54031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5" name="Freeform 13">
                <a:extLst>
                  <a:ext uri="{FF2B5EF4-FFF2-40B4-BE49-F238E27FC236}">
                    <a16:creationId xmlns:a16="http://schemas.microsoft.com/office/drawing/2014/main" id="{0964B461-7639-42FF-9628-5AEBCC705C50}"/>
                  </a:ext>
                </a:extLst>
              </p:cNvPr>
              <p:cNvSpPr>
                <a:spLocks noEditPoints="1"/>
              </p:cNvSpPr>
              <p:nvPr/>
            </p:nvSpPr>
            <p:spPr bwMode="auto">
              <a:xfrm>
                <a:off x="1311958" y="3581027"/>
                <a:ext cx="190035" cy="268948"/>
              </a:xfrm>
              <a:custGeom>
                <a:avLst/>
                <a:gdLst>
                  <a:gd name="T0" fmla="*/ 34 w 50"/>
                  <a:gd name="T1" fmla="*/ 16 h 71"/>
                  <a:gd name="T2" fmla="*/ 34 w 50"/>
                  <a:gd name="T3" fmla="*/ 55 h 71"/>
                  <a:gd name="T4" fmla="*/ 16 w 50"/>
                  <a:gd name="T5" fmla="*/ 55 h 71"/>
                  <a:gd name="T6" fmla="*/ 16 w 50"/>
                  <a:gd name="T7" fmla="*/ 16 h 71"/>
                  <a:gd name="T8" fmla="*/ 34 w 50"/>
                  <a:gd name="T9" fmla="*/ 16 h 71"/>
                  <a:gd name="T10" fmla="*/ 34 w 50"/>
                  <a:gd name="T11" fmla="*/ 0 h 71"/>
                  <a:gd name="T12" fmla="*/ 16 w 50"/>
                  <a:gd name="T13" fmla="*/ 0 h 71"/>
                  <a:gd name="T14" fmla="*/ 0 w 50"/>
                  <a:gd name="T15" fmla="*/ 16 h 71"/>
                  <a:gd name="T16" fmla="*/ 0 w 50"/>
                  <a:gd name="T17" fmla="*/ 55 h 71"/>
                  <a:gd name="T18" fmla="*/ 16 w 50"/>
                  <a:gd name="T19" fmla="*/ 71 h 71"/>
                  <a:gd name="T20" fmla="*/ 34 w 50"/>
                  <a:gd name="T21" fmla="*/ 71 h 71"/>
                  <a:gd name="T22" fmla="*/ 50 w 50"/>
                  <a:gd name="T23" fmla="*/ 55 h 71"/>
                  <a:gd name="T24" fmla="*/ 50 w 50"/>
                  <a:gd name="T25" fmla="*/ 16 h 71"/>
                  <a:gd name="T26" fmla="*/ 34 w 50"/>
                  <a:gd name="T2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1">
                    <a:moveTo>
                      <a:pt x="34" y="16"/>
                    </a:moveTo>
                    <a:cubicBezTo>
                      <a:pt x="34" y="55"/>
                      <a:pt x="34" y="55"/>
                      <a:pt x="34" y="55"/>
                    </a:cubicBezTo>
                    <a:cubicBezTo>
                      <a:pt x="16" y="55"/>
                      <a:pt x="16" y="55"/>
                      <a:pt x="16" y="55"/>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5"/>
                      <a:pt x="0" y="55"/>
                      <a:pt x="0" y="55"/>
                    </a:cubicBezTo>
                    <a:cubicBezTo>
                      <a:pt x="0" y="64"/>
                      <a:pt x="7" y="71"/>
                      <a:pt x="16" y="71"/>
                    </a:cubicBezTo>
                    <a:cubicBezTo>
                      <a:pt x="34" y="71"/>
                      <a:pt x="34" y="71"/>
                      <a:pt x="34" y="71"/>
                    </a:cubicBezTo>
                    <a:cubicBezTo>
                      <a:pt x="43" y="71"/>
                      <a:pt x="50" y="64"/>
                      <a:pt x="50" y="55"/>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6" name="Freeform 14">
                <a:extLst>
                  <a:ext uri="{FF2B5EF4-FFF2-40B4-BE49-F238E27FC236}">
                    <a16:creationId xmlns:a16="http://schemas.microsoft.com/office/drawing/2014/main" id="{2BD50541-A2D2-439A-9CFF-5A2D5CF0EAFB}"/>
                  </a:ext>
                </a:extLst>
              </p:cNvPr>
              <p:cNvSpPr>
                <a:spLocks noEditPoints="1"/>
              </p:cNvSpPr>
              <p:nvPr/>
            </p:nvSpPr>
            <p:spPr bwMode="auto">
              <a:xfrm>
                <a:off x="1311958" y="3581027"/>
                <a:ext cx="277000" cy="181983"/>
              </a:xfrm>
              <a:custGeom>
                <a:avLst/>
                <a:gdLst>
                  <a:gd name="T0" fmla="*/ 57 w 73"/>
                  <a:gd name="T1" fmla="*/ 16 h 48"/>
                  <a:gd name="T2" fmla="*/ 57 w 73"/>
                  <a:gd name="T3" fmla="*/ 32 h 48"/>
                  <a:gd name="T4" fmla="*/ 16 w 73"/>
                  <a:gd name="T5" fmla="*/ 32 h 48"/>
                  <a:gd name="T6" fmla="*/ 16 w 73"/>
                  <a:gd name="T7" fmla="*/ 16 h 48"/>
                  <a:gd name="T8" fmla="*/ 57 w 73"/>
                  <a:gd name="T9" fmla="*/ 16 h 48"/>
                  <a:gd name="T10" fmla="*/ 57 w 73"/>
                  <a:gd name="T11" fmla="*/ 0 h 48"/>
                  <a:gd name="T12" fmla="*/ 16 w 73"/>
                  <a:gd name="T13" fmla="*/ 0 h 48"/>
                  <a:gd name="T14" fmla="*/ 0 w 73"/>
                  <a:gd name="T15" fmla="*/ 16 h 48"/>
                  <a:gd name="T16" fmla="*/ 0 w 73"/>
                  <a:gd name="T17" fmla="*/ 32 h 48"/>
                  <a:gd name="T18" fmla="*/ 16 w 73"/>
                  <a:gd name="T19" fmla="*/ 48 h 48"/>
                  <a:gd name="T20" fmla="*/ 57 w 73"/>
                  <a:gd name="T21" fmla="*/ 48 h 48"/>
                  <a:gd name="T22" fmla="*/ 73 w 73"/>
                  <a:gd name="T23" fmla="*/ 32 h 48"/>
                  <a:gd name="T24" fmla="*/ 73 w 73"/>
                  <a:gd name="T25" fmla="*/ 16 h 48"/>
                  <a:gd name="T26" fmla="*/ 57 w 73"/>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8">
                    <a:moveTo>
                      <a:pt x="57" y="16"/>
                    </a:moveTo>
                    <a:cubicBezTo>
                      <a:pt x="57" y="32"/>
                      <a:pt x="57" y="32"/>
                      <a:pt x="57" y="32"/>
                    </a:cubicBezTo>
                    <a:cubicBezTo>
                      <a:pt x="16" y="32"/>
                      <a:pt x="16" y="32"/>
                      <a:pt x="16" y="32"/>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2"/>
                      <a:pt x="0" y="32"/>
                      <a:pt x="0" y="32"/>
                    </a:cubicBezTo>
                    <a:cubicBezTo>
                      <a:pt x="0" y="41"/>
                      <a:pt x="7" y="48"/>
                      <a:pt x="16" y="48"/>
                    </a:cubicBezTo>
                    <a:cubicBezTo>
                      <a:pt x="57" y="48"/>
                      <a:pt x="57" y="48"/>
                      <a:pt x="57" y="48"/>
                    </a:cubicBezTo>
                    <a:cubicBezTo>
                      <a:pt x="66" y="48"/>
                      <a:pt x="73" y="41"/>
                      <a:pt x="73" y="32"/>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7" name="Freeform 15">
                <a:extLst>
                  <a:ext uri="{FF2B5EF4-FFF2-40B4-BE49-F238E27FC236}">
                    <a16:creationId xmlns:a16="http://schemas.microsoft.com/office/drawing/2014/main" id="{25BBDF65-0816-4435-86C9-CE992D59BA26}"/>
                  </a:ext>
                </a:extLst>
              </p:cNvPr>
              <p:cNvSpPr>
                <a:spLocks noEditPoints="1"/>
              </p:cNvSpPr>
              <p:nvPr/>
            </p:nvSpPr>
            <p:spPr bwMode="auto">
              <a:xfrm>
                <a:off x="1563190" y="3581027"/>
                <a:ext cx="285052" cy="181983"/>
              </a:xfrm>
              <a:custGeom>
                <a:avLst/>
                <a:gdLst>
                  <a:gd name="T0" fmla="*/ 58 w 75"/>
                  <a:gd name="T1" fmla="*/ 16 h 48"/>
                  <a:gd name="T2" fmla="*/ 43 w 75"/>
                  <a:gd name="T3" fmla="*/ 32 h 48"/>
                  <a:gd name="T4" fmla="*/ 16 w 75"/>
                  <a:gd name="T5" fmla="*/ 32 h 48"/>
                  <a:gd name="T6" fmla="*/ 16 w 75"/>
                  <a:gd name="T7" fmla="*/ 16 h 48"/>
                  <a:gd name="T8" fmla="*/ 58 w 75"/>
                  <a:gd name="T9" fmla="*/ 16 h 48"/>
                  <a:gd name="T10" fmla="*/ 58 w 75"/>
                  <a:gd name="T11" fmla="*/ 0 h 48"/>
                  <a:gd name="T12" fmla="*/ 16 w 75"/>
                  <a:gd name="T13" fmla="*/ 0 h 48"/>
                  <a:gd name="T14" fmla="*/ 0 w 75"/>
                  <a:gd name="T15" fmla="*/ 16 h 48"/>
                  <a:gd name="T16" fmla="*/ 0 w 75"/>
                  <a:gd name="T17" fmla="*/ 32 h 48"/>
                  <a:gd name="T18" fmla="*/ 16 w 75"/>
                  <a:gd name="T19" fmla="*/ 48 h 48"/>
                  <a:gd name="T20" fmla="*/ 43 w 75"/>
                  <a:gd name="T21" fmla="*/ 48 h 48"/>
                  <a:gd name="T22" fmla="*/ 55 w 75"/>
                  <a:gd name="T23" fmla="*/ 43 h 48"/>
                  <a:gd name="T24" fmla="*/ 70 w 75"/>
                  <a:gd name="T25" fmla="*/ 26 h 48"/>
                  <a:gd name="T26" fmla="*/ 73 w 75"/>
                  <a:gd name="T27" fmla="*/ 9 h 48"/>
                  <a:gd name="T28" fmla="*/ 58 w 75"/>
                  <a:gd name="T2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8">
                    <a:moveTo>
                      <a:pt x="58" y="16"/>
                    </a:moveTo>
                    <a:cubicBezTo>
                      <a:pt x="43" y="32"/>
                      <a:pt x="43" y="32"/>
                      <a:pt x="43" y="32"/>
                    </a:cubicBezTo>
                    <a:cubicBezTo>
                      <a:pt x="16" y="32"/>
                      <a:pt x="16" y="32"/>
                      <a:pt x="16" y="32"/>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2"/>
                      <a:pt x="0" y="32"/>
                      <a:pt x="0" y="32"/>
                    </a:cubicBezTo>
                    <a:cubicBezTo>
                      <a:pt x="0" y="41"/>
                      <a:pt x="8" y="48"/>
                      <a:pt x="16" y="48"/>
                    </a:cubicBezTo>
                    <a:cubicBezTo>
                      <a:pt x="43" y="48"/>
                      <a:pt x="43" y="48"/>
                      <a:pt x="43" y="48"/>
                    </a:cubicBezTo>
                    <a:cubicBezTo>
                      <a:pt x="48" y="48"/>
                      <a:pt x="52" y="46"/>
                      <a:pt x="55" y="43"/>
                    </a:cubicBezTo>
                    <a:cubicBezTo>
                      <a:pt x="70" y="26"/>
                      <a:pt x="70" y="26"/>
                      <a:pt x="70" y="26"/>
                    </a:cubicBezTo>
                    <a:cubicBezTo>
                      <a:pt x="74" y="22"/>
                      <a:pt x="75" y="15"/>
                      <a:pt x="73" y="9"/>
                    </a:cubicBezTo>
                    <a:cubicBezTo>
                      <a:pt x="70" y="3"/>
                      <a:pt x="64"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8" name="Freeform 16">
                <a:extLst>
                  <a:ext uri="{FF2B5EF4-FFF2-40B4-BE49-F238E27FC236}">
                    <a16:creationId xmlns:a16="http://schemas.microsoft.com/office/drawing/2014/main" id="{D17517C7-E177-434D-8C4D-A78AAA7627E4}"/>
                  </a:ext>
                </a:extLst>
              </p:cNvPr>
              <p:cNvSpPr>
                <a:spLocks noEditPoints="1"/>
              </p:cNvSpPr>
              <p:nvPr/>
            </p:nvSpPr>
            <p:spPr bwMode="auto">
              <a:xfrm>
                <a:off x="1563190" y="4151132"/>
                <a:ext cx="280221" cy="194867"/>
              </a:xfrm>
              <a:custGeom>
                <a:avLst/>
                <a:gdLst>
                  <a:gd name="T0" fmla="*/ 58 w 74"/>
                  <a:gd name="T1" fmla="*/ 16 h 51"/>
                  <a:gd name="T2" fmla="*/ 58 w 74"/>
                  <a:gd name="T3" fmla="*/ 35 h 51"/>
                  <a:gd name="T4" fmla="*/ 16 w 74"/>
                  <a:gd name="T5" fmla="*/ 35 h 51"/>
                  <a:gd name="T6" fmla="*/ 16 w 74"/>
                  <a:gd name="T7" fmla="*/ 16 h 51"/>
                  <a:gd name="T8" fmla="*/ 58 w 74"/>
                  <a:gd name="T9" fmla="*/ 16 h 51"/>
                  <a:gd name="T10" fmla="*/ 58 w 74"/>
                  <a:gd name="T11" fmla="*/ 0 h 51"/>
                  <a:gd name="T12" fmla="*/ 16 w 74"/>
                  <a:gd name="T13" fmla="*/ 0 h 51"/>
                  <a:gd name="T14" fmla="*/ 0 w 74"/>
                  <a:gd name="T15" fmla="*/ 16 h 51"/>
                  <a:gd name="T16" fmla="*/ 0 w 74"/>
                  <a:gd name="T17" fmla="*/ 35 h 51"/>
                  <a:gd name="T18" fmla="*/ 16 w 74"/>
                  <a:gd name="T19" fmla="*/ 51 h 51"/>
                  <a:gd name="T20" fmla="*/ 58 w 74"/>
                  <a:gd name="T21" fmla="*/ 51 h 51"/>
                  <a:gd name="T22" fmla="*/ 74 w 74"/>
                  <a:gd name="T23" fmla="*/ 35 h 51"/>
                  <a:gd name="T24" fmla="*/ 74 w 74"/>
                  <a:gd name="T25" fmla="*/ 16 h 51"/>
                  <a:gd name="T26" fmla="*/ 58 w 74"/>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1">
                    <a:moveTo>
                      <a:pt x="58" y="16"/>
                    </a:moveTo>
                    <a:cubicBezTo>
                      <a:pt x="58" y="35"/>
                      <a:pt x="58" y="35"/>
                      <a:pt x="58" y="35"/>
                    </a:cubicBezTo>
                    <a:cubicBezTo>
                      <a:pt x="16" y="35"/>
                      <a:pt x="16" y="35"/>
                      <a:pt x="16" y="35"/>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5"/>
                      <a:pt x="0" y="35"/>
                      <a:pt x="0" y="35"/>
                    </a:cubicBezTo>
                    <a:cubicBezTo>
                      <a:pt x="0" y="43"/>
                      <a:pt x="8" y="51"/>
                      <a:pt x="16" y="51"/>
                    </a:cubicBezTo>
                    <a:cubicBezTo>
                      <a:pt x="58" y="51"/>
                      <a:pt x="58" y="51"/>
                      <a:pt x="58" y="51"/>
                    </a:cubicBezTo>
                    <a:cubicBezTo>
                      <a:pt x="67" y="51"/>
                      <a:pt x="74" y="43"/>
                      <a:pt x="74" y="35"/>
                    </a:cubicBezTo>
                    <a:cubicBezTo>
                      <a:pt x="74" y="16"/>
                      <a:pt x="74" y="16"/>
                      <a:pt x="74" y="16"/>
                    </a:cubicBezTo>
                    <a:cubicBezTo>
                      <a:pt x="74" y="7"/>
                      <a:pt x="67"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9" name="Freeform 17">
                <a:extLst>
                  <a:ext uri="{FF2B5EF4-FFF2-40B4-BE49-F238E27FC236}">
                    <a16:creationId xmlns:a16="http://schemas.microsoft.com/office/drawing/2014/main" id="{9B01B60B-B2FF-4665-8ED7-490257C21EAE}"/>
                  </a:ext>
                </a:extLst>
              </p:cNvPr>
              <p:cNvSpPr>
                <a:spLocks noEditPoints="1"/>
              </p:cNvSpPr>
              <p:nvPr/>
            </p:nvSpPr>
            <p:spPr bwMode="auto">
              <a:xfrm>
                <a:off x="1311958" y="4064167"/>
                <a:ext cx="19003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0" name="Freeform 18">
                <a:extLst>
                  <a:ext uri="{FF2B5EF4-FFF2-40B4-BE49-F238E27FC236}">
                    <a16:creationId xmlns:a16="http://schemas.microsoft.com/office/drawing/2014/main" id="{19109C17-AF6D-4476-A672-55EC71EF9A0D}"/>
                  </a:ext>
                </a:extLst>
              </p:cNvPr>
              <p:cNvSpPr>
                <a:spLocks noEditPoints="1"/>
              </p:cNvSpPr>
              <p:nvPr/>
            </p:nvSpPr>
            <p:spPr bwMode="auto">
              <a:xfrm>
                <a:off x="1311958" y="4151132"/>
                <a:ext cx="27700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1" name="Freeform 19">
                <a:extLst>
                  <a:ext uri="{FF2B5EF4-FFF2-40B4-BE49-F238E27FC236}">
                    <a16:creationId xmlns:a16="http://schemas.microsoft.com/office/drawing/2014/main" id="{81AC942F-911A-4CB3-9629-21F5E1B5FBC6}"/>
                  </a:ext>
                </a:extLst>
              </p:cNvPr>
              <p:cNvSpPr>
                <a:spLocks noEditPoints="1"/>
              </p:cNvSpPr>
              <p:nvPr/>
            </p:nvSpPr>
            <p:spPr bwMode="auto">
              <a:xfrm>
                <a:off x="1311958" y="3820986"/>
                <a:ext cx="19003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2" name="Freeform 20">
                <a:extLst>
                  <a:ext uri="{FF2B5EF4-FFF2-40B4-BE49-F238E27FC236}">
                    <a16:creationId xmlns:a16="http://schemas.microsoft.com/office/drawing/2014/main" id="{D9F382EA-F4E2-4501-BC82-C78D2C810BC9}"/>
                  </a:ext>
                </a:extLst>
              </p:cNvPr>
              <p:cNvSpPr>
                <a:spLocks noEditPoints="1"/>
              </p:cNvSpPr>
              <p:nvPr/>
            </p:nvSpPr>
            <p:spPr bwMode="auto">
              <a:xfrm>
                <a:off x="1907830" y="4064167"/>
                <a:ext cx="19164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3" name="Freeform 21">
                <a:extLst>
                  <a:ext uri="{FF2B5EF4-FFF2-40B4-BE49-F238E27FC236}">
                    <a16:creationId xmlns:a16="http://schemas.microsoft.com/office/drawing/2014/main" id="{F1ECB0E6-4452-4C42-BAAB-DC3E74C35AE2}"/>
                  </a:ext>
                </a:extLst>
              </p:cNvPr>
              <p:cNvSpPr>
                <a:spLocks noEditPoints="1"/>
              </p:cNvSpPr>
              <p:nvPr/>
            </p:nvSpPr>
            <p:spPr bwMode="auto">
              <a:xfrm>
                <a:off x="1820865" y="4151132"/>
                <a:ext cx="27861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4" name="Freeform 22">
                <a:extLst>
                  <a:ext uri="{FF2B5EF4-FFF2-40B4-BE49-F238E27FC236}">
                    <a16:creationId xmlns:a16="http://schemas.microsoft.com/office/drawing/2014/main" id="{4BAED771-D18E-4AB8-90C4-545B70E84253}"/>
                  </a:ext>
                </a:extLst>
              </p:cNvPr>
              <p:cNvSpPr>
                <a:spLocks noEditPoints="1"/>
              </p:cNvSpPr>
              <p:nvPr/>
            </p:nvSpPr>
            <p:spPr bwMode="auto">
              <a:xfrm>
                <a:off x="1907830" y="3820986"/>
                <a:ext cx="19164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5" name="Freeform 23">
                <a:extLst>
                  <a:ext uri="{FF2B5EF4-FFF2-40B4-BE49-F238E27FC236}">
                    <a16:creationId xmlns:a16="http://schemas.microsoft.com/office/drawing/2014/main" id="{9015FA6A-8E42-44EB-BD0B-B4F3C8124FCA}"/>
                  </a:ext>
                </a:extLst>
              </p:cNvPr>
              <p:cNvSpPr>
                <a:spLocks noEditPoints="1"/>
              </p:cNvSpPr>
              <p:nvPr/>
            </p:nvSpPr>
            <p:spPr bwMode="auto">
              <a:xfrm>
                <a:off x="1661428" y="3405486"/>
                <a:ext cx="600703" cy="594262"/>
              </a:xfrm>
              <a:custGeom>
                <a:avLst/>
                <a:gdLst>
                  <a:gd name="T0" fmla="*/ 105 w 158"/>
                  <a:gd name="T1" fmla="*/ 16 h 156"/>
                  <a:gd name="T2" fmla="*/ 140 w 158"/>
                  <a:gd name="T3" fmla="*/ 56 h 156"/>
                  <a:gd name="T4" fmla="*/ 56 w 158"/>
                  <a:gd name="T5" fmla="*/ 140 h 156"/>
                  <a:gd name="T6" fmla="*/ 17 w 158"/>
                  <a:gd name="T7" fmla="*/ 99 h 156"/>
                  <a:gd name="T8" fmla="*/ 105 w 158"/>
                  <a:gd name="T9" fmla="*/ 16 h 156"/>
                  <a:gd name="T10" fmla="*/ 105 w 158"/>
                  <a:gd name="T11" fmla="*/ 0 h 156"/>
                  <a:gd name="T12" fmla="*/ 94 w 158"/>
                  <a:gd name="T13" fmla="*/ 5 h 156"/>
                  <a:gd name="T14" fmla="*/ 6 w 158"/>
                  <a:gd name="T15" fmla="*/ 87 h 156"/>
                  <a:gd name="T16" fmla="*/ 5 w 158"/>
                  <a:gd name="T17" fmla="*/ 109 h 156"/>
                  <a:gd name="T18" fmla="*/ 44 w 158"/>
                  <a:gd name="T19" fmla="*/ 151 h 156"/>
                  <a:gd name="T20" fmla="*/ 55 w 158"/>
                  <a:gd name="T21" fmla="*/ 156 h 156"/>
                  <a:gd name="T22" fmla="*/ 56 w 158"/>
                  <a:gd name="T23" fmla="*/ 156 h 156"/>
                  <a:gd name="T24" fmla="*/ 67 w 158"/>
                  <a:gd name="T25" fmla="*/ 152 h 156"/>
                  <a:gd name="T26" fmla="*/ 151 w 158"/>
                  <a:gd name="T27" fmla="*/ 67 h 156"/>
                  <a:gd name="T28" fmla="*/ 152 w 158"/>
                  <a:gd name="T29" fmla="*/ 45 h 156"/>
                  <a:gd name="T30" fmla="*/ 117 w 158"/>
                  <a:gd name="T31" fmla="*/ 6 h 156"/>
                  <a:gd name="T32" fmla="*/ 105 w 158"/>
                  <a:gd name="T33" fmla="*/ 0 h 156"/>
                  <a:gd name="T34" fmla="*/ 105 w 158"/>
                  <a:gd name="T3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 h="156">
                    <a:moveTo>
                      <a:pt x="105" y="16"/>
                    </a:moveTo>
                    <a:cubicBezTo>
                      <a:pt x="140" y="56"/>
                      <a:pt x="140" y="56"/>
                      <a:pt x="140" y="56"/>
                    </a:cubicBezTo>
                    <a:cubicBezTo>
                      <a:pt x="56" y="140"/>
                      <a:pt x="56" y="140"/>
                      <a:pt x="56" y="140"/>
                    </a:cubicBezTo>
                    <a:cubicBezTo>
                      <a:pt x="17" y="99"/>
                      <a:pt x="17" y="99"/>
                      <a:pt x="17" y="99"/>
                    </a:cubicBezTo>
                    <a:cubicBezTo>
                      <a:pt x="105" y="16"/>
                      <a:pt x="105" y="16"/>
                      <a:pt x="105" y="16"/>
                    </a:cubicBezTo>
                    <a:moveTo>
                      <a:pt x="105" y="0"/>
                    </a:moveTo>
                    <a:cubicBezTo>
                      <a:pt x="101" y="0"/>
                      <a:pt x="97" y="2"/>
                      <a:pt x="94" y="5"/>
                    </a:cubicBezTo>
                    <a:cubicBezTo>
                      <a:pt x="6" y="87"/>
                      <a:pt x="6" y="87"/>
                      <a:pt x="6" y="87"/>
                    </a:cubicBezTo>
                    <a:cubicBezTo>
                      <a:pt x="0" y="93"/>
                      <a:pt x="0" y="103"/>
                      <a:pt x="5" y="109"/>
                    </a:cubicBezTo>
                    <a:cubicBezTo>
                      <a:pt x="44" y="151"/>
                      <a:pt x="44" y="151"/>
                      <a:pt x="44" y="151"/>
                    </a:cubicBezTo>
                    <a:cubicBezTo>
                      <a:pt x="47" y="154"/>
                      <a:pt x="51" y="156"/>
                      <a:pt x="55" y="156"/>
                    </a:cubicBezTo>
                    <a:cubicBezTo>
                      <a:pt x="55" y="156"/>
                      <a:pt x="56" y="156"/>
                      <a:pt x="56" y="156"/>
                    </a:cubicBezTo>
                    <a:cubicBezTo>
                      <a:pt x="60" y="156"/>
                      <a:pt x="64" y="155"/>
                      <a:pt x="67" y="152"/>
                    </a:cubicBezTo>
                    <a:cubicBezTo>
                      <a:pt x="151" y="67"/>
                      <a:pt x="151" y="67"/>
                      <a:pt x="151" y="67"/>
                    </a:cubicBezTo>
                    <a:cubicBezTo>
                      <a:pt x="157" y="61"/>
                      <a:pt x="158" y="52"/>
                      <a:pt x="152" y="45"/>
                    </a:cubicBezTo>
                    <a:cubicBezTo>
                      <a:pt x="117" y="6"/>
                      <a:pt x="117" y="6"/>
                      <a:pt x="117" y="6"/>
                    </a:cubicBezTo>
                    <a:cubicBezTo>
                      <a:pt x="114" y="3"/>
                      <a:pt x="110" y="1"/>
                      <a:pt x="105" y="0"/>
                    </a:cubicBezTo>
                    <a:cubicBezTo>
                      <a:pt x="105" y="0"/>
                      <a:pt x="105" y="0"/>
                      <a:pt x="105"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6" name="Freeform 24">
                <a:extLst>
                  <a:ext uri="{FF2B5EF4-FFF2-40B4-BE49-F238E27FC236}">
                    <a16:creationId xmlns:a16="http://schemas.microsoft.com/office/drawing/2014/main" id="{67CF42F9-44A5-43B1-8433-A9E6B4A6ADC5}"/>
                  </a:ext>
                </a:extLst>
              </p:cNvPr>
              <p:cNvSpPr>
                <a:spLocks noEditPoints="1"/>
              </p:cNvSpPr>
              <p:nvPr/>
            </p:nvSpPr>
            <p:spPr bwMode="auto">
              <a:xfrm>
                <a:off x="1555138" y="3790388"/>
                <a:ext cx="318872" cy="293105"/>
              </a:xfrm>
              <a:custGeom>
                <a:avLst/>
                <a:gdLst>
                  <a:gd name="T0" fmla="*/ 32 w 84"/>
                  <a:gd name="T1" fmla="*/ 16 h 77"/>
                  <a:gd name="T2" fmla="*/ 67 w 84"/>
                  <a:gd name="T3" fmla="*/ 50 h 77"/>
                  <a:gd name="T4" fmla="*/ 17 w 84"/>
                  <a:gd name="T5" fmla="*/ 61 h 77"/>
                  <a:gd name="T6" fmla="*/ 32 w 84"/>
                  <a:gd name="T7" fmla="*/ 16 h 77"/>
                  <a:gd name="T8" fmla="*/ 32 w 84"/>
                  <a:gd name="T9" fmla="*/ 0 h 77"/>
                  <a:gd name="T10" fmla="*/ 28 w 84"/>
                  <a:gd name="T11" fmla="*/ 1 h 77"/>
                  <a:gd name="T12" fmla="*/ 17 w 84"/>
                  <a:gd name="T13" fmla="*/ 11 h 77"/>
                  <a:gd name="T14" fmla="*/ 2 w 84"/>
                  <a:gd name="T15" fmla="*/ 56 h 77"/>
                  <a:gd name="T16" fmla="*/ 5 w 84"/>
                  <a:gd name="T17" fmla="*/ 72 h 77"/>
                  <a:gd name="T18" fmla="*/ 17 w 84"/>
                  <a:gd name="T19" fmla="*/ 77 h 77"/>
                  <a:gd name="T20" fmla="*/ 20 w 84"/>
                  <a:gd name="T21" fmla="*/ 76 h 77"/>
                  <a:gd name="T22" fmla="*/ 71 w 84"/>
                  <a:gd name="T23" fmla="*/ 65 h 77"/>
                  <a:gd name="T24" fmla="*/ 83 w 84"/>
                  <a:gd name="T25" fmla="*/ 54 h 77"/>
                  <a:gd name="T26" fmla="*/ 78 w 84"/>
                  <a:gd name="T27" fmla="*/ 38 h 77"/>
                  <a:gd name="T28" fmla="*/ 43 w 84"/>
                  <a:gd name="T29" fmla="*/ 5 h 77"/>
                  <a:gd name="T30" fmla="*/ 32 w 84"/>
                  <a:gd name="T3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77">
                    <a:moveTo>
                      <a:pt x="32" y="16"/>
                    </a:moveTo>
                    <a:cubicBezTo>
                      <a:pt x="67" y="50"/>
                      <a:pt x="67" y="50"/>
                      <a:pt x="67" y="50"/>
                    </a:cubicBezTo>
                    <a:cubicBezTo>
                      <a:pt x="17" y="61"/>
                      <a:pt x="17" y="61"/>
                      <a:pt x="17" y="61"/>
                    </a:cubicBezTo>
                    <a:cubicBezTo>
                      <a:pt x="32" y="16"/>
                      <a:pt x="32" y="16"/>
                      <a:pt x="32" y="16"/>
                    </a:cubicBezTo>
                    <a:moveTo>
                      <a:pt x="32" y="0"/>
                    </a:moveTo>
                    <a:cubicBezTo>
                      <a:pt x="31" y="0"/>
                      <a:pt x="29" y="0"/>
                      <a:pt x="28" y="1"/>
                    </a:cubicBezTo>
                    <a:cubicBezTo>
                      <a:pt x="23" y="2"/>
                      <a:pt x="18" y="6"/>
                      <a:pt x="17" y="11"/>
                    </a:cubicBezTo>
                    <a:cubicBezTo>
                      <a:pt x="2" y="56"/>
                      <a:pt x="2" y="56"/>
                      <a:pt x="2" y="56"/>
                    </a:cubicBezTo>
                    <a:cubicBezTo>
                      <a:pt x="0" y="61"/>
                      <a:pt x="1" y="67"/>
                      <a:pt x="5" y="72"/>
                    </a:cubicBezTo>
                    <a:cubicBezTo>
                      <a:pt x="8" y="75"/>
                      <a:pt x="12" y="77"/>
                      <a:pt x="17" y="77"/>
                    </a:cubicBezTo>
                    <a:cubicBezTo>
                      <a:pt x="18" y="77"/>
                      <a:pt x="19" y="77"/>
                      <a:pt x="20" y="76"/>
                    </a:cubicBezTo>
                    <a:cubicBezTo>
                      <a:pt x="71" y="65"/>
                      <a:pt x="71" y="65"/>
                      <a:pt x="71" y="65"/>
                    </a:cubicBezTo>
                    <a:cubicBezTo>
                      <a:pt x="77" y="64"/>
                      <a:pt x="81" y="59"/>
                      <a:pt x="83" y="54"/>
                    </a:cubicBezTo>
                    <a:cubicBezTo>
                      <a:pt x="84" y="48"/>
                      <a:pt x="83" y="42"/>
                      <a:pt x="78" y="38"/>
                    </a:cubicBezTo>
                    <a:cubicBezTo>
                      <a:pt x="43" y="5"/>
                      <a:pt x="43" y="5"/>
                      <a:pt x="43" y="5"/>
                    </a:cubicBezTo>
                    <a:cubicBezTo>
                      <a:pt x="40" y="2"/>
                      <a:pt x="36" y="0"/>
                      <a:pt x="32"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7" name="Freeform 25">
                <a:extLst>
                  <a:ext uri="{FF2B5EF4-FFF2-40B4-BE49-F238E27FC236}">
                    <a16:creationId xmlns:a16="http://schemas.microsoft.com/office/drawing/2014/main" id="{024383A2-15A9-46AB-9836-B440A160DEB9}"/>
                  </a:ext>
                </a:extLst>
              </p:cNvPr>
              <p:cNvSpPr>
                <a:spLocks/>
              </p:cNvSpPr>
              <p:nvPr/>
            </p:nvSpPr>
            <p:spPr bwMode="auto">
              <a:xfrm>
                <a:off x="1371545" y="3642225"/>
                <a:ext cx="69249" cy="148163"/>
              </a:xfrm>
              <a:custGeom>
                <a:avLst/>
                <a:gdLst>
                  <a:gd name="T0" fmla="*/ 0 w 43"/>
                  <a:gd name="T1" fmla="*/ 0 h 92"/>
                  <a:gd name="T2" fmla="*/ 43 w 43"/>
                  <a:gd name="T3" fmla="*/ 0 h 92"/>
                  <a:gd name="T4" fmla="*/ 43 w 43"/>
                  <a:gd name="T5" fmla="*/ 92 h 92"/>
                  <a:gd name="T6" fmla="*/ 0 w 43"/>
                  <a:gd name="T7" fmla="*/ 92 h 92"/>
                  <a:gd name="T8" fmla="*/ 0 w 43"/>
                  <a:gd name="T9" fmla="*/ 0 h 92"/>
                  <a:gd name="T10" fmla="*/ 0 w 43"/>
                  <a:gd name="T11" fmla="*/ 0 h 92"/>
                </a:gdLst>
                <a:ahLst/>
                <a:cxnLst>
                  <a:cxn ang="0">
                    <a:pos x="T0" y="T1"/>
                  </a:cxn>
                  <a:cxn ang="0">
                    <a:pos x="T2" y="T3"/>
                  </a:cxn>
                  <a:cxn ang="0">
                    <a:pos x="T4" y="T5"/>
                  </a:cxn>
                  <a:cxn ang="0">
                    <a:pos x="T6" y="T7"/>
                  </a:cxn>
                  <a:cxn ang="0">
                    <a:pos x="T8" y="T9"/>
                  </a:cxn>
                  <a:cxn ang="0">
                    <a:pos x="T10" y="T11"/>
                  </a:cxn>
                </a:cxnLst>
                <a:rect l="0" t="0" r="r" b="b"/>
                <a:pathLst>
                  <a:path w="43" h="92">
                    <a:moveTo>
                      <a:pt x="0" y="0"/>
                    </a:moveTo>
                    <a:lnTo>
                      <a:pt x="43" y="0"/>
                    </a:lnTo>
                    <a:lnTo>
                      <a:pt x="43" y="92"/>
                    </a:lnTo>
                    <a:lnTo>
                      <a:pt x="0" y="92"/>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8" name="Freeform 26">
                <a:extLst>
                  <a:ext uri="{FF2B5EF4-FFF2-40B4-BE49-F238E27FC236}">
                    <a16:creationId xmlns:a16="http://schemas.microsoft.com/office/drawing/2014/main" id="{CBBC424F-E267-4294-AC7B-C2A365F10E51}"/>
                  </a:ext>
                </a:extLst>
              </p:cNvPr>
              <p:cNvSpPr>
                <a:spLocks/>
              </p:cNvSpPr>
              <p:nvPr/>
            </p:nvSpPr>
            <p:spPr bwMode="auto">
              <a:xfrm>
                <a:off x="1371545" y="3642225"/>
                <a:ext cx="156215" cy="59588"/>
              </a:xfrm>
              <a:custGeom>
                <a:avLst/>
                <a:gdLst>
                  <a:gd name="T0" fmla="*/ 0 w 97"/>
                  <a:gd name="T1" fmla="*/ 0 h 37"/>
                  <a:gd name="T2" fmla="*/ 97 w 97"/>
                  <a:gd name="T3" fmla="*/ 0 h 37"/>
                  <a:gd name="T4" fmla="*/ 97 w 97"/>
                  <a:gd name="T5" fmla="*/ 37 h 37"/>
                  <a:gd name="T6" fmla="*/ 0 w 97"/>
                  <a:gd name="T7" fmla="*/ 37 h 37"/>
                  <a:gd name="T8" fmla="*/ 0 w 97"/>
                  <a:gd name="T9" fmla="*/ 0 h 37"/>
                  <a:gd name="T10" fmla="*/ 0 w 97"/>
                  <a:gd name="T11" fmla="*/ 0 h 37"/>
                </a:gdLst>
                <a:ahLst/>
                <a:cxnLst>
                  <a:cxn ang="0">
                    <a:pos x="T0" y="T1"/>
                  </a:cxn>
                  <a:cxn ang="0">
                    <a:pos x="T2" y="T3"/>
                  </a:cxn>
                  <a:cxn ang="0">
                    <a:pos x="T4" y="T5"/>
                  </a:cxn>
                  <a:cxn ang="0">
                    <a:pos x="T6" y="T7"/>
                  </a:cxn>
                  <a:cxn ang="0">
                    <a:pos x="T8" y="T9"/>
                  </a:cxn>
                  <a:cxn ang="0">
                    <a:pos x="T10" y="T11"/>
                  </a:cxn>
                </a:cxnLst>
                <a:rect l="0" t="0" r="r" b="b"/>
                <a:pathLst>
                  <a:path w="97" h="37">
                    <a:moveTo>
                      <a:pt x="0" y="0"/>
                    </a:moveTo>
                    <a:lnTo>
                      <a:pt x="97" y="0"/>
                    </a:lnTo>
                    <a:lnTo>
                      <a:pt x="97" y="37"/>
                    </a:lnTo>
                    <a:lnTo>
                      <a:pt x="0" y="37"/>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9" name="Freeform 27">
                <a:extLst>
                  <a:ext uri="{FF2B5EF4-FFF2-40B4-BE49-F238E27FC236}">
                    <a16:creationId xmlns:a16="http://schemas.microsoft.com/office/drawing/2014/main" id="{E10F5550-7A5C-4D04-AF81-314FA07D9743}"/>
                  </a:ext>
                </a:extLst>
              </p:cNvPr>
              <p:cNvSpPr>
                <a:spLocks/>
              </p:cNvSpPr>
              <p:nvPr/>
            </p:nvSpPr>
            <p:spPr bwMode="auto">
              <a:xfrm>
                <a:off x="1622777" y="3642225"/>
                <a:ext cx="161046" cy="59588"/>
              </a:xfrm>
              <a:custGeom>
                <a:avLst/>
                <a:gdLst>
                  <a:gd name="T0" fmla="*/ 0 w 100"/>
                  <a:gd name="T1" fmla="*/ 37 h 37"/>
                  <a:gd name="T2" fmla="*/ 0 w 100"/>
                  <a:gd name="T3" fmla="*/ 0 h 37"/>
                  <a:gd name="T4" fmla="*/ 100 w 100"/>
                  <a:gd name="T5" fmla="*/ 0 h 37"/>
                  <a:gd name="T6" fmla="*/ 64 w 100"/>
                  <a:gd name="T7" fmla="*/ 37 h 37"/>
                  <a:gd name="T8" fmla="*/ 0 w 100"/>
                  <a:gd name="T9" fmla="*/ 37 h 37"/>
                  <a:gd name="T10" fmla="*/ 0 w 100"/>
                  <a:gd name="T11" fmla="*/ 37 h 37"/>
                  <a:gd name="T12" fmla="*/ 0 w 100"/>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100" h="37">
                    <a:moveTo>
                      <a:pt x="0" y="37"/>
                    </a:moveTo>
                    <a:lnTo>
                      <a:pt x="0" y="0"/>
                    </a:lnTo>
                    <a:lnTo>
                      <a:pt x="100" y="0"/>
                    </a:lnTo>
                    <a:lnTo>
                      <a:pt x="64" y="37"/>
                    </a:lnTo>
                    <a:lnTo>
                      <a:pt x="0" y="37"/>
                    </a:lnTo>
                    <a:lnTo>
                      <a:pt x="0" y="37"/>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0" name="Freeform 28">
                <a:extLst>
                  <a:ext uri="{FF2B5EF4-FFF2-40B4-BE49-F238E27FC236}">
                    <a16:creationId xmlns:a16="http://schemas.microsoft.com/office/drawing/2014/main" id="{C84E9659-ABE6-4728-B9E2-CF1DABABE7FE}"/>
                  </a:ext>
                </a:extLst>
              </p:cNvPr>
              <p:cNvSpPr>
                <a:spLocks/>
              </p:cNvSpPr>
              <p:nvPr/>
            </p:nvSpPr>
            <p:spPr bwMode="auto">
              <a:xfrm>
                <a:off x="1622777" y="4212330"/>
                <a:ext cx="161046" cy="72471"/>
              </a:xfrm>
              <a:custGeom>
                <a:avLst/>
                <a:gdLst>
                  <a:gd name="T0" fmla="*/ 0 w 100"/>
                  <a:gd name="T1" fmla="*/ 0 h 45"/>
                  <a:gd name="T2" fmla="*/ 100 w 100"/>
                  <a:gd name="T3" fmla="*/ 0 h 45"/>
                  <a:gd name="T4" fmla="*/ 100 w 100"/>
                  <a:gd name="T5" fmla="*/ 45 h 45"/>
                  <a:gd name="T6" fmla="*/ 0 w 100"/>
                  <a:gd name="T7" fmla="*/ 45 h 45"/>
                  <a:gd name="T8" fmla="*/ 0 w 100"/>
                  <a:gd name="T9" fmla="*/ 0 h 45"/>
                  <a:gd name="T10" fmla="*/ 0 w 100"/>
                  <a:gd name="T11" fmla="*/ 0 h 45"/>
                </a:gdLst>
                <a:ahLst/>
                <a:cxnLst>
                  <a:cxn ang="0">
                    <a:pos x="T0" y="T1"/>
                  </a:cxn>
                  <a:cxn ang="0">
                    <a:pos x="T2" y="T3"/>
                  </a:cxn>
                  <a:cxn ang="0">
                    <a:pos x="T4" y="T5"/>
                  </a:cxn>
                  <a:cxn ang="0">
                    <a:pos x="T6" y="T7"/>
                  </a:cxn>
                  <a:cxn ang="0">
                    <a:pos x="T8" y="T9"/>
                  </a:cxn>
                  <a:cxn ang="0">
                    <a:pos x="T10" y="T11"/>
                  </a:cxn>
                </a:cxnLst>
                <a:rect l="0" t="0" r="r" b="b"/>
                <a:pathLst>
                  <a:path w="100" h="45">
                    <a:moveTo>
                      <a:pt x="0" y="0"/>
                    </a:moveTo>
                    <a:lnTo>
                      <a:pt x="100" y="0"/>
                    </a:lnTo>
                    <a:lnTo>
                      <a:pt x="100"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1" name="Freeform 29">
                <a:extLst>
                  <a:ext uri="{FF2B5EF4-FFF2-40B4-BE49-F238E27FC236}">
                    <a16:creationId xmlns:a16="http://schemas.microsoft.com/office/drawing/2014/main" id="{916FD9E1-4B27-47DC-BD7B-069CB432303C}"/>
                  </a:ext>
                </a:extLst>
              </p:cNvPr>
              <p:cNvSpPr>
                <a:spLocks/>
              </p:cNvSpPr>
              <p:nvPr/>
            </p:nvSpPr>
            <p:spPr bwMode="auto">
              <a:xfrm>
                <a:off x="1371545"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2" name="Freeform 30">
                <a:extLst>
                  <a:ext uri="{FF2B5EF4-FFF2-40B4-BE49-F238E27FC236}">
                    <a16:creationId xmlns:a16="http://schemas.microsoft.com/office/drawing/2014/main" id="{B4BE53A6-C202-4DAE-812F-04AC26C7D3EF}"/>
                  </a:ext>
                </a:extLst>
              </p:cNvPr>
              <p:cNvSpPr>
                <a:spLocks/>
              </p:cNvSpPr>
              <p:nvPr/>
            </p:nvSpPr>
            <p:spPr bwMode="auto">
              <a:xfrm>
                <a:off x="1371545"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3" name="Freeform 31">
                <a:extLst>
                  <a:ext uri="{FF2B5EF4-FFF2-40B4-BE49-F238E27FC236}">
                    <a16:creationId xmlns:a16="http://schemas.microsoft.com/office/drawing/2014/main" id="{F246C574-3DC7-4E89-8F0D-9001EDC8B76B}"/>
                  </a:ext>
                </a:extLst>
              </p:cNvPr>
              <p:cNvSpPr>
                <a:spLocks/>
              </p:cNvSpPr>
              <p:nvPr/>
            </p:nvSpPr>
            <p:spPr bwMode="auto">
              <a:xfrm>
                <a:off x="1371545"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4" name="Freeform 32">
                <a:extLst>
                  <a:ext uri="{FF2B5EF4-FFF2-40B4-BE49-F238E27FC236}">
                    <a16:creationId xmlns:a16="http://schemas.microsoft.com/office/drawing/2014/main" id="{BB0DA318-2CD7-4778-97E0-E0DF3F1EDECE}"/>
                  </a:ext>
                </a:extLst>
              </p:cNvPr>
              <p:cNvSpPr>
                <a:spLocks/>
              </p:cNvSpPr>
              <p:nvPr/>
            </p:nvSpPr>
            <p:spPr bwMode="auto">
              <a:xfrm>
                <a:off x="1969027"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5" name="Freeform 33">
                <a:extLst>
                  <a:ext uri="{FF2B5EF4-FFF2-40B4-BE49-F238E27FC236}">
                    <a16:creationId xmlns:a16="http://schemas.microsoft.com/office/drawing/2014/main" id="{A1AF9A78-9612-4282-8B72-B07DA777B19E}"/>
                  </a:ext>
                </a:extLst>
              </p:cNvPr>
              <p:cNvSpPr>
                <a:spLocks/>
              </p:cNvSpPr>
              <p:nvPr/>
            </p:nvSpPr>
            <p:spPr bwMode="auto">
              <a:xfrm>
                <a:off x="1882062"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6" name="Freeform 34">
                <a:extLst>
                  <a:ext uri="{FF2B5EF4-FFF2-40B4-BE49-F238E27FC236}">
                    <a16:creationId xmlns:a16="http://schemas.microsoft.com/office/drawing/2014/main" id="{5942A584-5791-42D4-BE98-AA5043743485}"/>
                  </a:ext>
                </a:extLst>
              </p:cNvPr>
              <p:cNvSpPr>
                <a:spLocks/>
              </p:cNvSpPr>
              <p:nvPr/>
            </p:nvSpPr>
            <p:spPr bwMode="auto">
              <a:xfrm>
                <a:off x="1969027"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7" name="Freeform 35">
                <a:extLst>
                  <a:ext uri="{FF2B5EF4-FFF2-40B4-BE49-F238E27FC236}">
                    <a16:creationId xmlns:a16="http://schemas.microsoft.com/office/drawing/2014/main" id="{6FEBF141-B9BB-46D8-8EAC-1E8BE7F3F09B}"/>
                  </a:ext>
                </a:extLst>
              </p:cNvPr>
              <p:cNvSpPr>
                <a:spLocks/>
              </p:cNvSpPr>
              <p:nvPr/>
            </p:nvSpPr>
            <p:spPr bwMode="auto">
              <a:xfrm>
                <a:off x="1725847" y="3466684"/>
                <a:ext cx="468645" cy="471867"/>
              </a:xfrm>
              <a:custGeom>
                <a:avLst/>
                <a:gdLst>
                  <a:gd name="T0" fmla="*/ 208 w 291"/>
                  <a:gd name="T1" fmla="*/ 0 h 293"/>
                  <a:gd name="T2" fmla="*/ 0 w 291"/>
                  <a:gd name="T3" fmla="*/ 196 h 293"/>
                  <a:gd name="T4" fmla="*/ 92 w 291"/>
                  <a:gd name="T5" fmla="*/ 293 h 293"/>
                  <a:gd name="T6" fmla="*/ 291 w 291"/>
                  <a:gd name="T7" fmla="*/ 94 h 293"/>
                  <a:gd name="T8" fmla="*/ 208 w 291"/>
                  <a:gd name="T9" fmla="*/ 0 h 293"/>
                  <a:gd name="T10" fmla="*/ 208 w 291"/>
                  <a:gd name="T11" fmla="*/ 0 h 293"/>
                  <a:gd name="T12" fmla="*/ 208 w 291"/>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91" h="293">
                    <a:moveTo>
                      <a:pt x="208" y="0"/>
                    </a:moveTo>
                    <a:lnTo>
                      <a:pt x="0" y="196"/>
                    </a:lnTo>
                    <a:lnTo>
                      <a:pt x="92" y="293"/>
                    </a:lnTo>
                    <a:lnTo>
                      <a:pt x="291" y="94"/>
                    </a:lnTo>
                    <a:lnTo>
                      <a:pt x="208" y="0"/>
                    </a:lnTo>
                    <a:lnTo>
                      <a:pt x="208" y="0"/>
                    </a:lnTo>
                    <a:lnTo>
                      <a:pt x="20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8" name="Freeform 36">
                <a:extLst>
                  <a:ext uri="{FF2B5EF4-FFF2-40B4-BE49-F238E27FC236}">
                    <a16:creationId xmlns:a16="http://schemas.microsoft.com/office/drawing/2014/main" id="{8E06B4B8-B73A-41C4-BC84-349F7E2A0913}"/>
                  </a:ext>
                </a:extLst>
              </p:cNvPr>
              <p:cNvSpPr>
                <a:spLocks/>
              </p:cNvSpPr>
              <p:nvPr/>
            </p:nvSpPr>
            <p:spPr bwMode="auto">
              <a:xfrm>
                <a:off x="1619556" y="3849975"/>
                <a:ext cx="190035" cy="172320"/>
              </a:xfrm>
              <a:custGeom>
                <a:avLst/>
                <a:gdLst>
                  <a:gd name="T0" fmla="*/ 35 w 118"/>
                  <a:gd name="T1" fmla="*/ 0 h 107"/>
                  <a:gd name="T2" fmla="*/ 0 w 118"/>
                  <a:gd name="T3" fmla="*/ 107 h 107"/>
                  <a:gd name="T4" fmla="*/ 118 w 118"/>
                  <a:gd name="T5" fmla="*/ 81 h 107"/>
                  <a:gd name="T6" fmla="*/ 35 w 118"/>
                  <a:gd name="T7" fmla="*/ 0 h 107"/>
                  <a:gd name="T8" fmla="*/ 35 w 118"/>
                  <a:gd name="T9" fmla="*/ 0 h 107"/>
                  <a:gd name="T10" fmla="*/ 35 w 118"/>
                  <a:gd name="T11" fmla="*/ 0 h 107"/>
                </a:gdLst>
                <a:ahLst/>
                <a:cxnLst>
                  <a:cxn ang="0">
                    <a:pos x="T0" y="T1"/>
                  </a:cxn>
                  <a:cxn ang="0">
                    <a:pos x="T2" y="T3"/>
                  </a:cxn>
                  <a:cxn ang="0">
                    <a:pos x="T4" y="T5"/>
                  </a:cxn>
                  <a:cxn ang="0">
                    <a:pos x="T6" y="T7"/>
                  </a:cxn>
                  <a:cxn ang="0">
                    <a:pos x="T8" y="T9"/>
                  </a:cxn>
                  <a:cxn ang="0">
                    <a:pos x="T10" y="T11"/>
                  </a:cxn>
                </a:cxnLst>
                <a:rect l="0" t="0" r="r" b="b"/>
                <a:pathLst>
                  <a:path w="118" h="107">
                    <a:moveTo>
                      <a:pt x="35" y="0"/>
                    </a:moveTo>
                    <a:lnTo>
                      <a:pt x="0" y="107"/>
                    </a:lnTo>
                    <a:lnTo>
                      <a:pt x="118" y="81"/>
                    </a:lnTo>
                    <a:lnTo>
                      <a:pt x="35" y="0"/>
                    </a:lnTo>
                    <a:lnTo>
                      <a:pt x="35" y="0"/>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7C93031B-F06C-433E-87D1-6F0F3294C852}"/>
                  </a:ext>
                </a:extLst>
              </p:cNvPr>
              <p:cNvSpPr txBox="1"/>
              <p:nvPr/>
            </p:nvSpPr>
            <p:spPr>
              <a:xfrm>
                <a:off x="5452231" y="5279000"/>
                <a:ext cx="16835457" cy="3063724"/>
              </a:xfrm>
              <a:prstGeom prst="rect">
                <a:avLst/>
              </a:prstGeom>
              <a:noFill/>
            </p:spPr>
            <p:txBody>
              <a:bodyPr wrap="square">
                <a:spAutoFit/>
              </a:bodyPr>
              <a:lstStyle/>
              <a:p>
                <a:r>
                  <a:rPr lang="en-US" sz="4800" b="1">
                    <a:latin typeface="Tahoma" panose="020B0604030504040204" pitchFamily="34" charset="0"/>
                    <a:ea typeface="Tahoma" panose="020B0604030504040204" pitchFamily="34" charset="0"/>
                    <a:cs typeface="Tahoma" panose="020B0604030504040204" pitchFamily="34" charset="0"/>
                  </a:rPr>
                  <a:t>Cho hai câu sau</a:t>
                </a:r>
              </a:p>
              <a:p>
                <a14:m>
                  <m:oMath xmlns:m="http://schemas.openxmlformats.org/officeDocument/2006/math">
                    <m:r>
                      <a:rPr lang="en-US" sz="4800" b="1" i="1">
                        <a:latin typeface="Cambria Math" panose="02040503050406030204" pitchFamily="18" charset="0"/>
                      </a:rPr>
                      <m:t>𝑷</m:t>
                    </m:r>
                  </m:oMath>
                </a14:m>
                <a:r>
                  <a:rPr lang="en-US" sz="4800" b="1">
                    <a:latin typeface="Tahoma" panose="020B0604030504040204" pitchFamily="34" charset="0"/>
                    <a:ea typeface="Tahoma" panose="020B0604030504040204" pitchFamily="34" charset="0"/>
                    <a:cs typeface="Tahoma" panose="020B0604030504040204" pitchFamily="34" charset="0"/>
                  </a:rPr>
                  <a:t>: “ Tam giác </a:t>
                </a:r>
                <a14:m>
                  <m:oMath xmlns:m="http://schemas.openxmlformats.org/officeDocument/2006/math">
                    <m:r>
                      <a:rPr lang="en-US" sz="4800" b="1" i="1">
                        <a:latin typeface="Cambria Math" panose="02040503050406030204" pitchFamily="18" charset="0"/>
                      </a:rPr>
                      <m:t>𝑨𝑩𝑪</m:t>
                    </m:r>
                  </m:oMath>
                </a14:m>
                <a:r>
                  <a:rPr lang="en-US" sz="4800" b="1">
                    <a:latin typeface="Tahoma" panose="020B0604030504040204" pitchFamily="34" charset="0"/>
                    <a:ea typeface="Tahoma" panose="020B0604030504040204" pitchFamily="34" charset="0"/>
                    <a:cs typeface="Tahoma" panose="020B0604030504040204" pitchFamily="34" charset="0"/>
                  </a:rPr>
                  <a:t> là tam giác vuông tại </a:t>
                </a:r>
                <a14:m>
                  <m:oMath xmlns:m="http://schemas.openxmlformats.org/officeDocument/2006/math">
                    <m:r>
                      <a:rPr lang="en-US" sz="4800" b="1" i="1">
                        <a:latin typeface="Cambria Math" panose="02040503050406030204" pitchFamily="18" charset="0"/>
                      </a:rPr>
                      <m:t>𝑨</m:t>
                    </m:r>
                  </m:oMath>
                </a14:m>
                <a:r>
                  <a:rPr lang="en-US" sz="4800" b="1">
                    <a:latin typeface="Tahoma" panose="020B0604030504040204" pitchFamily="34" charset="0"/>
                    <a:ea typeface="Tahoma" panose="020B0604030504040204" pitchFamily="34" charset="0"/>
                    <a:cs typeface="Tahoma" panose="020B0604030504040204" pitchFamily="34" charset="0"/>
                  </a:rPr>
                  <a:t>”; </a:t>
                </a:r>
              </a:p>
              <a:p>
                <a14:m>
                  <m:oMath xmlns:m="http://schemas.openxmlformats.org/officeDocument/2006/math">
                    <m:r>
                      <a:rPr lang="en-US" sz="4800" b="1" i="1">
                        <a:latin typeface="Cambria Math" panose="02040503050406030204" pitchFamily="18" charset="0"/>
                      </a:rPr>
                      <m:t>𝑸</m:t>
                    </m:r>
                  </m:oMath>
                </a14:m>
                <a:r>
                  <a:rPr lang="en-US" sz="4800" b="1">
                    <a:latin typeface="Tahoma" panose="020B0604030504040204" pitchFamily="34" charset="0"/>
                    <a:ea typeface="Tahoma" panose="020B0604030504040204" pitchFamily="34" charset="0"/>
                    <a:cs typeface="Tahoma" panose="020B0604030504040204" pitchFamily="34" charset="0"/>
                  </a:rPr>
                  <a:t>: “ Tam giác </a:t>
                </a:r>
                <a14:m>
                  <m:oMath xmlns:m="http://schemas.openxmlformats.org/officeDocument/2006/math">
                    <m:r>
                      <a:rPr lang="en-US" sz="4800" b="1" i="1">
                        <a:latin typeface="Cambria Math" panose="02040503050406030204" pitchFamily="18" charset="0"/>
                      </a:rPr>
                      <m:t>𝑨𝑩𝑪</m:t>
                    </m:r>
                  </m:oMath>
                </a14:m>
                <a:r>
                  <a:rPr lang="en-US" sz="4800" b="1">
                    <a:latin typeface="Tahoma" panose="020B0604030504040204" pitchFamily="34" charset="0"/>
                    <a:ea typeface="Tahoma" panose="020B0604030504040204" pitchFamily="34" charset="0"/>
                    <a:cs typeface="Tahoma" panose="020B0604030504040204" pitchFamily="34" charset="0"/>
                  </a:rPr>
                  <a:t> có </a:t>
                </a:r>
                <a14:m>
                  <m:oMath xmlns:m="http://schemas.openxmlformats.org/officeDocument/2006/math">
                    <m:r>
                      <a:rPr lang="en-US" sz="4800" b="1" i="1">
                        <a:latin typeface="Cambria Math" panose="02040503050406030204" pitchFamily="18" charset="0"/>
                      </a:rPr>
                      <m:t>𝑨</m:t>
                    </m:r>
                    <m:sSup>
                      <m:sSupPr>
                        <m:ctrlPr>
                          <a:rPr lang="en-US" sz="4800" b="1" i="1">
                            <a:latin typeface="Cambria Math" panose="02040503050406030204" pitchFamily="18" charset="0"/>
                          </a:rPr>
                        </m:ctrlPr>
                      </m:sSupPr>
                      <m:e>
                        <m:r>
                          <a:rPr lang="en-US" sz="4800" b="1" i="1">
                            <a:latin typeface="Cambria Math" panose="02040503050406030204" pitchFamily="18" charset="0"/>
                          </a:rPr>
                          <m:t>𝑩</m:t>
                        </m:r>
                      </m:e>
                      <m:sup>
                        <m:r>
                          <a:rPr lang="en-US" sz="4800" b="1" i="1">
                            <a:latin typeface="Cambria Math" panose="02040503050406030204" pitchFamily="18" charset="0"/>
                          </a:rPr>
                          <m:t>𝟐</m:t>
                        </m:r>
                      </m:sup>
                    </m:sSup>
                    <m:r>
                      <a:rPr lang="en-US" sz="4800" b="1" i="1">
                        <a:latin typeface="Cambria Math" panose="02040503050406030204" pitchFamily="18" charset="0"/>
                      </a:rPr>
                      <m:t>+</m:t>
                    </m:r>
                    <m:r>
                      <a:rPr lang="en-US" sz="4800" b="1" i="1">
                        <a:latin typeface="Cambria Math" panose="02040503050406030204" pitchFamily="18" charset="0"/>
                      </a:rPr>
                      <m:t>𝑨</m:t>
                    </m:r>
                    <m:sSup>
                      <m:sSupPr>
                        <m:ctrlPr>
                          <a:rPr lang="en-US" sz="4800" b="1" i="1">
                            <a:latin typeface="Cambria Math" panose="02040503050406030204" pitchFamily="18" charset="0"/>
                          </a:rPr>
                        </m:ctrlPr>
                      </m:sSupPr>
                      <m:e>
                        <m:r>
                          <a:rPr lang="en-US" sz="4800" b="1" i="1">
                            <a:latin typeface="Cambria Math" panose="02040503050406030204" pitchFamily="18" charset="0"/>
                          </a:rPr>
                          <m:t>𝑪</m:t>
                        </m:r>
                      </m:e>
                      <m:sup>
                        <m:r>
                          <a:rPr lang="en-US" sz="4800" b="1" i="1">
                            <a:latin typeface="Cambria Math" panose="02040503050406030204" pitchFamily="18" charset="0"/>
                          </a:rPr>
                          <m:t>𝟐</m:t>
                        </m:r>
                      </m:sup>
                    </m:sSup>
                    <m:r>
                      <a:rPr lang="en-US" sz="4800" b="1" i="1">
                        <a:latin typeface="Cambria Math" panose="02040503050406030204" pitchFamily="18" charset="0"/>
                      </a:rPr>
                      <m:t>=</m:t>
                    </m:r>
                    <m:r>
                      <a:rPr lang="en-US" sz="4800" b="1" i="1">
                        <a:latin typeface="Cambria Math" panose="02040503050406030204" pitchFamily="18" charset="0"/>
                      </a:rPr>
                      <m:t>𝑩</m:t>
                    </m:r>
                    <m:sSup>
                      <m:sSupPr>
                        <m:ctrlPr>
                          <a:rPr lang="en-US" sz="4800" b="1" i="1">
                            <a:latin typeface="Cambria Math" panose="02040503050406030204" pitchFamily="18" charset="0"/>
                          </a:rPr>
                        </m:ctrlPr>
                      </m:sSupPr>
                      <m:e>
                        <m:r>
                          <a:rPr lang="en-US" sz="4800" b="1" i="1">
                            <a:latin typeface="Cambria Math" panose="02040503050406030204" pitchFamily="18" charset="0"/>
                          </a:rPr>
                          <m:t>𝑪</m:t>
                        </m:r>
                      </m:e>
                      <m:sup>
                        <m:r>
                          <a:rPr lang="en-US" sz="4800" b="1" i="1">
                            <a:latin typeface="Cambria Math" panose="02040503050406030204" pitchFamily="18" charset="0"/>
                          </a:rPr>
                          <m:t>𝟐</m:t>
                        </m:r>
                      </m:sup>
                    </m:sSup>
                  </m:oMath>
                </a14:m>
                <a:r>
                  <a:rPr lang="en-US" sz="4800" b="1">
                    <a:latin typeface="Tahoma" panose="020B0604030504040204" pitchFamily="34" charset="0"/>
                    <a:ea typeface="Tahoma" panose="020B0604030504040204" pitchFamily="34" charset="0"/>
                    <a:cs typeface="Tahoma" panose="020B0604030504040204" pitchFamily="34" charset="0"/>
                  </a:rPr>
                  <a:t>”. </a:t>
                </a:r>
              </a:p>
              <a:p>
                <a:r>
                  <a:rPr lang="en-US" sz="4800" b="1">
                    <a:latin typeface="Tahoma" panose="020B0604030504040204" pitchFamily="34" charset="0"/>
                    <a:ea typeface="Tahoma" panose="020B0604030504040204" pitchFamily="34" charset="0"/>
                    <a:cs typeface="Tahoma" panose="020B0604030504040204" pitchFamily="34" charset="0"/>
                  </a:rPr>
                  <a:t>Hãy phát biểu câu ghép có dạng “ Nếu </a:t>
                </a:r>
                <a14:m>
                  <m:oMath xmlns:m="http://schemas.openxmlformats.org/officeDocument/2006/math">
                    <m:r>
                      <a:rPr lang="en-US" sz="4800" b="1" i="1">
                        <a:latin typeface="Cambria Math" panose="02040503050406030204" pitchFamily="18" charset="0"/>
                      </a:rPr>
                      <m:t>𝑷</m:t>
                    </m:r>
                  </m:oMath>
                </a14:m>
                <a:r>
                  <a:rPr lang="en-US" sz="4800" b="1">
                    <a:latin typeface="Tahoma" panose="020B0604030504040204" pitchFamily="34" charset="0"/>
                    <a:ea typeface="Tahoma" panose="020B0604030504040204" pitchFamily="34" charset="0"/>
                    <a:cs typeface="Tahoma" panose="020B0604030504040204" pitchFamily="34" charset="0"/>
                  </a:rPr>
                  <a:t> thì </a:t>
                </a:r>
                <a14:m>
                  <m:oMath xmlns:m="http://schemas.openxmlformats.org/officeDocument/2006/math">
                    <m:r>
                      <a:rPr lang="en-US" sz="4800" b="1" i="1">
                        <a:latin typeface="Cambria Math" panose="02040503050406030204" pitchFamily="18" charset="0"/>
                      </a:rPr>
                      <m:t>𝑸</m:t>
                    </m:r>
                  </m:oMath>
                </a14:m>
                <a:r>
                  <a:rPr lang="en-US" sz="4800" b="1">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79" name="TextBox 78">
                <a:extLst>
                  <a:ext uri="{FF2B5EF4-FFF2-40B4-BE49-F238E27FC236}">
                    <a16:creationId xmlns:a16="http://schemas.microsoft.com/office/drawing/2014/main" id="{7C93031B-F06C-433E-87D1-6F0F3294C852}"/>
                  </a:ext>
                </a:extLst>
              </p:cNvPr>
              <p:cNvSpPr txBox="1">
                <a:spLocks noRot="1" noChangeAspect="1" noMove="1" noResize="1" noEditPoints="1" noAdjustHandles="1" noChangeArrowheads="1" noChangeShapeType="1" noTextEdit="1"/>
              </p:cNvSpPr>
              <p:nvPr/>
            </p:nvSpPr>
            <p:spPr>
              <a:xfrm>
                <a:off x="5452231" y="5279000"/>
                <a:ext cx="16835457" cy="3063724"/>
              </a:xfrm>
              <a:prstGeom prst="rect">
                <a:avLst/>
              </a:prstGeom>
              <a:blipFill>
                <a:blip r:embed="rId4"/>
                <a:stretch>
                  <a:fillRect l="-1629" t="-4573" b="-9344"/>
                </a:stretch>
              </a:blipFill>
            </p:spPr>
            <p:txBody>
              <a:bodyPr/>
              <a:lstStyle/>
              <a:p>
                <a:r>
                  <a:rPr lang="en-US">
                    <a:noFill/>
                  </a:rPr>
                  <a:t> </a:t>
                </a:r>
              </a:p>
            </p:txBody>
          </p:sp>
        </mc:Fallback>
      </mc:AlternateContent>
      <p:sp>
        <p:nvSpPr>
          <p:cNvPr id="80" name="Rounded Rectangle 4">
            <a:extLst>
              <a:ext uri="{FF2B5EF4-FFF2-40B4-BE49-F238E27FC236}">
                <a16:creationId xmlns:a16="http://schemas.microsoft.com/office/drawing/2014/main" id="{60BF75B9-8E5D-4526-9D50-2E9BBC426B2C}"/>
              </a:ext>
            </a:extLst>
          </p:cNvPr>
          <p:cNvSpPr/>
          <p:nvPr/>
        </p:nvSpPr>
        <p:spPr>
          <a:xfrm>
            <a:off x="1153028" y="9215506"/>
            <a:ext cx="22310327" cy="3967094"/>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99FF99"/>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81" name="Group 80">
            <a:extLst>
              <a:ext uri="{FF2B5EF4-FFF2-40B4-BE49-F238E27FC236}">
                <a16:creationId xmlns:a16="http://schemas.microsoft.com/office/drawing/2014/main" id="{FC8842BF-BD13-47EC-A01B-D5CB2E509824}"/>
              </a:ext>
            </a:extLst>
          </p:cNvPr>
          <p:cNvGrpSpPr/>
          <p:nvPr/>
        </p:nvGrpSpPr>
        <p:grpSpPr>
          <a:xfrm>
            <a:off x="1686432" y="8877311"/>
            <a:ext cx="3600000" cy="828000"/>
            <a:chOff x="1275608" y="6322796"/>
            <a:chExt cx="3572909" cy="828631"/>
          </a:xfrm>
        </p:grpSpPr>
        <p:sp>
          <p:nvSpPr>
            <p:cNvPr id="82" name="Freeform 20">
              <a:extLst>
                <a:ext uri="{FF2B5EF4-FFF2-40B4-BE49-F238E27FC236}">
                  <a16:creationId xmlns:a16="http://schemas.microsoft.com/office/drawing/2014/main" id="{9DCB7188-C5D1-4562-B7E9-036039AD40E7}"/>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3" name="TextBox 82">
              <a:extLst>
                <a:ext uri="{FF2B5EF4-FFF2-40B4-BE49-F238E27FC236}">
                  <a16:creationId xmlns:a16="http://schemas.microsoft.com/office/drawing/2014/main" id="{3C5BC4FA-BAB5-4E66-A1A7-2C39A80EA8B6}"/>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84" name="Round Diagonal Corner Rectangle 8">
              <a:extLst>
                <a:ext uri="{FF2B5EF4-FFF2-40B4-BE49-F238E27FC236}">
                  <a16:creationId xmlns:a16="http://schemas.microsoft.com/office/drawing/2014/main" id="{DD02836A-CB9D-49AF-9B43-E2AE37577D4F}"/>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5" name="Freeform 9">
              <a:extLst>
                <a:ext uri="{FF2B5EF4-FFF2-40B4-BE49-F238E27FC236}">
                  <a16:creationId xmlns:a16="http://schemas.microsoft.com/office/drawing/2014/main" id="{F1DAE37F-C02F-41A4-AB7C-15856E498EB4}"/>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mc:Choice xmlns:a14="http://schemas.microsoft.com/office/drawing/2010/main" Requires="a14">
          <p:sp>
            <p:nvSpPr>
              <p:cNvPr id="86" name="Rectangle 85">
                <a:extLst>
                  <a:ext uri="{FF2B5EF4-FFF2-40B4-BE49-F238E27FC236}">
                    <a16:creationId xmlns:a16="http://schemas.microsoft.com/office/drawing/2014/main" id="{AC37888B-97E9-42E3-82BD-29595758137A}"/>
                  </a:ext>
                </a:extLst>
              </p:cNvPr>
              <p:cNvSpPr/>
              <p:nvPr/>
            </p:nvSpPr>
            <p:spPr>
              <a:xfrm>
                <a:off x="1457829" y="9867911"/>
                <a:ext cx="14848971" cy="1586396"/>
              </a:xfrm>
              <a:prstGeom prst="rect">
                <a:avLst/>
              </a:prstGeom>
            </p:spPr>
            <p:txBody>
              <a:bodyPr wrap="square">
                <a:spAutoFit/>
              </a:bodyPr>
              <a:lstStyle/>
              <a:p>
                <a:r>
                  <a:rPr lang="en-US" sz="4800" b="1" dirty="0" err="1">
                    <a:latin typeface="Tahoma" panose="020B0604030504040204" pitchFamily="34" charset="0"/>
                    <a:ea typeface="Tahoma" panose="020B0604030504040204" pitchFamily="34" charset="0"/>
                    <a:cs typeface="Tahoma" panose="020B0604030504040204" pitchFamily="34" charset="0"/>
                  </a:rPr>
                  <a:t>Nếu</a:t>
                </a:r>
                <a:r>
                  <a:rPr lang="en-US" sz="4800" b="1" dirty="0">
                    <a:latin typeface="Tahoma" panose="020B0604030504040204" pitchFamily="34" charset="0"/>
                    <a:ea typeface="Tahoma" panose="020B0604030504040204" pitchFamily="34" charset="0"/>
                    <a:cs typeface="Tahoma" panose="020B0604030504040204" pitchFamily="34" charset="0"/>
                  </a:rPr>
                  <a:t> tam </a:t>
                </a:r>
                <a:r>
                  <a:rPr lang="en-US" sz="4800" b="1" dirty="0" err="1">
                    <a:latin typeface="Tahoma" panose="020B0604030504040204" pitchFamily="34" charset="0"/>
                    <a:ea typeface="Tahoma" panose="020B0604030504040204" pitchFamily="34" charset="0"/>
                    <a:cs typeface="Tahoma" panose="020B0604030504040204" pitchFamily="34" charset="0"/>
                  </a:rPr>
                  <a:t>giác</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𝑨𝑩𝑪</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tam </a:t>
                </a:r>
                <a:r>
                  <a:rPr lang="en-US" sz="4800" b="1" dirty="0" err="1">
                    <a:latin typeface="Tahoma" panose="020B0604030504040204" pitchFamily="34" charset="0"/>
                    <a:ea typeface="Tahoma" panose="020B0604030504040204" pitchFamily="34" charset="0"/>
                    <a:cs typeface="Tahoma" panose="020B0604030504040204" pitchFamily="34" charset="0"/>
                  </a:rPr>
                  <a:t>giác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vuông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tại</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smtClean="0">
                        <a:latin typeface="Cambria Math" panose="02040503050406030204" pitchFamily="18" charset="0"/>
                      </a:rPr>
                      <m:t>𝑨</m:t>
                    </m:r>
                  </m:oMath>
                </a14:m>
                <a:r>
                  <a:rPr lang="en-US" sz="4800" b="1" dirty="0" smtClean="0">
                    <a:latin typeface="Tahoma" panose="020B0604030504040204" pitchFamily="34" charset="0"/>
                    <a:ea typeface="Tahoma" panose="020B0604030504040204" pitchFamily="34" charset="0"/>
                    <a:cs typeface="Tahoma" panose="020B0604030504040204" pitchFamily="34" charset="0"/>
                  </a:rPr>
                  <a:t> </a:t>
                </a:r>
                <a:endParaRPr lang="en-US" sz="4800" b="1" dirty="0">
                  <a:latin typeface="Tahoma" panose="020B0604030504040204" pitchFamily="34" charset="0"/>
                  <a:ea typeface="Tahoma" panose="020B0604030504040204" pitchFamily="34" charset="0"/>
                  <a:cs typeface="Tahoma" panose="020B0604030504040204" pitchFamily="34" charset="0"/>
                </a:endParaRPr>
              </a:p>
              <a:p>
                <a:r>
                  <a:rPr lang="en-US" sz="4800" b="1" dirty="0" err="1">
                    <a:latin typeface="Tahoma" panose="020B0604030504040204" pitchFamily="34" charset="0"/>
                    <a:ea typeface="Tahoma" panose="020B0604030504040204" pitchFamily="34" charset="0"/>
                    <a:cs typeface="Tahoma" panose="020B0604030504040204" pitchFamily="34" charset="0"/>
                  </a:rPr>
                  <a:t>thì</a:t>
                </a:r>
                <a:r>
                  <a:rPr lang="en-US" sz="4800" b="1" dirty="0">
                    <a:latin typeface="Tahoma" panose="020B0604030504040204" pitchFamily="34" charset="0"/>
                    <a:ea typeface="Tahoma" panose="020B0604030504040204" pitchFamily="34" charset="0"/>
                    <a:cs typeface="Tahoma" panose="020B0604030504040204" pitchFamily="34" charset="0"/>
                  </a:rPr>
                  <a:t> </a:t>
                </a:r>
                <a:r>
                  <a:rPr lang="vi-VN" sz="4800" b="1" dirty="0">
                    <a:latin typeface="Tahoma" panose="020B0604030504040204" pitchFamily="34" charset="0"/>
                    <a:ea typeface="Tahoma" panose="020B0604030504040204" pitchFamily="34" charset="0"/>
                    <a:cs typeface="Tahoma" panose="020B0604030504040204" pitchFamily="34" charset="0"/>
                  </a:rPr>
                  <a:t>t</a:t>
                </a:r>
                <a:r>
                  <a:rPr lang="en-US" sz="4800" b="1" dirty="0">
                    <a:latin typeface="Tahoma" panose="020B0604030504040204" pitchFamily="34" charset="0"/>
                    <a:ea typeface="Tahoma" panose="020B0604030504040204" pitchFamily="34" charset="0"/>
                    <a:cs typeface="Tahoma" panose="020B0604030504040204" pitchFamily="34" charset="0"/>
                  </a:rPr>
                  <a:t>am </a:t>
                </a:r>
                <a:r>
                  <a:rPr lang="en-US" sz="4800" b="1" dirty="0" err="1">
                    <a:latin typeface="Tahoma" panose="020B0604030504040204" pitchFamily="34" charset="0"/>
                    <a:ea typeface="Tahoma" panose="020B0604030504040204" pitchFamily="34" charset="0"/>
                    <a:cs typeface="Tahoma" panose="020B0604030504040204" pitchFamily="34" charset="0"/>
                  </a:rPr>
                  <a:t>giác</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𝑨𝑩𝑪</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m:t>
                    </m:r>
                    <m:sSup>
                      <m:sSupPr>
                        <m:ctrlPr>
                          <a:rPr lang="en-US" sz="4800" b="1" i="1">
                            <a:latin typeface="Cambria Math" panose="02040503050406030204" pitchFamily="18" charset="0"/>
                          </a:rPr>
                        </m:ctrlPr>
                      </m:sSupPr>
                      <m:e>
                        <m:r>
                          <a:rPr lang="en-US" sz="4800" b="1" i="1">
                            <a:latin typeface="Cambria Math" panose="02040503050406030204" pitchFamily="18" charset="0"/>
                          </a:rPr>
                          <m:t>𝑩</m:t>
                        </m:r>
                      </m:e>
                      <m:sup>
                        <m:r>
                          <a:rPr lang="en-US" sz="4800" b="1" i="1">
                            <a:latin typeface="Cambria Math" panose="02040503050406030204" pitchFamily="18" charset="0"/>
                          </a:rPr>
                          <m:t>𝟐</m:t>
                        </m:r>
                      </m:sup>
                    </m:sSup>
                    <m:r>
                      <a:rPr lang="en-US" sz="4800" b="1" i="1">
                        <a:latin typeface="Cambria Math" panose="02040503050406030204" pitchFamily="18" charset="0"/>
                      </a:rPr>
                      <m:t>+</m:t>
                    </m:r>
                    <m:r>
                      <a:rPr lang="en-US" sz="4800" b="1" i="1">
                        <a:latin typeface="Cambria Math" panose="02040503050406030204" pitchFamily="18" charset="0"/>
                      </a:rPr>
                      <m:t>𝑨</m:t>
                    </m:r>
                    <m:sSup>
                      <m:sSupPr>
                        <m:ctrlPr>
                          <a:rPr lang="en-US" sz="4800" b="1" i="1">
                            <a:latin typeface="Cambria Math" panose="02040503050406030204" pitchFamily="18" charset="0"/>
                          </a:rPr>
                        </m:ctrlPr>
                      </m:sSupPr>
                      <m:e>
                        <m:r>
                          <a:rPr lang="en-US" sz="4800" b="1" i="1">
                            <a:latin typeface="Cambria Math" panose="02040503050406030204" pitchFamily="18" charset="0"/>
                          </a:rPr>
                          <m:t>𝑪</m:t>
                        </m:r>
                      </m:e>
                      <m:sup>
                        <m:r>
                          <a:rPr lang="en-US" sz="4800" b="1" i="1">
                            <a:latin typeface="Cambria Math" panose="02040503050406030204" pitchFamily="18" charset="0"/>
                          </a:rPr>
                          <m:t>𝟐</m:t>
                        </m:r>
                      </m:sup>
                    </m:sSup>
                    <m:r>
                      <a:rPr lang="en-US" sz="4800" b="1" i="1">
                        <a:latin typeface="Cambria Math" panose="02040503050406030204" pitchFamily="18" charset="0"/>
                      </a:rPr>
                      <m:t>=</m:t>
                    </m:r>
                    <m:r>
                      <a:rPr lang="en-US" sz="4800" b="1" i="1">
                        <a:latin typeface="Cambria Math" panose="02040503050406030204" pitchFamily="18" charset="0"/>
                      </a:rPr>
                      <m:t>𝑩</m:t>
                    </m:r>
                    <m:sSup>
                      <m:sSupPr>
                        <m:ctrlPr>
                          <a:rPr lang="en-US" sz="4800" b="1" i="1">
                            <a:latin typeface="Cambria Math" panose="02040503050406030204" pitchFamily="18" charset="0"/>
                          </a:rPr>
                        </m:ctrlPr>
                      </m:sSupPr>
                      <m:e>
                        <m:r>
                          <a:rPr lang="en-US" sz="4800" b="1" i="1">
                            <a:latin typeface="Cambria Math" panose="02040503050406030204" pitchFamily="18" charset="0"/>
                          </a:rPr>
                          <m:t>𝑪</m:t>
                        </m:r>
                      </m:e>
                      <m:sup>
                        <m:r>
                          <a:rPr lang="en-US" sz="4800" b="1" i="1">
                            <a:latin typeface="Cambria Math" panose="02040503050406030204" pitchFamily="18" charset="0"/>
                          </a:rPr>
                          <m:t>𝟐</m:t>
                        </m:r>
                      </m:sup>
                    </m:sSup>
                  </m:oMath>
                </a14:m>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p:sp>
            <p:nvSpPr>
              <p:cNvPr id="86" name="Rectangle 85">
                <a:extLst>
                  <a:ext uri="{FF2B5EF4-FFF2-40B4-BE49-F238E27FC236}">
                    <a16:creationId xmlns:a16="http://schemas.microsoft.com/office/drawing/2014/main" id="{AC37888B-97E9-42E3-82BD-29595758137A}"/>
                  </a:ext>
                </a:extLst>
              </p:cNvPr>
              <p:cNvSpPr>
                <a:spLocks noRot="1" noChangeAspect="1" noMove="1" noResize="1" noEditPoints="1" noAdjustHandles="1" noChangeArrowheads="1" noChangeShapeType="1" noTextEdit="1"/>
              </p:cNvSpPr>
              <p:nvPr/>
            </p:nvSpPr>
            <p:spPr>
              <a:xfrm>
                <a:off x="1457829" y="9867911"/>
                <a:ext cx="14848971" cy="1586396"/>
              </a:xfrm>
              <a:prstGeom prst="rect">
                <a:avLst/>
              </a:prstGeom>
              <a:blipFill>
                <a:blip r:embed="rId5"/>
                <a:stretch>
                  <a:fillRect l="-1847" t="-9231" b="-19231"/>
                </a:stretch>
              </a:blipFill>
            </p:spPr>
            <p:txBody>
              <a:bodyPr/>
              <a:lstStyle/>
              <a:p>
                <a:r>
                  <a:rPr lang="en-US">
                    <a:noFill/>
                  </a:rPr>
                  <a:t> </a:t>
                </a:r>
              </a:p>
            </p:txBody>
          </p:sp>
        </mc:Fallback>
      </mc:AlternateContent>
      <p:grpSp>
        <p:nvGrpSpPr>
          <p:cNvPr id="46" name="Group 45">
            <a:extLst>
              <a:ext uri="{FF2B5EF4-FFF2-40B4-BE49-F238E27FC236}">
                <a16:creationId xmlns:a16="http://schemas.microsoft.com/office/drawing/2014/main" id="{2D5F1879-E2C7-42CA-94F8-92FF592236D3}"/>
              </a:ext>
            </a:extLst>
          </p:cNvPr>
          <p:cNvGrpSpPr/>
          <p:nvPr/>
        </p:nvGrpSpPr>
        <p:grpSpPr>
          <a:xfrm>
            <a:off x="1055781" y="2501634"/>
            <a:ext cx="18592800" cy="830997"/>
            <a:chOff x="777875" y="1892299"/>
            <a:chExt cx="18592800" cy="830995"/>
          </a:xfrm>
        </p:grpSpPr>
        <p:sp>
          <p:nvSpPr>
            <p:cNvPr id="47" name="Rounded Rectangle 71">
              <a:extLst>
                <a:ext uri="{FF2B5EF4-FFF2-40B4-BE49-F238E27FC236}">
                  <a16:creationId xmlns:a16="http://schemas.microsoft.com/office/drawing/2014/main" id="{F0A35595-F802-4630-9930-199628F3A69D}"/>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0CE9F260-F6B5-4B60-B6CC-114DE5655D54}"/>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3.</a:t>
              </a:r>
            </a:p>
          </p:txBody>
        </p:sp>
        <p:sp>
          <p:nvSpPr>
            <p:cNvPr id="87" name="TextBox 86">
              <a:extLst>
                <a:ext uri="{FF2B5EF4-FFF2-40B4-BE49-F238E27FC236}">
                  <a16:creationId xmlns:a16="http://schemas.microsoft.com/office/drawing/2014/main" id="{73CC5716-B3FF-415B-9257-8D082F557E10}"/>
                </a:ext>
              </a:extLst>
            </p:cNvPr>
            <p:cNvSpPr txBox="1"/>
            <p:nvPr/>
          </p:nvSpPr>
          <p:spPr>
            <a:xfrm>
              <a:off x="2087561" y="1892299"/>
              <a:ext cx="17283114" cy="830995"/>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MỆNH ĐỀ KÉO THEO</a:t>
              </a:r>
              <a:r>
                <a:rPr lang="vi-VN" sz="4800" b="1" dirty="0">
                  <a:solidFill>
                    <a:srgbClr val="145F82"/>
                  </a:solidFill>
                  <a:latin typeface="Tahoma" pitchFamily="34" charset="0"/>
                  <a:ea typeface="Tahoma" pitchFamily="34" charset="0"/>
                  <a:cs typeface="Tahoma" pitchFamily="34" charset="0"/>
                </a:rPr>
                <a:t>,</a:t>
              </a:r>
              <a:r>
                <a:rPr lang="en-US" sz="4800" b="1" dirty="0">
                  <a:solidFill>
                    <a:srgbClr val="145F82"/>
                  </a:solidFill>
                  <a:latin typeface="Tahoma" pitchFamily="34" charset="0"/>
                  <a:ea typeface="Tahoma" pitchFamily="34" charset="0"/>
                  <a:cs typeface="Tahoma" pitchFamily="34" charset="0"/>
                </a:rPr>
                <a:t> MỆNH ĐỀ ĐẢO.</a:t>
              </a:r>
            </a:p>
          </p:txBody>
        </p:sp>
      </p:grpSp>
      <p:grpSp>
        <p:nvGrpSpPr>
          <p:cNvPr id="89" name="Group 88">
            <a:extLst>
              <a:ext uri="{FF2B5EF4-FFF2-40B4-BE49-F238E27FC236}">
                <a16:creationId xmlns:a16="http://schemas.microsoft.com/office/drawing/2014/main" id="{B781ABD9-381E-49CB-AA78-B3B6EB3F0FB1}"/>
              </a:ext>
            </a:extLst>
          </p:cNvPr>
          <p:cNvGrpSpPr/>
          <p:nvPr/>
        </p:nvGrpSpPr>
        <p:grpSpPr>
          <a:xfrm>
            <a:off x="2193087" y="3429000"/>
            <a:ext cx="10837113" cy="852016"/>
            <a:chOff x="895143" y="2795826"/>
            <a:chExt cx="10417389" cy="852016"/>
          </a:xfrm>
        </p:grpSpPr>
        <p:sp>
          <p:nvSpPr>
            <p:cNvPr id="90" name="TextBox 89">
              <a:extLst>
                <a:ext uri="{FF2B5EF4-FFF2-40B4-BE49-F238E27FC236}">
                  <a16:creationId xmlns:a16="http://schemas.microsoft.com/office/drawing/2014/main" id="{8F0DDE0E-1FE1-4720-B1B3-CA0A2FE692A9}"/>
                </a:ext>
              </a:extLst>
            </p:cNvPr>
            <p:cNvSpPr txBox="1"/>
            <p:nvPr/>
          </p:nvSpPr>
          <p:spPr>
            <a:xfrm>
              <a:off x="2320932" y="2816845"/>
              <a:ext cx="8991600" cy="830997"/>
            </a:xfrm>
            <a:prstGeom prst="rect">
              <a:avLst/>
            </a:prstGeom>
            <a:noFill/>
          </p:spPr>
          <p:txBody>
            <a:bodyPr wrap="square" rtlCol="0">
              <a:spAutoFit/>
            </a:bodyPr>
            <a:lstStyle/>
            <a:p>
              <a:r>
                <a:rPr lang="en-US" sz="4800" b="1" err="1">
                  <a:solidFill>
                    <a:srgbClr val="145F82"/>
                  </a:solidFill>
                  <a:latin typeface="Tahoma" pitchFamily="34" charset="0"/>
                  <a:ea typeface="Tahoma" pitchFamily="34" charset="0"/>
                  <a:cs typeface="Tahoma" pitchFamily="34" charset="0"/>
                </a:rPr>
                <a:t>Mệnh</a:t>
              </a:r>
              <a:r>
                <a:rPr lang="en-US" sz="4800" b="1">
                  <a:solidFill>
                    <a:srgbClr val="145F82"/>
                  </a:solidFill>
                  <a:latin typeface="Tahoma" pitchFamily="34" charset="0"/>
                  <a:ea typeface="Tahoma" pitchFamily="34" charset="0"/>
                  <a:cs typeface="Tahoma" pitchFamily="34" charset="0"/>
                </a:rPr>
                <a:t> đề kéo theo</a:t>
              </a:r>
              <a:endParaRPr lang="en-US" sz="4800" b="1" dirty="0">
                <a:solidFill>
                  <a:srgbClr val="145F82"/>
                </a:solidFill>
                <a:latin typeface="Tahoma" pitchFamily="34" charset="0"/>
                <a:ea typeface="Tahoma" pitchFamily="34" charset="0"/>
                <a:cs typeface="Tahoma" pitchFamily="34" charset="0"/>
              </a:endParaRPr>
            </a:p>
          </p:txBody>
        </p:sp>
        <p:sp>
          <p:nvSpPr>
            <p:cNvPr id="91" name="Rounded Rectangle 7">
              <a:extLst>
                <a:ext uri="{FF2B5EF4-FFF2-40B4-BE49-F238E27FC236}">
                  <a16:creationId xmlns:a16="http://schemas.microsoft.com/office/drawing/2014/main" id="{453540BB-AD80-4484-AD7B-7FF1CA70B442}"/>
                </a:ext>
              </a:extLst>
            </p:cNvPr>
            <p:cNvSpPr/>
            <p:nvPr/>
          </p:nvSpPr>
          <p:spPr>
            <a:xfrm>
              <a:off x="895143" y="2823876"/>
              <a:ext cx="895051"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a:extLst>
                <a:ext uri="{FF2B5EF4-FFF2-40B4-BE49-F238E27FC236}">
                  <a16:creationId xmlns:a16="http://schemas.microsoft.com/office/drawing/2014/main" id="{6E6F790B-41EE-4900-A105-57479C75D2FC}"/>
                </a:ext>
              </a:extLst>
            </p:cNvPr>
            <p:cNvSpPr txBox="1"/>
            <p:nvPr/>
          </p:nvSpPr>
          <p:spPr>
            <a:xfrm>
              <a:off x="927984" y="2795826"/>
              <a:ext cx="672149" cy="769441"/>
            </a:xfrm>
            <a:prstGeom prst="rect">
              <a:avLst/>
            </a:prstGeom>
            <a:noFill/>
          </p:spPr>
          <p:txBody>
            <a:bodyPr wrap="none" rtlCol="0">
              <a:spAutoFit/>
            </a:bodyPr>
            <a:lstStyle/>
            <a:p>
              <a:pPr algn="ctr"/>
              <a:r>
                <a:rPr lang="en-US" sz="4400" b="1">
                  <a:solidFill>
                    <a:schemeClr val="bg1"/>
                  </a:solidFill>
                  <a:latin typeface="Tahoma" pitchFamily="34" charset="0"/>
                  <a:ea typeface="Tahoma" pitchFamily="34" charset="0"/>
                  <a:cs typeface="Tahoma" pitchFamily="34" charset="0"/>
                </a:rPr>
                <a:t>a.</a:t>
              </a:r>
            </a:p>
          </p:txBody>
        </p:sp>
      </p:grpSp>
      <p:pic>
        <p:nvPicPr>
          <p:cNvPr id="88" name="Picture 87">
            <a:extLst>
              <a:ext uri="{FF2B5EF4-FFF2-40B4-BE49-F238E27FC236}">
                <a16:creationId xmlns:a16="http://schemas.microsoft.com/office/drawing/2014/main" id="{014FE660-4289-49A4-BE1E-9C935C7D6E6E}"/>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8154355" y="9215506"/>
            <a:ext cx="5309000" cy="3950048"/>
          </a:xfrm>
          <a:prstGeom prst="rect">
            <a:avLst/>
          </a:prstGeom>
          <a:noFill/>
          <a:ln w="9525">
            <a:noFill/>
            <a:miter lim="800000"/>
            <a:headEnd/>
            <a:tailEnd/>
          </a:ln>
        </p:spPr>
      </p:pic>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6173493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inVertical)">
                                      <p:cBhvr>
                                        <p:cTn id="7" dur="500"/>
                                        <p:tgtEl>
                                          <p:spTgt spid="46"/>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89"/>
                                        </p:tgtEl>
                                        <p:attrNameLst>
                                          <p:attrName>style.visibility</p:attrName>
                                        </p:attrNameLst>
                                      </p:cBhvr>
                                      <p:to>
                                        <p:strVal val="visible"/>
                                      </p:to>
                                    </p:set>
                                    <p:animEffect transition="in" filter="barn(inVertical)">
                                      <p:cBhvr>
                                        <p:cTn id="11" dur="500"/>
                                        <p:tgtEl>
                                          <p:spTgt spid="8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wipe(left)">
                                      <p:cBhvr>
                                        <p:cTn id="16" dur="500"/>
                                        <p:tgtEl>
                                          <p:spTgt spid="49"/>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50"/>
                                        </p:tgtEl>
                                        <p:attrNameLst>
                                          <p:attrName>style.visibility</p:attrName>
                                        </p:attrNameLst>
                                      </p:cBhvr>
                                      <p:to>
                                        <p:strVal val="visible"/>
                                      </p:to>
                                    </p:set>
                                    <p:animEffect transition="in" filter="wipe(left)">
                                      <p:cBhvr>
                                        <p:cTn id="20" dur="500"/>
                                        <p:tgtEl>
                                          <p:spTgt spid="50"/>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79"/>
                                        </p:tgtEl>
                                        <p:attrNameLst>
                                          <p:attrName>style.visibility</p:attrName>
                                        </p:attrNameLst>
                                      </p:cBhvr>
                                      <p:to>
                                        <p:strVal val="visible"/>
                                      </p:to>
                                    </p:set>
                                    <p:animEffect transition="in" filter="wipe(left)">
                                      <p:cBhvr>
                                        <p:cTn id="24" dur="500"/>
                                        <p:tgtEl>
                                          <p:spTgt spid="79"/>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81"/>
                                        </p:tgtEl>
                                        <p:attrNameLst>
                                          <p:attrName>style.visibility</p:attrName>
                                        </p:attrNameLst>
                                      </p:cBhvr>
                                      <p:to>
                                        <p:strVal val="visible"/>
                                      </p:to>
                                    </p:set>
                                    <p:animEffect transition="in" filter="barn(inVertical)">
                                      <p:cBhvr>
                                        <p:cTn id="29" dur="500"/>
                                        <p:tgtEl>
                                          <p:spTgt spid="81"/>
                                        </p:tgtEl>
                                      </p:cBhvr>
                                    </p:animEffect>
                                  </p:childTnLst>
                                </p:cTn>
                              </p:par>
                            </p:childTnLst>
                          </p:cTn>
                        </p:par>
                        <p:par>
                          <p:cTn id="30" fill="hold">
                            <p:stCondLst>
                              <p:cond delay="500"/>
                            </p:stCondLst>
                            <p:childTnLst>
                              <p:par>
                                <p:cTn id="31" presetID="22" presetClass="entr" presetSubtype="4" fill="hold" grpId="0" nodeType="afterEffect">
                                  <p:stCondLst>
                                    <p:cond delay="0"/>
                                  </p:stCondLst>
                                  <p:childTnLst>
                                    <p:set>
                                      <p:cBhvr>
                                        <p:cTn id="32" dur="1" fill="hold">
                                          <p:stCondLst>
                                            <p:cond delay="0"/>
                                          </p:stCondLst>
                                        </p:cTn>
                                        <p:tgtEl>
                                          <p:spTgt spid="80"/>
                                        </p:tgtEl>
                                        <p:attrNameLst>
                                          <p:attrName>style.visibility</p:attrName>
                                        </p:attrNameLst>
                                      </p:cBhvr>
                                      <p:to>
                                        <p:strVal val="visible"/>
                                      </p:to>
                                    </p:set>
                                    <p:animEffect transition="in" filter="wipe(down)">
                                      <p:cBhvr>
                                        <p:cTn id="33" dur="500"/>
                                        <p:tgtEl>
                                          <p:spTgt spid="80"/>
                                        </p:tgtEl>
                                      </p:cBhvr>
                                    </p:animEffect>
                                  </p:childTnLst>
                                </p:cTn>
                              </p:par>
                            </p:childTnLst>
                          </p:cTn>
                        </p:par>
                        <p:par>
                          <p:cTn id="34" fill="hold">
                            <p:stCondLst>
                              <p:cond delay="1000"/>
                            </p:stCondLst>
                            <p:childTnLst>
                              <p:par>
                                <p:cTn id="35" presetID="1" presetClass="entr" presetSubtype="0" fill="hold" nodeType="afterEffect">
                                  <p:stCondLst>
                                    <p:cond delay="0"/>
                                  </p:stCondLst>
                                  <p:childTnLst>
                                    <p:set>
                                      <p:cBhvr>
                                        <p:cTn id="36" dur="1" fill="hold">
                                          <p:stCondLst>
                                            <p:cond delay="0"/>
                                          </p:stCondLst>
                                        </p:cTn>
                                        <p:tgtEl>
                                          <p:spTgt spid="8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86"/>
                                        </p:tgtEl>
                                        <p:attrNameLst>
                                          <p:attrName>style.visibility</p:attrName>
                                        </p:attrNameLst>
                                      </p:cBhvr>
                                      <p:to>
                                        <p:strVal val="visible"/>
                                      </p:to>
                                    </p:set>
                                    <p:animEffect transition="in" filter="wipe(left)">
                                      <p:cBhvr>
                                        <p:cTn id="41"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79" grpId="0"/>
      <p:bldP spid="80" grpId="0" animBg="1"/>
      <p:bldP spid="8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7" name="TextBox 26">
            <a:extLst>
              <a:ext uri="{FF2B5EF4-FFF2-40B4-BE49-F238E27FC236}">
                <a16:creationId xmlns:a16="http://schemas.microsoft.com/office/drawing/2014/main" id="{3A653732-9210-4228-AD0D-1B9B77B02426}"/>
              </a:ext>
            </a:extLst>
          </p:cNvPr>
          <p:cNvSpPr txBox="1"/>
          <p:nvPr/>
        </p:nvSpPr>
        <p:spPr>
          <a:xfrm>
            <a:off x="1839065" y="7002943"/>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grpSp>
        <p:nvGrpSpPr>
          <p:cNvPr id="46" name="Group 45">
            <a:extLst>
              <a:ext uri="{FF2B5EF4-FFF2-40B4-BE49-F238E27FC236}">
                <a16:creationId xmlns:a16="http://schemas.microsoft.com/office/drawing/2014/main" id="{2D5F1879-E2C7-42CA-94F8-92FF592236D3}"/>
              </a:ext>
            </a:extLst>
          </p:cNvPr>
          <p:cNvGrpSpPr/>
          <p:nvPr/>
        </p:nvGrpSpPr>
        <p:grpSpPr>
          <a:xfrm>
            <a:off x="1055781" y="2501634"/>
            <a:ext cx="18592800" cy="830997"/>
            <a:chOff x="777875" y="1892299"/>
            <a:chExt cx="18592800" cy="830995"/>
          </a:xfrm>
        </p:grpSpPr>
        <p:sp>
          <p:nvSpPr>
            <p:cNvPr id="47" name="Rounded Rectangle 71">
              <a:extLst>
                <a:ext uri="{FF2B5EF4-FFF2-40B4-BE49-F238E27FC236}">
                  <a16:creationId xmlns:a16="http://schemas.microsoft.com/office/drawing/2014/main" id="{F0A35595-F802-4630-9930-199628F3A69D}"/>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0CE9F260-F6B5-4B60-B6CC-114DE5655D54}"/>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3.</a:t>
              </a:r>
            </a:p>
          </p:txBody>
        </p:sp>
        <p:sp>
          <p:nvSpPr>
            <p:cNvPr id="87" name="TextBox 86">
              <a:extLst>
                <a:ext uri="{FF2B5EF4-FFF2-40B4-BE49-F238E27FC236}">
                  <a16:creationId xmlns:a16="http://schemas.microsoft.com/office/drawing/2014/main" id="{73CC5716-B3FF-415B-9257-8D082F557E10}"/>
                </a:ext>
              </a:extLst>
            </p:cNvPr>
            <p:cNvSpPr txBox="1"/>
            <p:nvPr/>
          </p:nvSpPr>
          <p:spPr>
            <a:xfrm>
              <a:off x="2087561" y="1892299"/>
              <a:ext cx="17283114" cy="830995"/>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MỆNH ĐỀ KÉO THEO</a:t>
              </a:r>
              <a:r>
                <a:rPr lang="vi-VN" sz="4800" b="1" dirty="0">
                  <a:solidFill>
                    <a:srgbClr val="145F82"/>
                  </a:solidFill>
                  <a:latin typeface="Tahoma" pitchFamily="34" charset="0"/>
                  <a:ea typeface="Tahoma" pitchFamily="34" charset="0"/>
                  <a:cs typeface="Tahoma" pitchFamily="34" charset="0"/>
                </a:rPr>
                <a:t>,</a:t>
              </a:r>
              <a:r>
                <a:rPr lang="en-US" sz="4800" b="1" dirty="0">
                  <a:solidFill>
                    <a:srgbClr val="145F82"/>
                  </a:solidFill>
                  <a:latin typeface="Tahoma" pitchFamily="34" charset="0"/>
                  <a:ea typeface="Tahoma" pitchFamily="34" charset="0"/>
                  <a:cs typeface="Tahoma" pitchFamily="34" charset="0"/>
                </a:rPr>
                <a:t> MỆNH ĐỀ ĐẢO.</a:t>
              </a:r>
            </a:p>
          </p:txBody>
        </p:sp>
      </p:grpSp>
      <p:grpSp>
        <p:nvGrpSpPr>
          <p:cNvPr id="89" name="Group 88">
            <a:extLst>
              <a:ext uri="{FF2B5EF4-FFF2-40B4-BE49-F238E27FC236}">
                <a16:creationId xmlns:a16="http://schemas.microsoft.com/office/drawing/2014/main" id="{B781ABD9-381E-49CB-AA78-B3B6EB3F0FB1}"/>
              </a:ext>
            </a:extLst>
          </p:cNvPr>
          <p:cNvGrpSpPr/>
          <p:nvPr/>
        </p:nvGrpSpPr>
        <p:grpSpPr>
          <a:xfrm>
            <a:off x="2193087" y="3429000"/>
            <a:ext cx="10837113" cy="852016"/>
            <a:chOff x="895143" y="2795826"/>
            <a:chExt cx="10417389" cy="852016"/>
          </a:xfrm>
        </p:grpSpPr>
        <p:sp>
          <p:nvSpPr>
            <p:cNvPr id="90" name="TextBox 89">
              <a:extLst>
                <a:ext uri="{FF2B5EF4-FFF2-40B4-BE49-F238E27FC236}">
                  <a16:creationId xmlns:a16="http://schemas.microsoft.com/office/drawing/2014/main" id="{8F0DDE0E-1FE1-4720-B1B3-CA0A2FE692A9}"/>
                </a:ext>
              </a:extLst>
            </p:cNvPr>
            <p:cNvSpPr txBox="1"/>
            <p:nvPr/>
          </p:nvSpPr>
          <p:spPr>
            <a:xfrm>
              <a:off x="2320932" y="2816845"/>
              <a:ext cx="8991600" cy="830997"/>
            </a:xfrm>
            <a:prstGeom prst="rect">
              <a:avLst/>
            </a:prstGeom>
            <a:noFill/>
          </p:spPr>
          <p:txBody>
            <a:bodyPr wrap="square" rtlCol="0">
              <a:spAutoFit/>
            </a:bodyPr>
            <a:lstStyle/>
            <a:p>
              <a:r>
                <a:rPr lang="en-US" sz="4800" b="1" err="1">
                  <a:solidFill>
                    <a:srgbClr val="145F82"/>
                  </a:solidFill>
                  <a:latin typeface="Tahoma" pitchFamily="34" charset="0"/>
                  <a:ea typeface="Tahoma" pitchFamily="34" charset="0"/>
                  <a:cs typeface="Tahoma" pitchFamily="34" charset="0"/>
                </a:rPr>
                <a:t>Mệnh</a:t>
              </a:r>
              <a:r>
                <a:rPr lang="en-US" sz="4800" b="1">
                  <a:solidFill>
                    <a:srgbClr val="145F82"/>
                  </a:solidFill>
                  <a:latin typeface="Tahoma" pitchFamily="34" charset="0"/>
                  <a:ea typeface="Tahoma" pitchFamily="34" charset="0"/>
                  <a:cs typeface="Tahoma" pitchFamily="34" charset="0"/>
                </a:rPr>
                <a:t> đề kéo theo</a:t>
              </a:r>
              <a:endParaRPr lang="en-US" sz="4800" b="1" dirty="0">
                <a:solidFill>
                  <a:srgbClr val="145F82"/>
                </a:solidFill>
                <a:latin typeface="Tahoma" pitchFamily="34" charset="0"/>
                <a:ea typeface="Tahoma" pitchFamily="34" charset="0"/>
                <a:cs typeface="Tahoma" pitchFamily="34" charset="0"/>
              </a:endParaRPr>
            </a:p>
          </p:txBody>
        </p:sp>
        <p:sp>
          <p:nvSpPr>
            <p:cNvPr id="91" name="Rounded Rectangle 7">
              <a:extLst>
                <a:ext uri="{FF2B5EF4-FFF2-40B4-BE49-F238E27FC236}">
                  <a16:creationId xmlns:a16="http://schemas.microsoft.com/office/drawing/2014/main" id="{453540BB-AD80-4484-AD7B-7FF1CA70B442}"/>
                </a:ext>
              </a:extLst>
            </p:cNvPr>
            <p:cNvSpPr/>
            <p:nvPr/>
          </p:nvSpPr>
          <p:spPr>
            <a:xfrm>
              <a:off x="895143" y="2823876"/>
              <a:ext cx="895051"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a:extLst>
                <a:ext uri="{FF2B5EF4-FFF2-40B4-BE49-F238E27FC236}">
                  <a16:creationId xmlns:a16="http://schemas.microsoft.com/office/drawing/2014/main" id="{6E6F790B-41EE-4900-A105-57479C75D2FC}"/>
                </a:ext>
              </a:extLst>
            </p:cNvPr>
            <p:cNvSpPr txBox="1"/>
            <p:nvPr/>
          </p:nvSpPr>
          <p:spPr>
            <a:xfrm>
              <a:off x="927984" y="2795826"/>
              <a:ext cx="672149" cy="769441"/>
            </a:xfrm>
            <a:prstGeom prst="rect">
              <a:avLst/>
            </a:prstGeom>
            <a:noFill/>
          </p:spPr>
          <p:txBody>
            <a:bodyPr wrap="none" rtlCol="0">
              <a:spAutoFit/>
            </a:bodyPr>
            <a:lstStyle/>
            <a:p>
              <a:pPr algn="ctr"/>
              <a:r>
                <a:rPr lang="en-US" sz="4400" b="1">
                  <a:solidFill>
                    <a:schemeClr val="bg1"/>
                  </a:solidFill>
                  <a:latin typeface="Tahoma" pitchFamily="34" charset="0"/>
                  <a:ea typeface="Tahoma" pitchFamily="34" charset="0"/>
                  <a:cs typeface="Tahoma" pitchFamily="34" charset="0"/>
                </a:rPr>
                <a:t>a.</a:t>
              </a:r>
            </a:p>
          </p:txBody>
        </p:sp>
      </p:grpSp>
      <mc:AlternateContent xmlns:mc="http://schemas.openxmlformats.org/markup-compatibility/2006" xmlns:a14="http://schemas.microsoft.com/office/drawing/2010/main">
        <mc:Choice Requires="a14">
          <p:sp>
            <p:nvSpPr>
              <p:cNvPr id="93" name="Rectangle: Rounded Corners 92">
                <a:extLst>
                  <a:ext uri="{FF2B5EF4-FFF2-40B4-BE49-F238E27FC236}">
                    <a16:creationId xmlns:a16="http://schemas.microsoft.com/office/drawing/2014/main" id="{B670D105-5496-4283-A468-706B235544DB}"/>
                  </a:ext>
                </a:extLst>
              </p:cNvPr>
              <p:cNvSpPr/>
              <p:nvPr/>
            </p:nvSpPr>
            <p:spPr>
              <a:xfrm>
                <a:off x="1360581" y="5375100"/>
                <a:ext cx="21013644" cy="1947250"/>
              </a:xfrm>
              <a:prstGeom prst="roundRect">
                <a:avLst/>
              </a:prstGeom>
              <a:solidFill>
                <a:schemeClr val="accent4">
                  <a:lumMod val="20000"/>
                  <a:lumOff val="80000"/>
                </a:schemeClr>
              </a:solidFill>
            </p:spPr>
            <p:style>
              <a:lnRef idx="1">
                <a:schemeClr val="accent2"/>
              </a:lnRef>
              <a:fillRef idx="3">
                <a:schemeClr val="accent2"/>
              </a:fillRef>
              <a:effectRef idx="2">
                <a:schemeClr val="accent2"/>
              </a:effectRef>
              <a:fontRef idx="minor">
                <a:schemeClr val="lt1"/>
              </a:fontRef>
            </p:style>
            <p:txBody>
              <a:bodyPr rtlCol="0" anchor="ctr"/>
              <a:lstStyle/>
              <a:p>
                <a:pPr marL="685800" indent="-685800">
                  <a:buFont typeface="Wingdings" panose="05000000000000000000" pitchFamily="2" charset="2"/>
                  <a:buChar char="Ø"/>
                </a:pPr>
                <a:r>
                  <a:rPr lang="en-US" sz="4800" b="1" i="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Mệnh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đề</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vi-VN" sz="4800" b="1" dirty="0">
                    <a:solidFill>
                      <a:srgbClr val="FF0000"/>
                    </a:solidFill>
                    <a:latin typeface="Tahoma" panose="020B0604030504040204" pitchFamily="34" charset="0"/>
                    <a:ea typeface="Tahoma" panose="020B0604030504040204" pitchFamily="34" charset="0"/>
                    <a:cs typeface="Tahoma" panose="020B0604030504040204" pitchFamily="34" charset="0"/>
                  </a:rPr>
                  <a:t>“</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Nếu</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rgbClr val="FF0000"/>
                        </a:solidFill>
                        <a:latin typeface="Cambria Math" panose="02040503050406030204" pitchFamily="18" charset="0"/>
                      </a:rPr>
                      <m:t>𝑷</m:t>
                    </m:r>
                  </m:oMath>
                </a14:m>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thì</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rgbClr val="FF0000"/>
                        </a:solidFill>
                        <a:latin typeface="Cambria Math" panose="02040503050406030204" pitchFamily="18" charset="0"/>
                      </a:rPr>
                      <m:t>𝑸</m:t>
                    </m:r>
                  </m:oMath>
                </a14:m>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được</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gọi</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là</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một</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mệnh</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đề</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kéo</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theo</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và</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p>
              <a:p>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kí</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hiệu</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rgbClr val="FF0000"/>
                        </a:solidFill>
                        <a:latin typeface="Cambria Math" panose="02040503050406030204" pitchFamily="18" charset="0"/>
                      </a:rPr>
                      <m:t>𝑷</m:t>
                    </m:r>
                    <m:r>
                      <a:rPr lang="en-US" sz="4800" b="1" i="1">
                        <a:solidFill>
                          <a:srgbClr val="FF0000"/>
                        </a:solidFill>
                        <a:latin typeface="Cambria Math" panose="02040503050406030204" pitchFamily="18" charset="0"/>
                      </a:rPr>
                      <m:t>⇒</m:t>
                    </m:r>
                    <m:r>
                      <a:rPr lang="en-US" sz="4800" b="1" i="1">
                        <a:solidFill>
                          <a:srgbClr val="FF0000"/>
                        </a:solidFill>
                        <a:latin typeface="Cambria Math" panose="02040503050406030204" pitchFamily="18" charset="0"/>
                      </a:rPr>
                      <m:t>𝑸</m:t>
                    </m:r>
                  </m:oMath>
                </a14:m>
                <a:endPar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3" name="Rectangle: Rounded Corners 92">
                <a:extLst>
                  <a:ext uri="{FF2B5EF4-FFF2-40B4-BE49-F238E27FC236}">
                    <a16:creationId xmlns:a16="http://schemas.microsoft.com/office/drawing/2014/main" id="{B670D105-5496-4283-A468-706B235544DB}"/>
                  </a:ext>
                </a:extLst>
              </p:cNvPr>
              <p:cNvSpPr>
                <a:spLocks noRot="1" noChangeAspect="1" noMove="1" noResize="1" noEditPoints="1" noAdjustHandles="1" noChangeArrowheads="1" noChangeShapeType="1" noTextEdit="1"/>
              </p:cNvSpPr>
              <p:nvPr/>
            </p:nvSpPr>
            <p:spPr>
              <a:xfrm>
                <a:off x="1360581" y="5375100"/>
                <a:ext cx="21013644" cy="1947250"/>
              </a:xfrm>
              <a:prstGeom prst="roundRect">
                <a:avLst/>
              </a:prstGeom>
              <a:blipFill>
                <a:blip r:embed="rId4"/>
                <a:stretch>
                  <a:fillRect l="-725" b="-5938"/>
                </a:stretch>
              </a:blipFill>
            </p:spPr>
            <p:txBody>
              <a:bodyPr/>
              <a:lstStyle/>
              <a:p>
                <a:r>
                  <a:rPr lang="en-US">
                    <a:noFill/>
                  </a:rPr>
                  <a:t> </a:t>
                </a:r>
              </a:p>
            </p:txBody>
          </p:sp>
        </mc:Fallback>
      </mc:AlternateContent>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2498871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inVertical)">
                                      <p:cBhvr>
                                        <p:cTn id="7" dur="500"/>
                                        <p:tgtEl>
                                          <p:spTgt spid="46"/>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89"/>
                                        </p:tgtEl>
                                        <p:attrNameLst>
                                          <p:attrName>style.visibility</p:attrName>
                                        </p:attrNameLst>
                                      </p:cBhvr>
                                      <p:to>
                                        <p:strVal val="visible"/>
                                      </p:to>
                                    </p:set>
                                    <p:animEffect transition="in" filter="barn(inVertical)">
                                      <p:cBhvr>
                                        <p:cTn id="11" dur="500"/>
                                        <p:tgtEl>
                                          <p:spTgt spid="8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7" name="TextBox 26">
            <a:extLst>
              <a:ext uri="{FF2B5EF4-FFF2-40B4-BE49-F238E27FC236}">
                <a16:creationId xmlns:a16="http://schemas.microsoft.com/office/drawing/2014/main" id="{3A653732-9210-4228-AD0D-1B9B77B02426}"/>
              </a:ext>
            </a:extLst>
          </p:cNvPr>
          <p:cNvSpPr txBox="1"/>
          <p:nvPr/>
        </p:nvSpPr>
        <p:spPr>
          <a:xfrm>
            <a:off x="1839065" y="6639337"/>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49" name="Rounded Rectangle 61">
            <a:extLst>
              <a:ext uri="{FF2B5EF4-FFF2-40B4-BE49-F238E27FC236}">
                <a16:creationId xmlns:a16="http://schemas.microsoft.com/office/drawing/2014/main" id="{8C4F66B5-9F53-45FC-B951-E4D1E076FC2C}"/>
              </a:ext>
            </a:extLst>
          </p:cNvPr>
          <p:cNvSpPr/>
          <p:nvPr/>
        </p:nvSpPr>
        <p:spPr>
          <a:xfrm>
            <a:off x="1055781" y="4725531"/>
            <a:ext cx="22261419" cy="4790439"/>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50" name="Group 67">
            <a:extLst>
              <a:ext uri="{FF2B5EF4-FFF2-40B4-BE49-F238E27FC236}">
                <a16:creationId xmlns:a16="http://schemas.microsoft.com/office/drawing/2014/main" id="{BAE863BA-DDC7-40A3-BD63-B632301C2DDF}"/>
              </a:ext>
            </a:extLst>
          </p:cNvPr>
          <p:cNvGrpSpPr/>
          <p:nvPr/>
        </p:nvGrpSpPr>
        <p:grpSpPr>
          <a:xfrm>
            <a:off x="1526208" y="4360794"/>
            <a:ext cx="3579192" cy="940513"/>
            <a:chOff x="1311958" y="3405486"/>
            <a:chExt cx="3579192" cy="940513"/>
          </a:xfrm>
        </p:grpSpPr>
        <p:sp>
          <p:nvSpPr>
            <p:cNvPr id="51" name="Freeform 20">
              <a:extLst>
                <a:ext uri="{FF2B5EF4-FFF2-40B4-BE49-F238E27FC236}">
                  <a16:creationId xmlns:a16="http://schemas.microsoft.com/office/drawing/2014/main" id="{15D07D9B-5448-498A-B68D-C65FD69E3A6E}"/>
                </a:ext>
              </a:extLst>
            </p:cNvPr>
            <p:cNvSpPr>
              <a:spLocks/>
            </p:cNvSpPr>
            <p:nvPr/>
          </p:nvSpPr>
          <p:spPr bwMode="auto">
            <a:xfrm rot="5400000">
              <a:off x="3085216" y="2507252"/>
              <a:ext cx="793396" cy="2818473"/>
            </a:xfrm>
            <a:prstGeom prst="round2SameRect">
              <a:avLst/>
            </a:prstGeom>
            <a:solidFill>
              <a:srgbClr val="70AD47">
                <a:lumMod val="75000"/>
              </a:srgbClr>
            </a:solidFill>
            <a:ln w="57150">
              <a:solidFill>
                <a:srgbClr val="70AD47">
                  <a:lumMod val="75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2" name="TextBox 51">
              <a:extLst>
                <a:ext uri="{FF2B5EF4-FFF2-40B4-BE49-F238E27FC236}">
                  <a16:creationId xmlns:a16="http://schemas.microsoft.com/office/drawing/2014/main" id="{38ADCDEF-9ADE-4990-911D-DB4A647079A9}"/>
                </a:ext>
              </a:extLst>
            </p:cNvPr>
            <p:cNvSpPr txBox="1"/>
            <p:nvPr/>
          </p:nvSpPr>
          <p:spPr>
            <a:xfrm>
              <a:off x="2316645" y="3484582"/>
              <a:ext cx="2231701" cy="8002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0" cap="none" spc="0" normalizeH="0" baseline="0" noProof="0" dirty="0" err="1">
                  <a:ln>
                    <a:noFill/>
                  </a:ln>
                  <a:solidFill>
                    <a:prstClr val="white"/>
                  </a:solidFill>
                  <a:effectLst/>
                  <a:uLnTx/>
                  <a:uFillTx/>
                  <a:latin typeface="Tahoma" pitchFamily="34" charset="0"/>
                  <a:ea typeface="Tahoma" pitchFamily="34" charset="0"/>
                  <a:cs typeface="Tahoma" pitchFamily="34" charset="0"/>
                </a:rPr>
                <a:t>Ví</a:t>
              </a:r>
              <a:r>
                <a:rPr kumimoji="0" lang="en-US" sz="4600" b="1" i="0" u="none" strike="noStrike" kern="0" cap="none" spc="0" normalizeH="0" baseline="0" noProof="0" dirty="0">
                  <a:ln>
                    <a:noFill/>
                  </a:ln>
                  <a:solidFill>
                    <a:prstClr val="white"/>
                  </a:solidFill>
                  <a:effectLst/>
                  <a:uLnTx/>
                  <a:uFillTx/>
                  <a:latin typeface="Tahoma" pitchFamily="34" charset="0"/>
                  <a:ea typeface="Tahoma" pitchFamily="34" charset="0"/>
                  <a:cs typeface="Tahoma" pitchFamily="34" charset="0"/>
                </a:rPr>
                <a:t> </a:t>
              </a:r>
              <a:r>
                <a:rPr kumimoji="0" lang="en-US" sz="4600" b="1" i="0" u="none" strike="noStrike" kern="0" cap="none" spc="0" normalizeH="0" baseline="0" noProof="0" err="1">
                  <a:ln>
                    <a:noFill/>
                  </a:ln>
                  <a:solidFill>
                    <a:prstClr val="white"/>
                  </a:solidFill>
                  <a:effectLst/>
                  <a:uLnTx/>
                  <a:uFillTx/>
                  <a:latin typeface="Tahoma" pitchFamily="34" charset="0"/>
                  <a:ea typeface="Tahoma" pitchFamily="34" charset="0"/>
                  <a:cs typeface="Tahoma" pitchFamily="34" charset="0"/>
                </a:rPr>
                <a:t>dụ</a:t>
              </a:r>
              <a:r>
                <a:rPr kumimoji="0" lang="en-US" sz="4600" b="1" i="0" u="none" strike="noStrike" kern="0" cap="none" spc="0" normalizeH="0" baseline="0" noProof="0">
                  <a:ln>
                    <a:noFill/>
                  </a:ln>
                  <a:solidFill>
                    <a:prstClr val="white"/>
                  </a:solidFill>
                  <a:effectLst/>
                  <a:uLnTx/>
                  <a:uFillTx/>
                  <a:latin typeface="Tahoma" pitchFamily="34" charset="0"/>
                  <a:ea typeface="Tahoma" pitchFamily="34" charset="0"/>
                  <a:cs typeface="Tahoma" pitchFamily="34" charset="0"/>
                </a:rPr>
                <a:t> 3</a:t>
              </a:r>
              <a:endParaRPr kumimoji="0" lang="en-US" sz="4600" b="1" i="0" u="none" strike="noStrike" kern="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p:grpSp>
          <p:nvGrpSpPr>
            <p:cNvPr id="53" name="Group 70">
              <a:extLst>
                <a:ext uri="{FF2B5EF4-FFF2-40B4-BE49-F238E27FC236}">
                  <a16:creationId xmlns:a16="http://schemas.microsoft.com/office/drawing/2014/main" id="{9DB54C55-6C13-4C06-B677-EB45AED0EF74}"/>
                </a:ext>
              </a:extLst>
            </p:cNvPr>
            <p:cNvGrpSpPr/>
            <p:nvPr/>
          </p:nvGrpSpPr>
          <p:grpSpPr>
            <a:xfrm>
              <a:off x="1311958" y="3405486"/>
              <a:ext cx="950173" cy="940513"/>
              <a:chOff x="1311958" y="3405486"/>
              <a:chExt cx="950173" cy="940513"/>
            </a:xfrm>
          </p:grpSpPr>
          <p:sp>
            <p:nvSpPr>
              <p:cNvPr id="54" name="Rectangle 53">
                <a:extLst>
                  <a:ext uri="{FF2B5EF4-FFF2-40B4-BE49-F238E27FC236}">
                    <a16:creationId xmlns:a16="http://schemas.microsoft.com/office/drawing/2014/main" id="{F43D8799-9111-4045-A7B0-7DF40BFE6CB2}"/>
                  </a:ext>
                </a:extLst>
              </p:cNvPr>
              <p:cNvSpPr/>
              <p:nvPr/>
            </p:nvSpPr>
            <p:spPr>
              <a:xfrm>
                <a:off x="1406975" y="3672018"/>
                <a:ext cx="596676" cy="54031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5" name="Freeform 13">
                <a:extLst>
                  <a:ext uri="{FF2B5EF4-FFF2-40B4-BE49-F238E27FC236}">
                    <a16:creationId xmlns:a16="http://schemas.microsoft.com/office/drawing/2014/main" id="{0964B461-7639-42FF-9628-5AEBCC705C50}"/>
                  </a:ext>
                </a:extLst>
              </p:cNvPr>
              <p:cNvSpPr>
                <a:spLocks noEditPoints="1"/>
              </p:cNvSpPr>
              <p:nvPr/>
            </p:nvSpPr>
            <p:spPr bwMode="auto">
              <a:xfrm>
                <a:off x="1311958" y="3581027"/>
                <a:ext cx="190035" cy="268948"/>
              </a:xfrm>
              <a:custGeom>
                <a:avLst/>
                <a:gdLst>
                  <a:gd name="T0" fmla="*/ 34 w 50"/>
                  <a:gd name="T1" fmla="*/ 16 h 71"/>
                  <a:gd name="T2" fmla="*/ 34 w 50"/>
                  <a:gd name="T3" fmla="*/ 55 h 71"/>
                  <a:gd name="T4" fmla="*/ 16 w 50"/>
                  <a:gd name="T5" fmla="*/ 55 h 71"/>
                  <a:gd name="T6" fmla="*/ 16 w 50"/>
                  <a:gd name="T7" fmla="*/ 16 h 71"/>
                  <a:gd name="T8" fmla="*/ 34 w 50"/>
                  <a:gd name="T9" fmla="*/ 16 h 71"/>
                  <a:gd name="T10" fmla="*/ 34 w 50"/>
                  <a:gd name="T11" fmla="*/ 0 h 71"/>
                  <a:gd name="T12" fmla="*/ 16 w 50"/>
                  <a:gd name="T13" fmla="*/ 0 h 71"/>
                  <a:gd name="T14" fmla="*/ 0 w 50"/>
                  <a:gd name="T15" fmla="*/ 16 h 71"/>
                  <a:gd name="T16" fmla="*/ 0 w 50"/>
                  <a:gd name="T17" fmla="*/ 55 h 71"/>
                  <a:gd name="T18" fmla="*/ 16 w 50"/>
                  <a:gd name="T19" fmla="*/ 71 h 71"/>
                  <a:gd name="T20" fmla="*/ 34 w 50"/>
                  <a:gd name="T21" fmla="*/ 71 h 71"/>
                  <a:gd name="T22" fmla="*/ 50 w 50"/>
                  <a:gd name="T23" fmla="*/ 55 h 71"/>
                  <a:gd name="T24" fmla="*/ 50 w 50"/>
                  <a:gd name="T25" fmla="*/ 16 h 71"/>
                  <a:gd name="T26" fmla="*/ 34 w 50"/>
                  <a:gd name="T2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1">
                    <a:moveTo>
                      <a:pt x="34" y="16"/>
                    </a:moveTo>
                    <a:cubicBezTo>
                      <a:pt x="34" y="55"/>
                      <a:pt x="34" y="55"/>
                      <a:pt x="34" y="55"/>
                    </a:cubicBezTo>
                    <a:cubicBezTo>
                      <a:pt x="16" y="55"/>
                      <a:pt x="16" y="55"/>
                      <a:pt x="16" y="55"/>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5"/>
                      <a:pt x="0" y="55"/>
                      <a:pt x="0" y="55"/>
                    </a:cubicBezTo>
                    <a:cubicBezTo>
                      <a:pt x="0" y="64"/>
                      <a:pt x="7" y="71"/>
                      <a:pt x="16" y="71"/>
                    </a:cubicBezTo>
                    <a:cubicBezTo>
                      <a:pt x="34" y="71"/>
                      <a:pt x="34" y="71"/>
                      <a:pt x="34" y="71"/>
                    </a:cubicBezTo>
                    <a:cubicBezTo>
                      <a:pt x="43" y="71"/>
                      <a:pt x="50" y="64"/>
                      <a:pt x="50" y="55"/>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6" name="Freeform 14">
                <a:extLst>
                  <a:ext uri="{FF2B5EF4-FFF2-40B4-BE49-F238E27FC236}">
                    <a16:creationId xmlns:a16="http://schemas.microsoft.com/office/drawing/2014/main" id="{2BD50541-A2D2-439A-9CFF-5A2D5CF0EAFB}"/>
                  </a:ext>
                </a:extLst>
              </p:cNvPr>
              <p:cNvSpPr>
                <a:spLocks noEditPoints="1"/>
              </p:cNvSpPr>
              <p:nvPr/>
            </p:nvSpPr>
            <p:spPr bwMode="auto">
              <a:xfrm>
                <a:off x="1311958" y="3581027"/>
                <a:ext cx="277000" cy="181983"/>
              </a:xfrm>
              <a:custGeom>
                <a:avLst/>
                <a:gdLst>
                  <a:gd name="T0" fmla="*/ 57 w 73"/>
                  <a:gd name="T1" fmla="*/ 16 h 48"/>
                  <a:gd name="T2" fmla="*/ 57 w 73"/>
                  <a:gd name="T3" fmla="*/ 32 h 48"/>
                  <a:gd name="T4" fmla="*/ 16 w 73"/>
                  <a:gd name="T5" fmla="*/ 32 h 48"/>
                  <a:gd name="T6" fmla="*/ 16 w 73"/>
                  <a:gd name="T7" fmla="*/ 16 h 48"/>
                  <a:gd name="T8" fmla="*/ 57 w 73"/>
                  <a:gd name="T9" fmla="*/ 16 h 48"/>
                  <a:gd name="T10" fmla="*/ 57 w 73"/>
                  <a:gd name="T11" fmla="*/ 0 h 48"/>
                  <a:gd name="T12" fmla="*/ 16 w 73"/>
                  <a:gd name="T13" fmla="*/ 0 h 48"/>
                  <a:gd name="T14" fmla="*/ 0 w 73"/>
                  <a:gd name="T15" fmla="*/ 16 h 48"/>
                  <a:gd name="T16" fmla="*/ 0 w 73"/>
                  <a:gd name="T17" fmla="*/ 32 h 48"/>
                  <a:gd name="T18" fmla="*/ 16 w 73"/>
                  <a:gd name="T19" fmla="*/ 48 h 48"/>
                  <a:gd name="T20" fmla="*/ 57 w 73"/>
                  <a:gd name="T21" fmla="*/ 48 h 48"/>
                  <a:gd name="T22" fmla="*/ 73 w 73"/>
                  <a:gd name="T23" fmla="*/ 32 h 48"/>
                  <a:gd name="T24" fmla="*/ 73 w 73"/>
                  <a:gd name="T25" fmla="*/ 16 h 48"/>
                  <a:gd name="T26" fmla="*/ 57 w 73"/>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8">
                    <a:moveTo>
                      <a:pt x="57" y="16"/>
                    </a:moveTo>
                    <a:cubicBezTo>
                      <a:pt x="57" y="32"/>
                      <a:pt x="57" y="32"/>
                      <a:pt x="57" y="32"/>
                    </a:cubicBezTo>
                    <a:cubicBezTo>
                      <a:pt x="16" y="32"/>
                      <a:pt x="16" y="32"/>
                      <a:pt x="16" y="32"/>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2"/>
                      <a:pt x="0" y="32"/>
                      <a:pt x="0" y="32"/>
                    </a:cubicBezTo>
                    <a:cubicBezTo>
                      <a:pt x="0" y="41"/>
                      <a:pt x="7" y="48"/>
                      <a:pt x="16" y="48"/>
                    </a:cubicBezTo>
                    <a:cubicBezTo>
                      <a:pt x="57" y="48"/>
                      <a:pt x="57" y="48"/>
                      <a:pt x="57" y="48"/>
                    </a:cubicBezTo>
                    <a:cubicBezTo>
                      <a:pt x="66" y="48"/>
                      <a:pt x="73" y="41"/>
                      <a:pt x="73" y="32"/>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7" name="Freeform 15">
                <a:extLst>
                  <a:ext uri="{FF2B5EF4-FFF2-40B4-BE49-F238E27FC236}">
                    <a16:creationId xmlns:a16="http://schemas.microsoft.com/office/drawing/2014/main" id="{25BBDF65-0816-4435-86C9-CE992D59BA26}"/>
                  </a:ext>
                </a:extLst>
              </p:cNvPr>
              <p:cNvSpPr>
                <a:spLocks noEditPoints="1"/>
              </p:cNvSpPr>
              <p:nvPr/>
            </p:nvSpPr>
            <p:spPr bwMode="auto">
              <a:xfrm>
                <a:off x="1563190" y="3581027"/>
                <a:ext cx="285052" cy="181983"/>
              </a:xfrm>
              <a:custGeom>
                <a:avLst/>
                <a:gdLst>
                  <a:gd name="T0" fmla="*/ 58 w 75"/>
                  <a:gd name="T1" fmla="*/ 16 h 48"/>
                  <a:gd name="T2" fmla="*/ 43 w 75"/>
                  <a:gd name="T3" fmla="*/ 32 h 48"/>
                  <a:gd name="T4" fmla="*/ 16 w 75"/>
                  <a:gd name="T5" fmla="*/ 32 h 48"/>
                  <a:gd name="T6" fmla="*/ 16 w 75"/>
                  <a:gd name="T7" fmla="*/ 16 h 48"/>
                  <a:gd name="T8" fmla="*/ 58 w 75"/>
                  <a:gd name="T9" fmla="*/ 16 h 48"/>
                  <a:gd name="T10" fmla="*/ 58 w 75"/>
                  <a:gd name="T11" fmla="*/ 0 h 48"/>
                  <a:gd name="T12" fmla="*/ 16 w 75"/>
                  <a:gd name="T13" fmla="*/ 0 h 48"/>
                  <a:gd name="T14" fmla="*/ 0 w 75"/>
                  <a:gd name="T15" fmla="*/ 16 h 48"/>
                  <a:gd name="T16" fmla="*/ 0 w 75"/>
                  <a:gd name="T17" fmla="*/ 32 h 48"/>
                  <a:gd name="T18" fmla="*/ 16 w 75"/>
                  <a:gd name="T19" fmla="*/ 48 h 48"/>
                  <a:gd name="T20" fmla="*/ 43 w 75"/>
                  <a:gd name="T21" fmla="*/ 48 h 48"/>
                  <a:gd name="T22" fmla="*/ 55 w 75"/>
                  <a:gd name="T23" fmla="*/ 43 h 48"/>
                  <a:gd name="T24" fmla="*/ 70 w 75"/>
                  <a:gd name="T25" fmla="*/ 26 h 48"/>
                  <a:gd name="T26" fmla="*/ 73 w 75"/>
                  <a:gd name="T27" fmla="*/ 9 h 48"/>
                  <a:gd name="T28" fmla="*/ 58 w 75"/>
                  <a:gd name="T2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8">
                    <a:moveTo>
                      <a:pt x="58" y="16"/>
                    </a:moveTo>
                    <a:cubicBezTo>
                      <a:pt x="43" y="32"/>
                      <a:pt x="43" y="32"/>
                      <a:pt x="43" y="32"/>
                    </a:cubicBezTo>
                    <a:cubicBezTo>
                      <a:pt x="16" y="32"/>
                      <a:pt x="16" y="32"/>
                      <a:pt x="16" y="32"/>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2"/>
                      <a:pt x="0" y="32"/>
                      <a:pt x="0" y="32"/>
                    </a:cubicBezTo>
                    <a:cubicBezTo>
                      <a:pt x="0" y="41"/>
                      <a:pt x="8" y="48"/>
                      <a:pt x="16" y="48"/>
                    </a:cubicBezTo>
                    <a:cubicBezTo>
                      <a:pt x="43" y="48"/>
                      <a:pt x="43" y="48"/>
                      <a:pt x="43" y="48"/>
                    </a:cubicBezTo>
                    <a:cubicBezTo>
                      <a:pt x="48" y="48"/>
                      <a:pt x="52" y="46"/>
                      <a:pt x="55" y="43"/>
                    </a:cubicBezTo>
                    <a:cubicBezTo>
                      <a:pt x="70" y="26"/>
                      <a:pt x="70" y="26"/>
                      <a:pt x="70" y="26"/>
                    </a:cubicBezTo>
                    <a:cubicBezTo>
                      <a:pt x="74" y="22"/>
                      <a:pt x="75" y="15"/>
                      <a:pt x="73" y="9"/>
                    </a:cubicBezTo>
                    <a:cubicBezTo>
                      <a:pt x="70" y="3"/>
                      <a:pt x="64"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8" name="Freeform 16">
                <a:extLst>
                  <a:ext uri="{FF2B5EF4-FFF2-40B4-BE49-F238E27FC236}">
                    <a16:creationId xmlns:a16="http://schemas.microsoft.com/office/drawing/2014/main" id="{D17517C7-E177-434D-8C4D-A78AAA7627E4}"/>
                  </a:ext>
                </a:extLst>
              </p:cNvPr>
              <p:cNvSpPr>
                <a:spLocks noEditPoints="1"/>
              </p:cNvSpPr>
              <p:nvPr/>
            </p:nvSpPr>
            <p:spPr bwMode="auto">
              <a:xfrm>
                <a:off x="1563190" y="4151132"/>
                <a:ext cx="280221" cy="194867"/>
              </a:xfrm>
              <a:custGeom>
                <a:avLst/>
                <a:gdLst>
                  <a:gd name="T0" fmla="*/ 58 w 74"/>
                  <a:gd name="T1" fmla="*/ 16 h 51"/>
                  <a:gd name="T2" fmla="*/ 58 w 74"/>
                  <a:gd name="T3" fmla="*/ 35 h 51"/>
                  <a:gd name="T4" fmla="*/ 16 w 74"/>
                  <a:gd name="T5" fmla="*/ 35 h 51"/>
                  <a:gd name="T6" fmla="*/ 16 w 74"/>
                  <a:gd name="T7" fmla="*/ 16 h 51"/>
                  <a:gd name="T8" fmla="*/ 58 w 74"/>
                  <a:gd name="T9" fmla="*/ 16 h 51"/>
                  <a:gd name="T10" fmla="*/ 58 w 74"/>
                  <a:gd name="T11" fmla="*/ 0 h 51"/>
                  <a:gd name="T12" fmla="*/ 16 w 74"/>
                  <a:gd name="T13" fmla="*/ 0 h 51"/>
                  <a:gd name="T14" fmla="*/ 0 w 74"/>
                  <a:gd name="T15" fmla="*/ 16 h 51"/>
                  <a:gd name="T16" fmla="*/ 0 w 74"/>
                  <a:gd name="T17" fmla="*/ 35 h 51"/>
                  <a:gd name="T18" fmla="*/ 16 w 74"/>
                  <a:gd name="T19" fmla="*/ 51 h 51"/>
                  <a:gd name="T20" fmla="*/ 58 w 74"/>
                  <a:gd name="T21" fmla="*/ 51 h 51"/>
                  <a:gd name="T22" fmla="*/ 74 w 74"/>
                  <a:gd name="T23" fmla="*/ 35 h 51"/>
                  <a:gd name="T24" fmla="*/ 74 w 74"/>
                  <a:gd name="T25" fmla="*/ 16 h 51"/>
                  <a:gd name="T26" fmla="*/ 58 w 74"/>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1">
                    <a:moveTo>
                      <a:pt x="58" y="16"/>
                    </a:moveTo>
                    <a:cubicBezTo>
                      <a:pt x="58" y="35"/>
                      <a:pt x="58" y="35"/>
                      <a:pt x="58" y="35"/>
                    </a:cubicBezTo>
                    <a:cubicBezTo>
                      <a:pt x="16" y="35"/>
                      <a:pt x="16" y="35"/>
                      <a:pt x="16" y="35"/>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5"/>
                      <a:pt x="0" y="35"/>
                      <a:pt x="0" y="35"/>
                    </a:cubicBezTo>
                    <a:cubicBezTo>
                      <a:pt x="0" y="43"/>
                      <a:pt x="8" y="51"/>
                      <a:pt x="16" y="51"/>
                    </a:cubicBezTo>
                    <a:cubicBezTo>
                      <a:pt x="58" y="51"/>
                      <a:pt x="58" y="51"/>
                      <a:pt x="58" y="51"/>
                    </a:cubicBezTo>
                    <a:cubicBezTo>
                      <a:pt x="67" y="51"/>
                      <a:pt x="74" y="43"/>
                      <a:pt x="74" y="35"/>
                    </a:cubicBezTo>
                    <a:cubicBezTo>
                      <a:pt x="74" y="16"/>
                      <a:pt x="74" y="16"/>
                      <a:pt x="74" y="16"/>
                    </a:cubicBezTo>
                    <a:cubicBezTo>
                      <a:pt x="74" y="7"/>
                      <a:pt x="67"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9" name="Freeform 17">
                <a:extLst>
                  <a:ext uri="{FF2B5EF4-FFF2-40B4-BE49-F238E27FC236}">
                    <a16:creationId xmlns:a16="http://schemas.microsoft.com/office/drawing/2014/main" id="{9B01B60B-B2FF-4665-8ED7-490257C21EAE}"/>
                  </a:ext>
                </a:extLst>
              </p:cNvPr>
              <p:cNvSpPr>
                <a:spLocks noEditPoints="1"/>
              </p:cNvSpPr>
              <p:nvPr/>
            </p:nvSpPr>
            <p:spPr bwMode="auto">
              <a:xfrm>
                <a:off x="1311958" y="4064167"/>
                <a:ext cx="19003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0" name="Freeform 18">
                <a:extLst>
                  <a:ext uri="{FF2B5EF4-FFF2-40B4-BE49-F238E27FC236}">
                    <a16:creationId xmlns:a16="http://schemas.microsoft.com/office/drawing/2014/main" id="{19109C17-AF6D-4476-A672-55EC71EF9A0D}"/>
                  </a:ext>
                </a:extLst>
              </p:cNvPr>
              <p:cNvSpPr>
                <a:spLocks noEditPoints="1"/>
              </p:cNvSpPr>
              <p:nvPr/>
            </p:nvSpPr>
            <p:spPr bwMode="auto">
              <a:xfrm>
                <a:off x="1311958" y="4151132"/>
                <a:ext cx="27700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1" name="Freeform 19">
                <a:extLst>
                  <a:ext uri="{FF2B5EF4-FFF2-40B4-BE49-F238E27FC236}">
                    <a16:creationId xmlns:a16="http://schemas.microsoft.com/office/drawing/2014/main" id="{81AC942F-911A-4CB3-9629-21F5E1B5FBC6}"/>
                  </a:ext>
                </a:extLst>
              </p:cNvPr>
              <p:cNvSpPr>
                <a:spLocks noEditPoints="1"/>
              </p:cNvSpPr>
              <p:nvPr/>
            </p:nvSpPr>
            <p:spPr bwMode="auto">
              <a:xfrm>
                <a:off x="1311958" y="3820986"/>
                <a:ext cx="19003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2" name="Freeform 20">
                <a:extLst>
                  <a:ext uri="{FF2B5EF4-FFF2-40B4-BE49-F238E27FC236}">
                    <a16:creationId xmlns:a16="http://schemas.microsoft.com/office/drawing/2014/main" id="{D9F382EA-F4E2-4501-BC82-C78D2C810BC9}"/>
                  </a:ext>
                </a:extLst>
              </p:cNvPr>
              <p:cNvSpPr>
                <a:spLocks noEditPoints="1"/>
              </p:cNvSpPr>
              <p:nvPr/>
            </p:nvSpPr>
            <p:spPr bwMode="auto">
              <a:xfrm>
                <a:off x="1907830" y="4064167"/>
                <a:ext cx="19164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3" name="Freeform 21">
                <a:extLst>
                  <a:ext uri="{FF2B5EF4-FFF2-40B4-BE49-F238E27FC236}">
                    <a16:creationId xmlns:a16="http://schemas.microsoft.com/office/drawing/2014/main" id="{F1ECB0E6-4452-4C42-BAAB-DC3E74C35AE2}"/>
                  </a:ext>
                </a:extLst>
              </p:cNvPr>
              <p:cNvSpPr>
                <a:spLocks noEditPoints="1"/>
              </p:cNvSpPr>
              <p:nvPr/>
            </p:nvSpPr>
            <p:spPr bwMode="auto">
              <a:xfrm>
                <a:off x="1820865" y="4151132"/>
                <a:ext cx="27861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4" name="Freeform 22">
                <a:extLst>
                  <a:ext uri="{FF2B5EF4-FFF2-40B4-BE49-F238E27FC236}">
                    <a16:creationId xmlns:a16="http://schemas.microsoft.com/office/drawing/2014/main" id="{4BAED771-D18E-4AB8-90C4-545B70E84253}"/>
                  </a:ext>
                </a:extLst>
              </p:cNvPr>
              <p:cNvSpPr>
                <a:spLocks noEditPoints="1"/>
              </p:cNvSpPr>
              <p:nvPr/>
            </p:nvSpPr>
            <p:spPr bwMode="auto">
              <a:xfrm>
                <a:off x="1907830" y="3820986"/>
                <a:ext cx="19164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5" name="Freeform 23">
                <a:extLst>
                  <a:ext uri="{FF2B5EF4-FFF2-40B4-BE49-F238E27FC236}">
                    <a16:creationId xmlns:a16="http://schemas.microsoft.com/office/drawing/2014/main" id="{9015FA6A-8E42-44EB-BD0B-B4F3C8124FCA}"/>
                  </a:ext>
                </a:extLst>
              </p:cNvPr>
              <p:cNvSpPr>
                <a:spLocks noEditPoints="1"/>
              </p:cNvSpPr>
              <p:nvPr/>
            </p:nvSpPr>
            <p:spPr bwMode="auto">
              <a:xfrm>
                <a:off x="1661428" y="3405486"/>
                <a:ext cx="600703" cy="594262"/>
              </a:xfrm>
              <a:custGeom>
                <a:avLst/>
                <a:gdLst>
                  <a:gd name="T0" fmla="*/ 105 w 158"/>
                  <a:gd name="T1" fmla="*/ 16 h 156"/>
                  <a:gd name="T2" fmla="*/ 140 w 158"/>
                  <a:gd name="T3" fmla="*/ 56 h 156"/>
                  <a:gd name="T4" fmla="*/ 56 w 158"/>
                  <a:gd name="T5" fmla="*/ 140 h 156"/>
                  <a:gd name="T6" fmla="*/ 17 w 158"/>
                  <a:gd name="T7" fmla="*/ 99 h 156"/>
                  <a:gd name="T8" fmla="*/ 105 w 158"/>
                  <a:gd name="T9" fmla="*/ 16 h 156"/>
                  <a:gd name="T10" fmla="*/ 105 w 158"/>
                  <a:gd name="T11" fmla="*/ 0 h 156"/>
                  <a:gd name="T12" fmla="*/ 94 w 158"/>
                  <a:gd name="T13" fmla="*/ 5 h 156"/>
                  <a:gd name="T14" fmla="*/ 6 w 158"/>
                  <a:gd name="T15" fmla="*/ 87 h 156"/>
                  <a:gd name="T16" fmla="*/ 5 w 158"/>
                  <a:gd name="T17" fmla="*/ 109 h 156"/>
                  <a:gd name="T18" fmla="*/ 44 w 158"/>
                  <a:gd name="T19" fmla="*/ 151 h 156"/>
                  <a:gd name="T20" fmla="*/ 55 w 158"/>
                  <a:gd name="T21" fmla="*/ 156 h 156"/>
                  <a:gd name="T22" fmla="*/ 56 w 158"/>
                  <a:gd name="T23" fmla="*/ 156 h 156"/>
                  <a:gd name="T24" fmla="*/ 67 w 158"/>
                  <a:gd name="T25" fmla="*/ 152 h 156"/>
                  <a:gd name="T26" fmla="*/ 151 w 158"/>
                  <a:gd name="T27" fmla="*/ 67 h 156"/>
                  <a:gd name="T28" fmla="*/ 152 w 158"/>
                  <a:gd name="T29" fmla="*/ 45 h 156"/>
                  <a:gd name="T30" fmla="*/ 117 w 158"/>
                  <a:gd name="T31" fmla="*/ 6 h 156"/>
                  <a:gd name="T32" fmla="*/ 105 w 158"/>
                  <a:gd name="T33" fmla="*/ 0 h 156"/>
                  <a:gd name="T34" fmla="*/ 105 w 158"/>
                  <a:gd name="T3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 h="156">
                    <a:moveTo>
                      <a:pt x="105" y="16"/>
                    </a:moveTo>
                    <a:cubicBezTo>
                      <a:pt x="140" y="56"/>
                      <a:pt x="140" y="56"/>
                      <a:pt x="140" y="56"/>
                    </a:cubicBezTo>
                    <a:cubicBezTo>
                      <a:pt x="56" y="140"/>
                      <a:pt x="56" y="140"/>
                      <a:pt x="56" y="140"/>
                    </a:cubicBezTo>
                    <a:cubicBezTo>
                      <a:pt x="17" y="99"/>
                      <a:pt x="17" y="99"/>
                      <a:pt x="17" y="99"/>
                    </a:cubicBezTo>
                    <a:cubicBezTo>
                      <a:pt x="105" y="16"/>
                      <a:pt x="105" y="16"/>
                      <a:pt x="105" y="16"/>
                    </a:cubicBezTo>
                    <a:moveTo>
                      <a:pt x="105" y="0"/>
                    </a:moveTo>
                    <a:cubicBezTo>
                      <a:pt x="101" y="0"/>
                      <a:pt x="97" y="2"/>
                      <a:pt x="94" y="5"/>
                    </a:cubicBezTo>
                    <a:cubicBezTo>
                      <a:pt x="6" y="87"/>
                      <a:pt x="6" y="87"/>
                      <a:pt x="6" y="87"/>
                    </a:cubicBezTo>
                    <a:cubicBezTo>
                      <a:pt x="0" y="93"/>
                      <a:pt x="0" y="103"/>
                      <a:pt x="5" y="109"/>
                    </a:cubicBezTo>
                    <a:cubicBezTo>
                      <a:pt x="44" y="151"/>
                      <a:pt x="44" y="151"/>
                      <a:pt x="44" y="151"/>
                    </a:cubicBezTo>
                    <a:cubicBezTo>
                      <a:pt x="47" y="154"/>
                      <a:pt x="51" y="156"/>
                      <a:pt x="55" y="156"/>
                    </a:cubicBezTo>
                    <a:cubicBezTo>
                      <a:pt x="55" y="156"/>
                      <a:pt x="56" y="156"/>
                      <a:pt x="56" y="156"/>
                    </a:cubicBezTo>
                    <a:cubicBezTo>
                      <a:pt x="60" y="156"/>
                      <a:pt x="64" y="155"/>
                      <a:pt x="67" y="152"/>
                    </a:cubicBezTo>
                    <a:cubicBezTo>
                      <a:pt x="151" y="67"/>
                      <a:pt x="151" y="67"/>
                      <a:pt x="151" y="67"/>
                    </a:cubicBezTo>
                    <a:cubicBezTo>
                      <a:pt x="157" y="61"/>
                      <a:pt x="158" y="52"/>
                      <a:pt x="152" y="45"/>
                    </a:cubicBezTo>
                    <a:cubicBezTo>
                      <a:pt x="117" y="6"/>
                      <a:pt x="117" y="6"/>
                      <a:pt x="117" y="6"/>
                    </a:cubicBezTo>
                    <a:cubicBezTo>
                      <a:pt x="114" y="3"/>
                      <a:pt x="110" y="1"/>
                      <a:pt x="105" y="0"/>
                    </a:cubicBezTo>
                    <a:cubicBezTo>
                      <a:pt x="105" y="0"/>
                      <a:pt x="105" y="0"/>
                      <a:pt x="105"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6" name="Freeform 24">
                <a:extLst>
                  <a:ext uri="{FF2B5EF4-FFF2-40B4-BE49-F238E27FC236}">
                    <a16:creationId xmlns:a16="http://schemas.microsoft.com/office/drawing/2014/main" id="{67CF42F9-44A5-43B1-8433-A9E6B4A6ADC5}"/>
                  </a:ext>
                </a:extLst>
              </p:cNvPr>
              <p:cNvSpPr>
                <a:spLocks noEditPoints="1"/>
              </p:cNvSpPr>
              <p:nvPr/>
            </p:nvSpPr>
            <p:spPr bwMode="auto">
              <a:xfrm>
                <a:off x="1555138" y="3790388"/>
                <a:ext cx="318872" cy="293105"/>
              </a:xfrm>
              <a:custGeom>
                <a:avLst/>
                <a:gdLst>
                  <a:gd name="T0" fmla="*/ 32 w 84"/>
                  <a:gd name="T1" fmla="*/ 16 h 77"/>
                  <a:gd name="T2" fmla="*/ 67 w 84"/>
                  <a:gd name="T3" fmla="*/ 50 h 77"/>
                  <a:gd name="T4" fmla="*/ 17 w 84"/>
                  <a:gd name="T5" fmla="*/ 61 h 77"/>
                  <a:gd name="T6" fmla="*/ 32 w 84"/>
                  <a:gd name="T7" fmla="*/ 16 h 77"/>
                  <a:gd name="T8" fmla="*/ 32 w 84"/>
                  <a:gd name="T9" fmla="*/ 0 h 77"/>
                  <a:gd name="T10" fmla="*/ 28 w 84"/>
                  <a:gd name="T11" fmla="*/ 1 h 77"/>
                  <a:gd name="T12" fmla="*/ 17 w 84"/>
                  <a:gd name="T13" fmla="*/ 11 h 77"/>
                  <a:gd name="T14" fmla="*/ 2 w 84"/>
                  <a:gd name="T15" fmla="*/ 56 h 77"/>
                  <a:gd name="T16" fmla="*/ 5 w 84"/>
                  <a:gd name="T17" fmla="*/ 72 h 77"/>
                  <a:gd name="T18" fmla="*/ 17 w 84"/>
                  <a:gd name="T19" fmla="*/ 77 h 77"/>
                  <a:gd name="T20" fmla="*/ 20 w 84"/>
                  <a:gd name="T21" fmla="*/ 76 h 77"/>
                  <a:gd name="T22" fmla="*/ 71 w 84"/>
                  <a:gd name="T23" fmla="*/ 65 h 77"/>
                  <a:gd name="T24" fmla="*/ 83 w 84"/>
                  <a:gd name="T25" fmla="*/ 54 h 77"/>
                  <a:gd name="T26" fmla="*/ 78 w 84"/>
                  <a:gd name="T27" fmla="*/ 38 h 77"/>
                  <a:gd name="T28" fmla="*/ 43 w 84"/>
                  <a:gd name="T29" fmla="*/ 5 h 77"/>
                  <a:gd name="T30" fmla="*/ 32 w 84"/>
                  <a:gd name="T3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77">
                    <a:moveTo>
                      <a:pt x="32" y="16"/>
                    </a:moveTo>
                    <a:cubicBezTo>
                      <a:pt x="67" y="50"/>
                      <a:pt x="67" y="50"/>
                      <a:pt x="67" y="50"/>
                    </a:cubicBezTo>
                    <a:cubicBezTo>
                      <a:pt x="17" y="61"/>
                      <a:pt x="17" y="61"/>
                      <a:pt x="17" y="61"/>
                    </a:cubicBezTo>
                    <a:cubicBezTo>
                      <a:pt x="32" y="16"/>
                      <a:pt x="32" y="16"/>
                      <a:pt x="32" y="16"/>
                    </a:cubicBezTo>
                    <a:moveTo>
                      <a:pt x="32" y="0"/>
                    </a:moveTo>
                    <a:cubicBezTo>
                      <a:pt x="31" y="0"/>
                      <a:pt x="29" y="0"/>
                      <a:pt x="28" y="1"/>
                    </a:cubicBezTo>
                    <a:cubicBezTo>
                      <a:pt x="23" y="2"/>
                      <a:pt x="18" y="6"/>
                      <a:pt x="17" y="11"/>
                    </a:cubicBezTo>
                    <a:cubicBezTo>
                      <a:pt x="2" y="56"/>
                      <a:pt x="2" y="56"/>
                      <a:pt x="2" y="56"/>
                    </a:cubicBezTo>
                    <a:cubicBezTo>
                      <a:pt x="0" y="61"/>
                      <a:pt x="1" y="67"/>
                      <a:pt x="5" y="72"/>
                    </a:cubicBezTo>
                    <a:cubicBezTo>
                      <a:pt x="8" y="75"/>
                      <a:pt x="12" y="77"/>
                      <a:pt x="17" y="77"/>
                    </a:cubicBezTo>
                    <a:cubicBezTo>
                      <a:pt x="18" y="77"/>
                      <a:pt x="19" y="77"/>
                      <a:pt x="20" y="76"/>
                    </a:cubicBezTo>
                    <a:cubicBezTo>
                      <a:pt x="71" y="65"/>
                      <a:pt x="71" y="65"/>
                      <a:pt x="71" y="65"/>
                    </a:cubicBezTo>
                    <a:cubicBezTo>
                      <a:pt x="77" y="64"/>
                      <a:pt x="81" y="59"/>
                      <a:pt x="83" y="54"/>
                    </a:cubicBezTo>
                    <a:cubicBezTo>
                      <a:pt x="84" y="48"/>
                      <a:pt x="83" y="42"/>
                      <a:pt x="78" y="38"/>
                    </a:cubicBezTo>
                    <a:cubicBezTo>
                      <a:pt x="43" y="5"/>
                      <a:pt x="43" y="5"/>
                      <a:pt x="43" y="5"/>
                    </a:cubicBezTo>
                    <a:cubicBezTo>
                      <a:pt x="40" y="2"/>
                      <a:pt x="36" y="0"/>
                      <a:pt x="32"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7" name="Freeform 25">
                <a:extLst>
                  <a:ext uri="{FF2B5EF4-FFF2-40B4-BE49-F238E27FC236}">
                    <a16:creationId xmlns:a16="http://schemas.microsoft.com/office/drawing/2014/main" id="{024383A2-15A9-46AB-9836-B440A160DEB9}"/>
                  </a:ext>
                </a:extLst>
              </p:cNvPr>
              <p:cNvSpPr>
                <a:spLocks/>
              </p:cNvSpPr>
              <p:nvPr/>
            </p:nvSpPr>
            <p:spPr bwMode="auto">
              <a:xfrm>
                <a:off x="1371545" y="3642225"/>
                <a:ext cx="69249" cy="148163"/>
              </a:xfrm>
              <a:custGeom>
                <a:avLst/>
                <a:gdLst>
                  <a:gd name="T0" fmla="*/ 0 w 43"/>
                  <a:gd name="T1" fmla="*/ 0 h 92"/>
                  <a:gd name="T2" fmla="*/ 43 w 43"/>
                  <a:gd name="T3" fmla="*/ 0 h 92"/>
                  <a:gd name="T4" fmla="*/ 43 w 43"/>
                  <a:gd name="T5" fmla="*/ 92 h 92"/>
                  <a:gd name="T6" fmla="*/ 0 w 43"/>
                  <a:gd name="T7" fmla="*/ 92 h 92"/>
                  <a:gd name="T8" fmla="*/ 0 w 43"/>
                  <a:gd name="T9" fmla="*/ 0 h 92"/>
                  <a:gd name="T10" fmla="*/ 0 w 43"/>
                  <a:gd name="T11" fmla="*/ 0 h 92"/>
                </a:gdLst>
                <a:ahLst/>
                <a:cxnLst>
                  <a:cxn ang="0">
                    <a:pos x="T0" y="T1"/>
                  </a:cxn>
                  <a:cxn ang="0">
                    <a:pos x="T2" y="T3"/>
                  </a:cxn>
                  <a:cxn ang="0">
                    <a:pos x="T4" y="T5"/>
                  </a:cxn>
                  <a:cxn ang="0">
                    <a:pos x="T6" y="T7"/>
                  </a:cxn>
                  <a:cxn ang="0">
                    <a:pos x="T8" y="T9"/>
                  </a:cxn>
                  <a:cxn ang="0">
                    <a:pos x="T10" y="T11"/>
                  </a:cxn>
                </a:cxnLst>
                <a:rect l="0" t="0" r="r" b="b"/>
                <a:pathLst>
                  <a:path w="43" h="92">
                    <a:moveTo>
                      <a:pt x="0" y="0"/>
                    </a:moveTo>
                    <a:lnTo>
                      <a:pt x="43" y="0"/>
                    </a:lnTo>
                    <a:lnTo>
                      <a:pt x="43" y="92"/>
                    </a:lnTo>
                    <a:lnTo>
                      <a:pt x="0" y="92"/>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8" name="Freeform 26">
                <a:extLst>
                  <a:ext uri="{FF2B5EF4-FFF2-40B4-BE49-F238E27FC236}">
                    <a16:creationId xmlns:a16="http://schemas.microsoft.com/office/drawing/2014/main" id="{CBBC424F-E267-4294-AC7B-C2A365F10E51}"/>
                  </a:ext>
                </a:extLst>
              </p:cNvPr>
              <p:cNvSpPr>
                <a:spLocks/>
              </p:cNvSpPr>
              <p:nvPr/>
            </p:nvSpPr>
            <p:spPr bwMode="auto">
              <a:xfrm>
                <a:off x="1371545" y="3642225"/>
                <a:ext cx="156215" cy="59588"/>
              </a:xfrm>
              <a:custGeom>
                <a:avLst/>
                <a:gdLst>
                  <a:gd name="T0" fmla="*/ 0 w 97"/>
                  <a:gd name="T1" fmla="*/ 0 h 37"/>
                  <a:gd name="T2" fmla="*/ 97 w 97"/>
                  <a:gd name="T3" fmla="*/ 0 h 37"/>
                  <a:gd name="T4" fmla="*/ 97 w 97"/>
                  <a:gd name="T5" fmla="*/ 37 h 37"/>
                  <a:gd name="T6" fmla="*/ 0 w 97"/>
                  <a:gd name="T7" fmla="*/ 37 h 37"/>
                  <a:gd name="T8" fmla="*/ 0 w 97"/>
                  <a:gd name="T9" fmla="*/ 0 h 37"/>
                  <a:gd name="T10" fmla="*/ 0 w 97"/>
                  <a:gd name="T11" fmla="*/ 0 h 37"/>
                </a:gdLst>
                <a:ahLst/>
                <a:cxnLst>
                  <a:cxn ang="0">
                    <a:pos x="T0" y="T1"/>
                  </a:cxn>
                  <a:cxn ang="0">
                    <a:pos x="T2" y="T3"/>
                  </a:cxn>
                  <a:cxn ang="0">
                    <a:pos x="T4" y="T5"/>
                  </a:cxn>
                  <a:cxn ang="0">
                    <a:pos x="T6" y="T7"/>
                  </a:cxn>
                  <a:cxn ang="0">
                    <a:pos x="T8" y="T9"/>
                  </a:cxn>
                  <a:cxn ang="0">
                    <a:pos x="T10" y="T11"/>
                  </a:cxn>
                </a:cxnLst>
                <a:rect l="0" t="0" r="r" b="b"/>
                <a:pathLst>
                  <a:path w="97" h="37">
                    <a:moveTo>
                      <a:pt x="0" y="0"/>
                    </a:moveTo>
                    <a:lnTo>
                      <a:pt x="97" y="0"/>
                    </a:lnTo>
                    <a:lnTo>
                      <a:pt x="97" y="37"/>
                    </a:lnTo>
                    <a:lnTo>
                      <a:pt x="0" y="37"/>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9" name="Freeform 27">
                <a:extLst>
                  <a:ext uri="{FF2B5EF4-FFF2-40B4-BE49-F238E27FC236}">
                    <a16:creationId xmlns:a16="http://schemas.microsoft.com/office/drawing/2014/main" id="{E10F5550-7A5C-4D04-AF81-314FA07D9743}"/>
                  </a:ext>
                </a:extLst>
              </p:cNvPr>
              <p:cNvSpPr>
                <a:spLocks/>
              </p:cNvSpPr>
              <p:nvPr/>
            </p:nvSpPr>
            <p:spPr bwMode="auto">
              <a:xfrm>
                <a:off x="1622777" y="3642225"/>
                <a:ext cx="161046" cy="59588"/>
              </a:xfrm>
              <a:custGeom>
                <a:avLst/>
                <a:gdLst>
                  <a:gd name="T0" fmla="*/ 0 w 100"/>
                  <a:gd name="T1" fmla="*/ 37 h 37"/>
                  <a:gd name="T2" fmla="*/ 0 w 100"/>
                  <a:gd name="T3" fmla="*/ 0 h 37"/>
                  <a:gd name="T4" fmla="*/ 100 w 100"/>
                  <a:gd name="T5" fmla="*/ 0 h 37"/>
                  <a:gd name="T6" fmla="*/ 64 w 100"/>
                  <a:gd name="T7" fmla="*/ 37 h 37"/>
                  <a:gd name="T8" fmla="*/ 0 w 100"/>
                  <a:gd name="T9" fmla="*/ 37 h 37"/>
                  <a:gd name="T10" fmla="*/ 0 w 100"/>
                  <a:gd name="T11" fmla="*/ 37 h 37"/>
                  <a:gd name="T12" fmla="*/ 0 w 100"/>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100" h="37">
                    <a:moveTo>
                      <a:pt x="0" y="37"/>
                    </a:moveTo>
                    <a:lnTo>
                      <a:pt x="0" y="0"/>
                    </a:lnTo>
                    <a:lnTo>
                      <a:pt x="100" y="0"/>
                    </a:lnTo>
                    <a:lnTo>
                      <a:pt x="64" y="37"/>
                    </a:lnTo>
                    <a:lnTo>
                      <a:pt x="0" y="37"/>
                    </a:lnTo>
                    <a:lnTo>
                      <a:pt x="0" y="37"/>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0" name="Freeform 28">
                <a:extLst>
                  <a:ext uri="{FF2B5EF4-FFF2-40B4-BE49-F238E27FC236}">
                    <a16:creationId xmlns:a16="http://schemas.microsoft.com/office/drawing/2014/main" id="{C84E9659-ABE6-4728-B9E2-CF1DABABE7FE}"/>
                  </a:ext>
                </a:extLst>
              </p:cNvPr>
              <p:cNvSpPr>
                <a:spLocks/>
              </p:cNvSpPr>
              <p:nvPr/>
            </p:nvSpPr>
            <p:spPr bwMode="auto">
              <a:xfrm>
                <a:off x="1622777" y="4212330"/>
                <a:ext cx="161046" cy="72471"/>
              </a:xfrm>
              <a:custGeom>
                <a:avLst/>
                <a:gdLst>
                  <a:gd name="T0" fmla="*/ 0 w 100"/>
                  <a:gd name="T1" fmla="*/ 0 h 45"/>
                  <a:gd name="T2" fmla="*/ 100 w 100"/>
                  <a:gd name="T3" fmla="*/ 0 h 45"/>
                  <a:gd name="T4" fmla="*/ 100 w 100"/>
                  <a:gd name="T5" fmla="*/ 45 h 45"/>
                  <a:gd name="T6" fmla="*/ 0 w 100"/>
                  <a:gd name="T7" fmla="*/ 45 h 45"/>
                  <a:gd name="T8" fmla="*/ 0 w 100"/>
                  <a:gd name="T9" fmla="*/ 0 h 45"/>
                  <a:gd name="T10" fmla="*/ 0 w 100"/>
                  <a:gd name="T11" fmla="*/ 0 h 45"/>
                </a:gdLst>
                <a:ahLst/>
                <a:cxnLst>
                  <a:cxn ang="0">
                    <a:pos x="T0" y="T1"/>
                  </a:cxn>
                  <a:cxn ang="0">
                    <a:pos x="T2" y="T3"/>
                  </a:cxn>
                  <a:cxn ang="0">
                    <a:pos x="T4" y="T5"/>
                  </a:cxn>
                  <a:cxn ang="0">
                    <a:pos x="T6" y="T7"/>
                  </a:cxn>
                  <a:cxn ang="0">
                    <a:pos x="T8" y="T9"/>
                  </a:cxn>
                  <a:cxn ang="0">
                    <a:pos x="T10" y="T11"/>
                  </a:cxn>
                </a:cxnLst>
                <a:rect l="0" t="0" r="r" b="b"/>
                <a:pathLst>
                  <a:path w="100" h="45">
                    <a:moveTo>
                      <a:pt x="0" y="0"/>
                    </a:moveTo>
                    <a:lnTo>
                      <a:pt x="100" y="0"/>
                    </a:lnTo>
                    <a:lnTo>
                      <a:pt x="100"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1" name="Freeform 29">
                <a:extLst>
                  <a:ext uri="{FF2B5EF4-FFF2-40B4-BE49-F238E27FC236}">
                    <a16:creationId xmlns:a16="http://schemas.microsoft.com/office/drawing/2014/main" id="{916FD9E1-4B27-47DC-BD7B-069CB432303C}"/>
                  </a:ext>
                </a:extLst>
              </p:cNvPr>
              <p:cNvSpPr>
                <a:spLocks/>
              </p:cNvSpPr>
              <p:nvPr/>
            </p:nvSpPr>
            <p:spPr bwMode="auto">
              <a:xfrm>
                <a:off x="1371545"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2" name="Freeform 30">
                <a:extLst>
                  <a:ext uri="{FF2B5EF4-FFF2-40B4-BE49-F238E27FC236}">
                    <a16:creationId xmlns:a16="http://schemas.microsoft.com/office/drawing/2014/main" id="{B4BE53A6-C202-4DAE-812F-04AC26C7D3EF}"/>
                  </a:ext>
                </a:extLst>
              </p:cNvPr>
              <p:cNvSpPr>
                <a:spLocks/>
              </p:cNvSpPr>
              <p:nvPr/>
            </p:nvSpPr>
            <p:spPr bwMode="auto">
              <a:xfrm>
                <a:off x="1371545"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3" name="Freeform 31">
                <a:extLst>
                  <a:ext uri="{FF2B5EF4-FFF2-40B4-BE49-F238E27FC236}">
                    <a16:creationId xmlns:a16="http://schemas.microsoft.com/office/drawing/2014/main" id="{F246C574-3DC7-4E89-8F0D-9001EDC8B76B}"/>
                  </a:ext>
                </a:extLst>
              </p:cNvPr>
              <p:cNvSpPr>
                <a:spLocks/>
              </p:cNvSpPr>
              <p:nvPr/>
            </p:nvSpPr>
            <p:spPr bwMode="auto">
              <a:xfrm>
                <a:off x="1371545"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4" name="Freeform 32">
                <a:extLst>
                  <a:ext uri="{FF2B5EF4-FFF2-40B4-BE49-F238E27FC236}">
                    <a16:creationId xmlns:a16="http://schemas.microsoft.com/office/drawing/2014/main" id="{BB0DA318-2CD7-4778-97E0-E0DF3F1EDECE}"/>
                  </a:ext>
                </a:extLst>
              </p:cNvPr>
              <p:cNvSpPr>
                <a:spLocks/>
              </p:cNvSpPr>
              <p:nvPr/>
            </p:nvSpPr>
            <p:spPr bwMode="auto">
              <a:xfrm>
                <a:off x="1969027"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5" name="Freeform 33">
                <a:extLst>
                  <a:ext uri="{FF2B5EF4-FFF2-40B4-BE49-F238E27FC236}">
                    <a16:creationId xmlns:a16="http://schemas.microsoft.com/office/drawing/2014/main" id="{A1AF9A78-9612-4282-8B72-B07DA777B19E}"/>
                  </a:ext>
                </a:extLst>
              </p:cNvPr>
              <p:cNvSpPr>
                <a:spLocks/>
              </p:cNvSpPr>
              <p:nvPr/>
            </p:nvSpPr>
            <p:spPr bwMode="auto">
              <a:xfrm>
                <a:off x="1882062"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6" name="Freeform 34">
                <a:extLst>
                  <a:ext uri="{FF2B5EF4-FFF2-40B4-BE49-F238E27FC236}">
                    <a16:creationId xmlns:a16="http://schemas.microsoft.com/office/drawing/2014/main" id="{5942A584-5791-42D4-BE98-AA5043743485}"/>
                  </a:ext>
                </a:extLst>
              </p:cNvPr>
              <p:cNvSpPr>
                <a:spLocks/>
              </p:cNvSpPr>
              <p:nvPr/>
            </p:nvSpPr>
            <p:spPr bwMode="auto">
              <a:xfrm>
                <a:off x="1969027"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7" name="Freeform 35">
                <a:extLst>
                  <a:ext uri="{FF2B5EF4-FFF2-40B4-BE49-F238E27FC236}">
                    <a16:creationId xmlns:a16="http://schemas.microsoft.com/office/drawing/2014/main" id="{6FEBF141-B9BB-46D8-8EAC-1E8BE7F3F09B}"/>
                  </a:ext>
                </a:extLst>
              </p:cNvPr>
              <p:cNvSpPr>
                <a:spLocks/>
              </p:cNvSpPr>
              <p:nvPr/>
            </p:nvSpPr>
            <p:spPr bwMode="auto">
              <a:xfrm>
                <a:off x="1725847" y="3466684"/>
                <a:ext cx="468645" cy="471867"/>
              </a:xfrm>
              <a:custGeom>
                <a:avLst/>
                <a:gdLst>
                  <a:gd name="T0" fmla="*/ 208 w 291"/>
                  <a:gd name="T1" fmla="*/ 0 h 293"/>
                  <a:gd name="T2" fmla="*/ 0 w 291"/>
                  <a:gd name="T3" fmla="*/ 196 h 293"/>
                  <a:gd name="T4" fmla="*/ 92 w 291"/>
                  <a:gd name="T5" fmla="*/ 293 h 293"/>
                  <a:gd name="T6" fmla="*/ 291 w 291"/>
                  <a:gd name="T7" fmla="*/ 94 h 293"/>
                  <a:gd name="T8" fmla="*/ 208 w 291"/>
                  <a:gd name="T9" fmla="*/ 0 h 293"/>
                  <a:gd name="T10" fmla="*/ 208 w 291"/>
                  <a:gd name="T11" fmla="*/ 0 h 293"/>
                  <a:gd name="T12" fmla="*/ 208 w 291"/>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91" h="293">
                    <a:moveTo>
                      <a:pt x="208" y="0"/>
                    </a:moveTo>
                    <a:lnTo>
                      <a:pt x="0" y="196"/>
                    </a:lnTo>
                    <a:lnTo>
                      <a:pt x="92" y="293"/>
                    </a:lnTo>
                    <a:lnTo>
                      <a:pt x="291" y="94"/>
                    </a:lnTo>
                    <a:lnTo>
                      <a:pt x="208" y="0"/>
                    </a:lnTo>
                    <a:lnTo>
                      <a:pt x="208" y="0"/>
                    </a:lnTo>
                    <a:lnTo>
                      <a:pt x="20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8" name="Freeform 36">
                <a:extLst>
                  <a:ext uri="{FF2B5EF4-FFF2-40B4-BE49-F238E27FC236}">
                    <a16:creationId xmlns:a16="http://schemas.microsoft.com/office/drawing/2014/main" id="{8E06B4B8-B73A-41C4-BC84-349F7E2A0913}"/>
                  </a:ext>
                </a:extLst>
              </p:cNvPr>
              <p:cNvSpPr>
                <a:spLocks/>
              </p:cNvSpPr>
              <p:nvPr/>
            </p:nvSpPr>
            <p:spPr bwMode="auto">
              <a:xfrm>
                <a:off x="1619556" y="3849975"/>
                <a:ext cx="190035" cy="172320"/>
              </a:xfrm>
              <a:custGeom>
                <a:avLst/>
                <a:gdLst>
                  <a:gd name="T0" fmla="*/ 35 w 118"/>
                  <a:gd name="T1" fmla="*/ 0 h 107"/>
                  <a:gd name="T2" fmla="*/ 0 w 118"/>
                  <a:gd name="T3" fmla="*/ 107 h 107"/>
                  <a:gd name="T4" fmla="*/ 118 w 118"/>
                  <a:gd name="T5" fmla="*/ 81 h 107"/>
                  <a:gd name="T6" fmla="*/ 35 w 118"/>
                  <a:gd name="T7" fmla="*/ 0 h 107"/>
                  <a:gd name="T8" fmla="*/ 35 w 118"/>
                  <a:gd name="T9" fmla="*/ 0 h 107"/>
                  <a:gd name="T10" fmla="*/ 35 w 118"/>
                  <a:gd name="T11" fmla="*/ 0 h 107"/>
                </a:gdLst>
                <a:ahLst/>
                <a:cxnLst>
                  <a:cxn ang="0">
                    <a:pos x="T0" y="T1"/>
                  </a:cxn>
                  <a:cxn ang="0">
                    <a:pos x="T2" y="T3"/>
                  </a:cxn>
                  <a:cxn ang="0">
                    <a:pos x="T4" y="T5"/>
                  </a:cxn>
                  <a:cxn ang="0">
                    <a:pos x="T6" y="T7"/>
                  </a:cxn>
                  <a:cxn ang="0">
                    <a:pos x="T8" y="T9"/>
                  </a:cxn>
                  <a:cxn ang="0">
                    <a:pos x="T10" y="T11"/>
                  </a:cxn>
                </a:cxnLst>
                <a:rect l="0" t="0" r="r" b="b"/>
                <a:pathLst>
                  <a:path w="118" h="107">
                    <a:moveTo>
                      <a:pt x="35" y="0"/>
                    </a:moveTo>
                    <a:lnTo>
                      <a:pt x="0" y="107"/>
                    </a:lnTo>
                    <a:lnTo>
                      <a:pt x="118" y="81"/>
                    </a:lnTo>
                    <a:lnTo>
                      <a:pt x="35" y="0"/>
                    </a:lnTo>
                    <a:lnTo>
                      <a:pt x="35" y="0"/>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7C93031B-F06C-433E-87D1-6F0F3294C852}"/>
                  </a:ext>
                </a:extLst>
              </p:cNvPr>
              <p:cNvSpPr txBox="1"/>
              <p:nvPr/>
            </p:nvSpPr>
            <p:spPr>
              <a:xfrm>
                <a:off x="1389156" y="4800600"/>
                <a:ext cx="17274687" cy="5262979"/>
              </a:xfrm>
              <a:prstGeom prst="rect">
                <a:avLst/>
              </a:prstGeom>
              <a:noFill/>
            </p:spPr>
            <p:txBody>
              <a:bodyPr wrap="square">
                <a:spAutoFit/>
              </a:bodyPr>
              <a:lstStyle/>
              <a:p>
                <a:r>
                  <a:rPr lang="en-US" sz="4800" b="1">
                    <a:latin typeface="Tahoma" panose="020B0604030504040204" pitchFamily="34" charset="0"/>
                    <a:ea typeface="Tahoma" panose="020B0604030504040204" pitchFamily="34" charset="0"/>
                    <a:cs typeface="Tahoma" panose="020B0604030504040204" pitchFamily="34" charset="0"/>
                  </a:rPr>
                  <a:t>		Cho tứ giác </a:t>
                </a:r>
                <a14:m>
                  <m:oMath xmlns:m="http://schemas.openxmlformats.org/officeDocument/2006/math">
                    <m:r>
                      <a:rPr lang="en-US" sz="4800" b="1" i="1">
                        <a:latin typeface="Cambria Math" panose="02040503050406030204" pitchFamily="18" charset="0"/>
                      </a:rPr>
                      <m:t>𝑨𝑩𝑪𝑫</m:t>
                    </m:r>
                  </m:oMath>
                </a14:m>
                <a:r>
                  <a:rPr lang="en-US" sz="4800" b="1">
                    <a:latin typeface="Tahoma" panose="020B0604030504040204" pitchFamily="34" charset="0"/>
                    <a:ea typeface="Tahoma" panose="020B0604030504040204" pitchFamily="34" charset="0"/>
                    <a:cs typeface="Tahoma" panose="020B0604030504040204" pitchFamily="34" charset="0"/>
                  </a:rPr>
                  <a:t>, xét hai câu sau:</a:t>
                </a:r>
              </a:p>
              <a:p>
                <a14:m>
                  <m:oMath xmlns:m="http://schemas.openxmlformats.org/officeDocument/2006/math">
                    <m:r>
                      <a:rPr lang="en-US" sz="4800" b="1" i="1">
                        <a:latin typeface="Cambria Math" panose="02040503050406030204" pitchFamily="18" charset="0"/>
                      </a:rPr>
                      <m:t>𝑷</m:t>
                    </m:r>
                  </m:oMath>
                </a14:m>
                <a:r>
                  <a:rPr lang="en-US" sz="4800" b="1">
                    <a:latin typeface="Tahoma" panose="020B0604030504040204" pitchFamily="34" charset="0"/>
                    <a:ea typeface="Tahoma" panose="020B0604030504040204" pitchFamily="34" charset="0"/>
                    <a:cs typeface="Tahoma" panose="020B0604030504040204" pitchFamily="34" charset="0"/>
                  </a:rPr>
                  <a:t>: “ Tứ giác </a:t>
                </a:r>
                <a14:m>
                  <m:oMath xmlns:m="http://schemas.openxmlformats.org/officeDocument/2006/math">
                    <m:r>
                      <a:rPr lang="en-US" sz="4800" b="1" i="1">
                        <a:latin typeface="Cambria Math" panose="02040503050406030204" pitchFamily="18" charset="0"/>
                      </a:rPr>
                      <m:t>𝑨𝑩𝑪𝑫</m:t>
                    </m:r>
                  </m:oMath>
                </a14:m>
                <a:r>
                  <a:rPr lang="en-US" sz="4800" b="1">
                    <a:latin typeface="Tahoma" panose="020B0604030504040204" pitchFamily="34" charset="0"/>
                    <a:ea typeface="Tahoma" panose="020B0604030504040204" pitchFamily="34" charset="0"/>
                    <a:cs typeface="Tahoma" panose="020B0604030504040204" pitchFamily="34" charset="0"/>
                  </a:rPr>
                  <a:t> có tổng số đo hai góc đối diện bằng </a:t>
                </a:r>
                <a14:m>
                  <m:oMath xmlns:m="http://schemas.openxmlformats.org/officeDocument/2006/math">
                    <m:r>
                      <a:rPr lang="en-US" sz="4800" b="1" i="1">
                        <a:latin typeface="Cambria Math" panose="02040503050406030204" pitchFamily="18" charset="0"/>
                      </a:rPr>
                      <m:t>𝟏𝟖𝟎</m:t>
                    </m:r>
                    <m:r>
                      <a:rPr lang="en-US" sz="4800" b="1" i="1">
                        <a:latin typeface="Cambria Math" panose="02040503050406030204" pitchFamily="18" charset="0"/>
                      </a:rPr>
                      <m:t>°</m:t>
                    </m:r>
                  </m:oMath>
                </a14:m>
                <a:r>
                  <a:rPr lang="en-US" sz="4800" b="1">
                    <a:latin typeface="Tahoma" panose="020B0604030504040204" pitchFamily="34" charset="0"/>
                    <a:ea typeface="Tahoma" panose="020B0604030504040204" pitchFamily="34" charset="0"/>
                    <a:cs typeface="Tahoma" panose="020B0604030504040204" pitchFamily="34" charset="0"/>
                  </a:rPr>
                  <a:t>”; </a:t>
                </a:r>
              </a:p>
              <a:p>
                <a14:m>
                  <m:oMath xmlns:m="http://schemas.openxmlformats.org/officeDocument/2006/math">
                    <m:r>
                      <a:rPr lang="en-US" sz="4800" b="1" i="1">
                        <a:latin typeface="Cambria Math" panose="02040503050406030204" pitchFamily="18" charset="0"/>
                      </a:rPr>
                      <m:t>𝑸</m:t>
                    </m:r>
                  </m:oMath>
                </a14:m>
                <a:r>
                  <a:rPr lang="en-US" sz="4800" b="1">
                    <a:latin typeface="Tahoma" panose="020B0604030504040204" pitchFamily="34" charset="0"/>
                    <a:ea typeface="Tahoma" panose="020B0604030504040204" pitchFamily="34" charset="0"/>
                    <a:cs typeface="Tahoma" panose="020B0604030504040204" pitchFamily="34" charset="0"/>
                  </a:rPr>
                  <a:t>: “ </a:t>
                </a:r>
                <a14:m>
                  <m:oMath xmlns:m="http://schemas.openxmlformats.org/officeDocument/2006/math">
                    <m:r>
                      <a:rPr lang="en-US" sz="4800" b="1" i="1">
                        <a:latin typeface="Cambria Math" panose="02040503050406030204" pitchFamily="18" charset="0"/>
                      </a:rPr>
                      <m:t>𝑨𝑩𝑪𝑫</m:t>
                    </m:r>
                  </m:oMath>
                </a14:m>
                <a:r>
                  <a:rPr lang="en-US" sz="4800" b="1">
                    <a:latin typeface="Tahoma" panose="020B0604030504040204" pitchFamily="34" charset="0"/>
                    <a:ea typeface="Tahoma" panose="020B0604030504040204" pitchFamily="34" charset="0"/>
                    <a:cs typeface="Tahoma" panose="020B0604030504040204" pitchFamily="34" charset="0"/>
                  </a:rPr>
                  <a:t> là tứ giác nội tiếp đường tròn ”. </a:t>
                </a:r>
              </a:p>
              <a:p>
                <a:r>
                  <a:rPr lang="en-US" sz="4800" b="1">
                    <a:latin typeface="Tahoma" panose="020B0604030504040204" pitchFamily="34" charset="0"/>
                    <a:ea typeface="Tahoma" panose="020B0604030504040204" pitchFamily="34" charset="0"/>
                    <a:cs typeface="Tahoma" panose="020B0604030504040204" pitchFamily="34" charset="0"/>
                  </a:rPr>
                  <a:t>Phát biểu mệnh đề  </a:t>
                </a:r>
                <a14:m>
                  <m:oMath xmlns:m="http://schemas.openxmlformats.org/officeDocument/2006/math">
                    <m:r>
                      <a:rPr lang="en-US" sz="4800" b="1" i="1">
                        <a:latin typeface="Cambria Math" panose="02040503050406030204" pitchFamily="18" charset="0"/>
                      </a:rPr>
                      <m:t>𝑷</m:t>
                    </m:r>
                    <m:r>
                      <a:rPr lang="en-US" sz="4800" b="1" i="1">
                        <a:latin typeface="Cambria Math" panose="02040503050406030204" pitchFamily="18" charset="0"/>
                      </a:rPr>
                      <m:t>⇒</m:t>
                    </m:r>
                    <m:r>
                      <a:rPr lang="en-US" sz="4800" b="1" i="1">
                        <a:latin typeface="Cambria Math" panose="02040503050406030204" pitchFamily="18" charset="0"/>
                      </a:rPr>
                      <m:t>𝑸</m:t>
                    </m:r>
                  </m:oMath>
                </a14:m>
                <a:r>
                  <a:rPr lang="en-US" sz="4800" b="1">
                    <a:latin typeface="Tahoma" panose="020B0604030504040204" pitchFamily="34" charset="0"/>
                    <a:ea typeface="Tahoma" panose="020B0604030504040204" pitchFamily="34" charset="0"/>
                    <a:cs typeface="Tahoma" panose="020B0604030504040204" pitchFamily="34" charset="0"/>
                  </a:rPr>
                  <a:t> và cho biết tính </a:t>
                </a:r>
                <a:r>
                  <a:rPr lang="en-US" sz="4800" b="1">
                    <a:solidFill>
                      <a:srgbClr val="FF0000"/>
                    </a:solidFill>
                    <a:latin typeface="Tahoma" panose="020B0604030504040204" pitchFamily="34" charset="0"/>
                    <a:ea typeface="Tahoma" panose="020B0604030504040204" pitchFamily="34" charset="0"/>
                    <a:cs typeface="Tahoma" panose="020B0604030504040204" pitchFamily="34" charset="0"/>
                  </a:rPr>
                  <a:t>đúng sai </a:t>
                </a:r>
                <a:r>
                  <a:rPr lang="en-US" sz="4800" b="1">
                    <a:latin typeface="Tahoma" panose="020B0604030504040204" pitchFamily="34" charset="0"/>
                    <a:ea typeface="Tahoma" panose="020B0604030504040204" pitchFamily="34" charset="0"/>
                    <a:cs typeface="Tahoma" panose="020B0604030504040204" pitchFamily="34" charset="0"/>
                  </a:rPr>
                  <a:t>của mệnh đề đó. </a:t>
                </a:r>
              </a:p>
              <a:p>
                <a:endParaRPr lang="en-US" sz="4800"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79" name="TextBox 78">
                <a:extLst>
                  <a:ext uri="{FF2B5EF4-FFF2-40B4-BE49-F238E27FC236}">
                    <a16:creationId xmlns:a16="http://schemas.microsoft.com/office/drawing/2014/main" id="{7C93031B-F06C-433E-87D1-6F0F3294C852}"/>
                  </a:ext>
                </a:extLst>
              </p:cNvPr>
              <p:cNvSpPr txBox="1">
                <a:spLocks noRot="1" noChangeAspect="1" noMove="1" noResize="1" noEditPoints="1" noAdjustHandles="1" noChangeArrowheads="1" noChangeShapeType="1" noTextEdit="1"/>
              </p:cNvSpPr>
              <p:nvPr/>
            </p:nvSpPr>
            <p:spPr>
              <a:xfrm>
                <a:off x="1389156" y="4800600"/>
                <a:ext cx="17274687" cy="5262979"/>
              </a:xfrm>
              <a:prstGeom prst="rect">
                <a:avLst/>
              </a:prstGeom>
              <a:blipFill>
                <a:blip r:embed="rId4"/>
                <a:stretch>
                  <a:fillRect l="-1623" t="-2781" r="-812"/>
                </a:stretch>
              </a:blipFill>
            </p:spPr>
            <p:txBody>
              <a:bodyPr/>
              <a:lstStyle/>
              <a:p>
                <a:r>
                  <a:rPr lang="en-US">
                    <a:noFill/>
                  </a:rPr>
                  <a:t> </a:t>
                </a:r>
              </a:p>
            </p:txBody>
          </p:sp>
        </mc:Fallback>
      </mc:AlternateContent>
      <p:sp>
        <p:nvSpPr>
          <p:cNvPr id="80" name="Rounded Rectangle 4">
            <a:extLst>
              <a:ext uri="{FF2B5EF4-FFF2-40B4-BE49-F238E27FC236}">
                <a16:creationId xmlns:a16="http://schemas.microsoft.com/office/drawing/2014/main" id="{60BF75B9-8E5D-4526-9D50-2E9BBC426B2C}"/>
              </a:ext>
            </a:extLst>
          </p:cNvPr>
          <p:cNvSpPr/>
          <p:nvPr/>
        </p:nvSpPr>
        <p:spPr>
          <a:xfrm>
            <a:off x="1157685" y="10059532"/>
            <a:ext cx="22159515" cy="3199268"/>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99FF99"/>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81" name="Group 80">
            <a:extLst>
              <a:ext uri="{FF2B5EF4-FFF2-40B4-BE49-F238E27FC236}">
                <a16:creationId xmlns:a16="http://schemas.microsoft.com/office/drawing/2014/main" id="{FC8842BF-BD13-47EC-A01B-D5CB2E509824}"/>
              </a:ext>
            </a:extLst>
          </p:cNvPr>
          <p:cNvGrpSpPr/>
          <p:nvPr/>
        </p:nvGrpSpPr>
        <p:grpSpPr>
          <a:xfrm>
            <a:off x="1691088" y="9721336"/>
            <a:ext cx="3600000" cy="828000"/>
            <a:chOff x="1275608" y="6322796"/>
            <a:chExt cx="3572909" cy="828631"/>
          </a:xfrm>
        </p:grpSpPr>
        <p:sp>
          <p:nvSpPr>
            <p:cNvPr id="82" name="Freeform 20">
              <a:extLst>
                <a:ext uri="{FF2B5EF4-FFF2-40B4-BE49-F238E27FC236}">
                  <a16:creationId xmlns:a16="http://schemas.microsoft.com/office/drawing/2014/main" id="{9DCB7188-C5D1-4562-B7E9-036039AD40E7}"/>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3" name="TextBox 82">
              <a:extLst>
                <a:ext uri="{FF2B5EF4-FFF2-40B4-BE49-F238E27FC236}">
                  <a16:creationId xmlns:a16="http://schemas.microsoft.com/office/drawing/2014/main" id="{3C5BC4FA-BAB5-4E66-A1A7-2C39A80EA8B6}"/>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84" name="Round Diagonal Corner Rectangle 8">
              <a:extLst>
                <a:ext uri="{FF2B5EF4-FFF2-40B4-BE49-F238E27FC236}">
                  <a16:creationId xmlns:a16="http://schemas.microsoft.com/office/drawing/2014/main" id="{DD02836A-CB9D-49AF-9B43-E2AE37577D4F}"/>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5" name="Freeform 9">
              <a:extLst>
                <a:ext uri="{FF2B5EF4-FFF2-40B4-BE49-F238E27FC236}">
                  <a16:creationId xmlns:a16="http://schemas.microsoft.com/office/drawing/2014/main" id="{F1DAE37F-C02F-41A4-AB7C-15856E498EB4}"/>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86" name="Rectangle 85">
                <a:extLst>
                  <a:ext uri="{FF2B5EF4-FFF2-40B4-BE49-F238E27FC236}">
                    <a16:creationId xmlns:a16="http://schemas.microsoft.com/office/drawing/2014/main" id="{AC37888B-97E9-42E3-82BD-29595758137A}"/>
                  </a:ext>
                </a:extLst>
              </p:cNvPr>
              <p:cNvSpPr/>
              <p:nvPr/>
            </p:nvSpPr>
            <p:spPr>
              <a:xfrm>
                <a:off x="1462485" y="10711936"/>
                <a:ext cx="21092715" cy="2308324"/>
              </a:xfrm>
              <a:prstGeom prst="rect">
                <a:avLst/>
              </a:prstGeom>
            </p:spPr>
            <p:txBody>
              <a:bodyPr wrap="square">
                <a:spAutoFit/>
              </a:bodyPr>
              <a:lstStyle/>
              <a:p>
                <a14:m>
                  <m:oMath xmlns:m="http://schemas.openxmlformats.org/officeDocument/2006/math">
                    <m:r>
                      <a:rPr lang="en-US" sz="4800" b="1" i="1">
                        <a:latin typeface="Cambria Math" panose="02040503050406030204" pitchFamily="18" charset="0"/>
                      </a:rPr>
                      <m:t>𝑷</m:t>
                    </m:r>
                    <m:r>
                      <a:rPr lang="en-US" sz="4800" b="1" i="1">
                        <a:latin typeface="Cambria Math" panose="02040503050406030204" pitchFamily="18" charset="0"/>
                      </a:rPr>
                      <m:t>⇒</m:t>
                    </m:r>
                    <m:r>
                      <a:rPr lang="en-US" sz="4800" b="1" i="1">
                        <a:latin typeface="Cambria Math" panose="02040503050406030204" pitchFamily="18" charset="0"/>
                      </a:rPr>
                      <m:t>𝑸</m:t>
                    </m:r>
                  </m:oMath>
                </a14:m>
                <a:r>
                  <a:rPr lang="en-US" sz="4800" b="1">
                    <a:latin typeface="Tahoma" panose="020B0604030504040204" pitchFamily="34" charset="0"/>
                    <a:ea typeface="Tahoma" panose="020B0604030504040204" pitchFamily="34" charset="0"/>
                    <a:cs typeface="Tahoma" panose="020B0604030504040204" pitchFamily="34" charset="0"/>
                  </a:rPr>
                  <a:t>: “ Nếu tứ giác </a:t>
                </a:r>
                <a14:m>
                  <m:oMath xmlns:m="http://schemas.openxmlformats.org/officeDocument/2006/math">
                    <m:r>
                      <a:rPr lang="en-US" sz="4800" b="1" i="1">
                        <a:latin typeface="Cambria Math" panose="02040503050406030204" pitchFamily="18" charset="0"/>
                      </a:rPr>
                      <m:t>𝑨𝑩𝑪𝑫</m:t>
                    </m:r>
                  </m:oMath>
                </a14:m>
                <a:r>
                  <a:rPr lang="en-US" sz="4800" b="1">
                    <a:latin typeface="Tahoma" panose="020B0604030504040204" pitchFamily="34" charset="0"/>
                    <a:ea typeface="Tahoma" panose="020B0604030504040204" pitchFamily="34" charset="0"/>
                    <a:cs typeface="Tahoma" panose="020B0604030504040204" pitchFamily="34" charset="0"/>
                  </a:rPr>
                  <a:t> có tổng số đo hai góc đối diện bằng </a:t>
                </a:r>
                <a14:m>
                  <m:oMath xmlns:m="http://schemas.openxmlformats.org/officeDocument/2006/math">
                    <m:r>
                      <a:rPr lang="en-US" sz="4800" b="1" i="1">
                        <a:latin typeface="Cambria Math" panose="02040503050406030204" pitchFamily="18" charset="0"/>
                      </a:rPr>
                      <m:t>𝟏𝟖𝟎</m:t>
                    </m:r>
                    <m:r>
                      <a:rPr lang="en-US" sz="4800" b="1" i="1">
                        <a:latin typeface="Cambria Math" panose="02040503050406030204" pitchFamily="18" charset="0"/>
                      </a:rPr>
                      <m:t>°</m:t>
                    </m:r>
                  </m:oMath>
                </a14:m>
                <a:r>
                  <a:rPr lang="en-US" sz="4800" b="1">
                    <a:latin typeface="Tahoma" panose="020B0604030504040204" pitchFamily="34" charset="0"/>
                    <a:ea typeface="Tahoma" panose="020B0604030504040204" pitchFamily="34" charset="0"/>
                    <a:cs typeface="Tahoma" panose="020B0604030504040204" pitchFamily="34" charset="0"/>
                  </a:rPr>
                  <a:t> thì </a:t>
                </a:r>
                <a14:m>
                  <m:oMath xmlns:m="http://schemas.openxmlformats.org/officeDocument/2006/math">
                    <m:r>
                      <a:rPr lang="en-US" sz="4800" b="1" i="1">
                        <a:latin typeface="Cambria Math" panose="02040503050406030204" pitchFamily="18" charset="0"/>
                      </a:rPr>
                      <m:t>𝑨𝑩𝑪𝑫</m:t>
                    </m:r>
                  </m:oMath>
                </a14:m>
                <a:r>
                  <a:rPr lang="en-US" sz="4800" b="1">
                    <a:latin typeface="Tahoma" panose="020B0604030504040204" pitchFamily="34" charset="0"/>
                    <a:ea typeface="Tahoma" panose="020B0604030504040204" pitchFamily="34" charset="0"/>
                    <a:cs typeface="Tahoma" panose="020B0604030504040204" pitchFamily="34" charset="0"/>
                  </a:rPr>
                  <a:t> là tứ giác nội tiếp đường tròn ”.  </a:t>
                </a:r>
              </a:p>
              <a:p>
                <a:r>
                  <a:rPr lang="en-US" sz="4800" b="1">
                    <a:latin typeface="Tahoma" panose="020B0604030504040204" pitchFamily="34" charset="0"/>
                    <a:ea typeface="Tahoma" panose="020B0604030504040204" pitchFamily="34" charset="0"/>
                    <a:cs typeface="Tahoma" panose="020B0604030504040204" pitchFamily="34" charset="0"/>
                  </a:rPr>
                  <a:t>Mệnh đề kéo theo này là mệnh đề đúng. </a:t>
                </a:r>
              </a:p>
            </p:txBody>
          </p:sp>
        </mc:Choice>
        <mc:Fallback xmlns="">
          <p:sp>
            <p:nvSpPr>
              <p:cNvPr id="86" name="Rectangle 85">
                <a:extLst>
                  <a:ext uri="{FF2B5EF4-FFF2-40B4-BE49-F238E27FC236}">
                    <a16:creationId xmlns:a16="http://schemas.microsoft.com/office/drawing/2014/main" id="{AC37888B-97E9-42E3-82BD-29595758137A}"/>
                  </a:ext>
                </a:extLst>
              </p:cNvPr>
              <p:cNvSpPr>
                <a:spLocks noRot="1" noChangeAspect="1" noMove="1" noResize="1" noEditPoints="1" noAdjustHandles="1" noChangeArrowheads="1" noChangeShapeType="1" noTextEdit="1"/>
              </p:cNvSpPr>
              <p:nvPr/>
            </p:nvSpPr>
            <p:spPr>
              <a:xfrm>
                <a:off x="1462485" y="10711936"/>
                <a:ext cx="21092715" cy="2308324"/>
              </a:xfrm>
              <a:prstGeom prst="rect">
                <a:avLst/>
              </a:prstGeom>
              <a:blipFill>
                <a:blip r:embed="rId5"/>
                <a:stretch>
                  <a:fillRect l="-1329" t="-6332" b="-12929"/>
                </a:stretch>
              </a:blipFill>
            </p:spPr>
            <p:txBody>
              <a:bodyPr/>
              <a:lstStyle/>
              <a:p>
                <a:r>
                  <a:rPr lang="en-US">
                    <a:noFill/>
                  </a:rPr>
                  <a:t> </a:t>
                </a:r>
              </a:p>
            </p:txBody>
          </p:sp>
        </mc:Fallback>
      </mc:AlternateContent>
      <p:grpSp>
        <p:nvGrpSpPr>
          <p:cNvPr id="88" name="Group 87">
            <a:extLst>
              <a:ext uri="{FF2B5EF4-FFF2-40B4-BE49-F238E27FC236}">
                <a16:creationId xmlns:a16="http://schemas.microsoft.com/office/drawing/2014/main" id="{5B24AB32-BFB0-4C0D-9AE5-10CDC326EE5F}"/>
              </a:ext>
            </a:extLst>
          </p:cNvPr>
          <p:cNvGrpSpPr/>
          <p:nvPr/>
        </p:nvGrpSpPr>
        <p:grpSpPr>
          <a:xfrm>
            <a:off x="1055781" y="2501634"/>
            <a:ext cx="18592800" cy="830997"/>
            <a:chOff x="777875" y="1892299"/>
            <a:chExt cx="18592800" cy="830995"/>
          </a:xfrm>
        </p:grpSpPr>
        <p:sp>
          <p:nvSpPr>
            <p:cNvPr id="89" name="Rounded Rectangle 71">
              <a:extLst>
                <a:ext uri="{FF2B5EF4-FFF2-40B4-BE49-F238E27FC236}">
                  <a16:creationId xmlns:a16="http://schemas.microsoft.com/office/drawing/2014/main" id="{CA73ED47-D35D-4A48-90B9-312A585BC615}"/>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a:extLst>
                <a:ext uri="{FF2B5EF4-FFF2-40B4-BE49-F238E27FC236}">
                  <a16:creationId xmlns:a16="http://schemas.microsoft.com/office/drawing/2014/main" id="{A0FCD3CA-35A1-4EE2-8B83-FFB8BC4165D4}"/>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3.</a:t>
              </a:r>
            </a:p>
          </p:txBody>
        </p:sp>
        <p:sp>
          <p:nvSpPr>
            <p:cNvPr id="91" name="TextBox 90">
              <a:extLst>
                <a:ext uri="{FF2B5EF4-FFF2-40B4-BE49-F238E27FC236}">
                  <a16:creationId xmlns:a16="http://schemas.microsoft.com/office/drawing/2014/main" id="{E7D2C15D-89A2-43FD-834B-E18F75C7FFC6}"/>
                </a:ext>
              </a:extLst>
            </p:cNvPr>
            <p:cNvSpPr txBox="1"/>
            <p:nvPr/>
          </p:nvSpPr>
          <p:spPr>
            <a:xfrm>
              <a:off x="2087561" y="1892299"/>
              <a:ext cx="17283114" cy="830995"/>
            </a:xfrm>
            <a:prstGeom prst="rect">
              <a:avLst/>
            </a:prstGeom>
            <a:noFill/>
          </p:spPr>
          <p:txBody>
            <a:bodyPr wrap="square" rtlCol="0">
              <a:spAutoFit/>
            </a:bodyPr>
            <a:lstStyle/>
            <a:p>
              <a:r>
                <a:rPr lang="en-US" sz="4800" b="1">
                  <a:solidFill>
                    <a:srgbClr val="145F82"/>
                  </a:solidFill>
                  <a:latin typeface="Tahoma" pitchFamily="34" charset="0"/>
                  <a:ea typeface="Tahoma" pitchFamily="34" charset="0"/>
                  <a:cs typeface="Tahoma" pitchFamily="34" charset="0"/>
                </a:rPr>
                <a:t>MỆNH ĐỀ KÉO THEO. MỆNH ĐỀ ĐẢO.</a:t>
              </a:r>
              <a:endParaRPr lang="en-US" sz="4800" b="1" dirty="0">
                <a:solidFill>
                  <a:srgbClr val="145F82"/>
                </a:solidFill>
                <a:latin typeface="Tahoma" pitchFamily="34" charset="0"/>
                <a:ea typeface="Tahoma" pitchFamily="34" charset="0"/>
                <a:cs typeface="Tahoma" pitchFamily="34" charset="0"/>
              </a:endParaRPr>
            </a:p>
          </p:txBody>
        </p:sp>
      </p:grpSp>
      <p:grpSp>
        <p:nvGrpSpPr>
          <p:cNvPr id="92" name="Group 91">
            <a:extLst>
              <a:ext uri="{FF2B5EF4-FFF2-40B4-BE49-F238E27FC236}">
                <a16:creationId xmlns:a16="http://schemas.microsoft.com/office/drawing/2014/main" id="{ED2F82B7-AAE4-4C3C-8E98-4E48C04EF760}"/>
              </a:ext>
            </a:extLst>
          </p:cNvPr>
          <p:cNvGrpSpPr/>
          <p:nvPr/>
        </p:nvGrpSpPr>
        <p:grpSpPr>
          <a:xfrm>
            <a:off x="2193087" y="3429000"/>
            <a:ext cx="10837113" cy="852016"/>
            <a:chOff x="895143" y="2795826"/>
            <a:chExt cx="10417389" cy="852016"/>
          </a:xfrm>
        </p:grpSpPr>
        <p:sp>
          <p:nvSpPr>
            <p:cNvPr id="93" name="TextBox 92">
              <a:extLst>
                <a:ext uri="{FF2B5EF4-FFF2-40B4-BE49-F238E27FC236}">
                  <a16:creationId xmlns:a16="http://schemas.microsoft.com/office/drawing/2014/main" id="{5679385B-BB50-45AB-A2C2-618D1B1C27CE}"/>
                </a:ext>
              </a:extLst>
            </p:cNvPr>
            <p:cNvSpPr txBox="1"/>
            <p:nvPr/>
          </p:nvSpPr>
          <p:spPr>
            <a:xfrm>
              <a:off x="2320932" y="2816845"/>
              <a:ext cx="8991600" cy="830997"/>
            </a:xfrm>
            <a:prstGeom prst="rect">
              <a:avLst/>
            </a:prstGeom>
            <a:noFill/>
          </p:spPr>
          <p:txBody>
            <a:bodyPr wrap="square" rtlCol="0">
              <a:spAutoFit/>
            </a:bodyPr>
            <a:lstStyle/>
            <a:p>
              <a:r>
                <a:rPr lang="en-US" sz="4800" b="1" err="1">
                  <a:solidFill>
                    <a:srgbClr val="145F82"/>
                  </a:solidFill>
                  <a:latin typeface="Tahoma" pitchFamily="34" charset="0"/>
                  <a:ea typeface="Tahoma" pitchFamily="34" charset="0"/>
                  <a:cs typeface="Tahoma" pitchFamily="34" charset="0"/>
                </a:rPr>
                <a:t>Mệnh</a:t>
              </a:r>
              <a:r>
                <a:rPr lang="en-US" sz="4800" b="1">
                  <a:solidFill>
                    <a:srgbClr val="145F82"/>
                  </a:solidFill>
                  <a:latin typeface="Tahoma" pitchFamily="34" charset="0"/>
                  <a:ea typeface="Tahoma" pitchFamily="34" charset="0"/>
                  <a:cs typeface="Tahoma" pitchFamily="34" charset="0"/>
                </a:rPr>
                <a:t> đề kéo theo</a:t>
              </a:r>
              <a:endParaRPr lang="en-US" sz="4800" b="1" dirty="0">
                <a:solidFill>
                  <a:srgbClr val="145F82"/>
                </a:solidFill>
                <a:latin typeface="Tahoma" pitchFamily="34" charset="0"/>
                <a:ea typeface="Tahoma" pitchFamily="34" charset="0"/>
                <a:cs typeface="Tahoma" pitchFamily="34" charset="0"/>
              </a:endParaRPr>
            </a:p>
          </p:txBody>
        </p:sp>
        <p:sp>
          <p:nvSpPr>
            <p:cNvPr id="94" name="Rounded Rectangle 7">
              <a:extLst>
                <a:ext uri="{FF2B5EF4-FFF2-40B4-BE49-F238E27FC236}">
                  <a16:creationId xmlns:a16="http://schemas.microsoft.com/office/drawing/2014/main" id="{8421B2DC-7345-4B75-ACF5-645EB53AB5DD}"/>
                </a:ext>
              </a:extLst>
            </p:cNvPr>
            <p:cNvSpPr/>
            <p:nvPr/>
          </p:nvSpPr>
          <p:spPr>
            <a:xfrm>
              <a:off x="895143" y="2823876"/>
              <a:ext cx="895051"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extBox 94">
              <a:extLst>
                <a:ext uri="{FF2B5EF4-FFF2-40B4-BE49-F238E27FC236}">
                  <a16:creationId xmlns:a16="http://schemas.microsoft.com/office/drawing/2014/main" id="{D634DFAA-DD3B-4886-B2A9-3EE293B176C0}"/>
                </a:ext>
              </a:extLst>
            </p:cNvPr>
            <p:cNvSpPr txBox="1"/>
            <p:nvPr/>
          </p:nvSpPr>
          <p:spPr>
            <a:xfrm>
              <a:off x="927984" y="2795826"/>
              <a:ext cx="672149" cy="769441"/>
            </a:xfrm>
            <a:prstGeom prst="rect">
              <a:avLst/>
            </a:prstGeom>
            <a:noFill/>
          </p:spPr>
          <p:txBody>
            <a:bodyPr wrap="none" rtlCol="0">
              <a:spAutoFit/>
            </a:bodyPr>
            <a:lstStyle/>
            <a:p>
              <a:pPr algn="ctr"/>
              <a:r>
                <a:rPr lang="en-US" sz="4400" b="1">
                  <a:solidFill>
                    <a:schemeClr val="bg1"/>
                  </a:solidFill>
                  <a:latin typeface="Tahoma" pitchFamily="34" charset="0"/>
                  <a:ea typeface="Tahoma" pitchFamily="34" charset="0"/>
                  <a:cs typeface="Tahoma" pitchFamily="34" charset="0"/>
                </a:rPr>
                <a:t>a.</a:t>
              </a:r>
            </a:p>
          </p:txBody>
        </p:sp>
      </p:grpSp>
      <p:pic>
        <p:nvPicPr>
          <p:cNvPr id="96" name="Picture 95">
            <a:extLst>
              <a:ext uri="{FF2B5EF4-FFF2-40B4-BE49-F238E27FC236}">
                <a16:creationId xmlns:a16="http://schemas.microsoft.com/office/drawing/2014/main" id="{BEED2A22-2FDB-4655-ACD4-6A889F6BE4DF}"/>
              </a:ext>
            </a:extLst>
          </p:cNvPr>
          <p:cNvPicPr>
            <a:picLocks noChangeAspect="1"/>
          </p:cNvPicPr>
          <p:nvPr/>
        </p:nvPicPr>
        <p:blipFill>
          <a:blip r:embed="rId6"/>
          <a:srcRect/>
          <a:stretch>
            <a:fillRect/>
          </a:stretch>
        </p:blipFill>
        <p:spPr bwMode="auto">
          <a:xfrm>
            <a:off x="18982715" y="5226147"/>
            <a:ext cx="4182392" cy="3613053"/>
          </a:xfrm>
          <a:prstGeom prst="rect">
            <a:avLst/>
          </a:prstGeom>
          <a:noFill/>
          <a:ln w="9525">
            <a:noFill/>
            <a:miter lim="800000"/>
            <a:headEnd/>
            <a:tailEnd/>
          </a:ln>
        </p:spPr>
      </p:pic>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0583310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barn(inVertical)">
                                      <p:cBhvr>
                                        <p:cTn id="7" dur="500"/>
                                        <p:tgtEl>
                                          <p:spTgt spid="88"/>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92"/>
                                        </p:tgtEl>
                                        <p:attrNameLst>
                                          <p:attrName>style.visibility</p:attrName>
                                        </p:attrNameLst>
                                      </p:cBhvr>
                                      <p:to>
                                        <p:strVal val="visible"/>
                                      </p:to>
                                    </p:set>
                                    <p:animEffect transition="in" filter="barn(inVertical)">
                                      <p:cBhvr>
                                        <p:cTn id="11" dur="500"/>
                                        <p:tgtEl>
                                          <p:spTgt spid="9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0"/>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49"/>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0"/>
                                  </p:stCondLst>
                                  <p:childTnLst>
                                    <p:set>
                                      <p:cBhvr>
                                        <p:cTn id="20" dur="1" fill="hold">
                                          <p:stCondLst>
                                            <p:cond delay="0"/>
                                          </p:stCondLst>
                                        </p:cTn>
                                        <p:tgtEl>
                                          <p:spTgt spid="79">
                                            <p:txEl>
                                              <p:pRg st="0" end="0"/>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79">
                                            <p:txEl>
                                              <p:pRg st="1" end="1"/>
                                            </p:txEl>
                                          </p:spTgt>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nodeType="afterEffect">
                                  <p:stCondLst>
                                    <p:cond delay="0"/>
                                  </p:stCondLst>
                                  <p:childTnLst>
                                    <p:set>
                                      <p:cBhvr>
                                        <p:cTn id="26" dur="1" fill="hold">
                                          <p:stCondLst>
                                            <p:cond delay="0"/>
                                          </p:stCondLst>
                                        </p:cTn>
                                        <p:tgtEl>
                                          <p:spTgt spid="79">
                                            <p:txEl>
                                              <p:pRg st="2" end="2"/>
                                            </p:txEl>
                                          </p:spTgt>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nodeType="afterEffect">
                                  <p:stCondLst>
                                    <p:cond delay="0"/>
                                  </p:stCondLst>
                                  <p:childTnLst>
                                    <p:set>
                                      <p:cBhvr>
                                        <p:cTn id="29" dur="1" fill="hold">
                                          <p:stCondLst>
                                            <p:cond delay="0"/>
                                          </p:stCondLst>
                                        </p:cTn>
                                        <p:tgtEl>
                                          <p:spTgt spid="79">
                                            <p:txEl>
                                              <p:pRg st="3" end="3"/>
                                            </p:txEl>
                                          </p:spTgt>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nodeType="afterEffect">
                                  <p:stCondLst>
                                    <p:cond delay="0"/>
                                  </p:stCondLst>
                                  <p:childTnLst>
                                    <p:set>
                                      <p:cBhvr>
                                        <p:cTn id="32" dur="1" fill="hold">
                                          <p:stCondLst>
                                            <p:cond delay="0"/>
                                          </p:stCondLst>
                                        </p:cTn>
                                        <p:tgtEl>
                                          <p:spTgt spid="9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6">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8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nvGrpSpPr>
          <p:cNvPr id="88" name="Group 87">
            <a:extLst>
              <a:ext uri="{FF2B5EF4-FFF2-40B4-BE49-F238E27FC236}">
                <a16:creationId xmlns:a16="http://schemas.microsoft.com/office/drawing/2014/main" id="{5B24AB32-BFB0-4C0D-9AE5-10CDC326EE5F}"/>
              </a:ext>
            </a:extLst>
          </p:cNvPr>
          <p:cNvGrpSpPr/>
          <p:nvPr/>
        </p:nvGrpSpPr>
        <p:grpSpPr>
          <a:xfrm>
            <a:off x="1055781" y="2501634"/>
            <a:ext cx="18592800" cy="830997"/>
            <a:chOff x="777875" y="1892299"/>
            <a:chExt cx="18592800" cy="830995"/>
          </a:xfrm>
        </p:grpSpPr>
        <p:sp>
          <p:nvSpPr>
            <p:cNvPr id="89" name="Rounded Rectangle 71">
              <a:extLst>
                <a:ext uri="{FF2B5EF4-FFF2-40B4-BE49-F238E27FC236}">
                  <a16:creationId xmlns:a16="http://schemas.microsoft.com/office/drawing/2014/main" id="{CA73ED47-D35D-4A48-90B9-312A585BC615}"/>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a:extLst>
                <a:ext uri="{FF2B5EF4-FFF2-40B4-BE49-F238E27FC236}">
                  <a16:creationId xmlns:a16="http://schemas.microsoft.com/office/drawing/2014/main" id="{A0FCD3CA-35A1-4EE2-8B83-FFB8BC4165D4}"/>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3.</a:t>
              </a:r>
            </a:p>
          </p:txBody>
        </p:sp>
        <p:sp>
          <p:nvSpPr>
            <p:cNvPr id="91" name="TextBox 90">
              <a:extLst>
                <a:ext uri="{FF2B5EF4-FFF2-40B4-BE49-F238E27FC236}">
                  <a16:creationId xmlns:a16="http://schemas.microsoft.com/office/drawing/2014/main" id="{E7D2C15D-89A2-43FD-834B-E18F75C7FFC6}"/>
                </a:ext>
              </a:extLst>
            </p:cNvPr>
            <p:cNvSpPr txBox="1"/>
            <p:nvPr/>
          </p:nvSpPr>
          <p:spPr>
            <a:xfrm>
              <a:off x="2087561" y="1892299"/>
              <a:ext cx="17283114" cy="830995"/>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MỆNH ĐỀ KÉO THEO</a:t>
              </a:r>
              <a:r>
                <a:rPr lang="vi-VN" sz="4800" b="1" dirty="0">
                  <a:solidFill>
                    <a:srgbClr val="145F82"/>
                  </a:solidFill>
                  <a:latin typeface="Tahoma" pitchFamily="34" charset="0"/>
                  <a:ea typeface="Tahoma" pitchFamily="34" charset="0"/>
                  <a:cs typeface="Tahoma" pitchFamily="34" charset="0"/>
                </a:rPr>
                <a:t>,</a:t>
              </a:r>
              <a:r>
                <a:rPr lang="en-US" sz="4800" b="1" dirty="0">
                  <a:solidFill>
                    <a:srgbClr val="145F82"/>
                  </a:solidFill>
                  <a:latin typeface="Tahoma" pitchFamily="34" charset="0"/>
                  <a:ea typeface="Tahoma" pitchFamily="34" charset="0"/>
                  <a:cs typeface="Tahoma" pitchFamily="34" charset="0"/>
                </a:rPr>
                <a:t> MỆNH ĐỀ ĐẢO.</a:t>
              </a:r>
            </a:p>
          </p:txBody>
        </p:sp>
      </p:grpSp>
      <p:grpSp>
        <p:nvGrpSpPr>
          <p:cNvPr id="92" name="Group 91">
            <a:extLst>
              <a:ext uri="{FF2B5EF4-FFF2-40B4-BE49-F238E27FC236}">
                <a16:creationId xmlns:a16="http://schemas.microsoft.com/office/drawing/2014/main" id="{ED2F82B7-AAE4-4C3C-8E98-4E48C04EF760}"/>
              </a:ext>
            </a:extLst>
          </p:cNvPr>
          <p:cNvGrpSpPr/>
          <p:nvPr/>
        </p:nvGrpSpPr>
        <p:grpSpPr>
          <a:xfrm>
            <a:off x="2193087" y="3429000"/>
            <a:ext cx="10837113" cy="852016"/>
            <a:chOff x="895143" y="2795826"/>
            <a:chExt cx="10417389" cy="852016"/>
          </a:xfrm>
        </p:grpSpPr>
        <p:sp>
          <p:nvSpPr>
            <p:cNvPr id="93" name="TextBox 92">
              <a:extLst>
                <a:ext uri="{FF2B5EF4-FFF2-40B4-BE49-F238E27FC236}">
                  <a16:creationId xmlns:a16="http://schemas.microsoft.com/office/drawing/2014/main" id="{5679385B-BB50-45AB-A2C2-618D1B1C27CE}"/>
                </a:ext>
              </a:extLst>
            </p:cNvPr>
            <p:cNvSpPr txBox="1"/>
            <p:nvPr/>
          </p:nvSpPr>
          <p:spPr>
            <a:xfrm>
              <a:off x="2320932" y="2816845"/>
              <a:ext cx="8991600" cy="830997"/>
            </a:xfrm>
            <a:prstGeom prst="rect">
              <a:avLst/>
            </a:prstGeom>
            <a:noFill/>
          </p:spPr>
          <p:txBody>
            <a:bodyPr wrap="square" rtlCol="0">
              <a:spAutoFit/>
            </a:bodyPr>
            <a:lstStyle/>
            <a:p>
              <a:r>
                <a:rPr lang="en-US" sz="4800" b="1" err="1">
                  <a:solidFill>
                    <a:srgbClr val="145F82"/>
                  </a:solidFill>
                  <a:latin typeface="Tahoma" pitchFamily="34" charset="0"/>
                  <a:ea typeface="Tahoma" pitchFamily="34" charset="0"/>
                  <a:cs typeface="Tahoma" pitchFamily="34" charset="0"/>
                </a:rPr>
                <a:t>Mệnh</a:t>
              </a:r>
              <a:r>
                <a:rPr lang="en-US" sz="4800" b="1">
                  <a:solidFill>
                    <a:srgbClr val="145F82"/>
                  </a:solidFill>
                  <a:latin typeface="Tahoma" pitchFamily="34" charset="0"/>
                  <a:ea typeface="Tahoma" pitchFamily="34" charset="0"/>
                  <a:cs typeface="Tahoma" pitchFamily="34" charset="0"/>
                </a:rPr>
                <a:t> đề kéo theo</a:t>
              </a:r>
              <a:endParaRPr lang="en-US" sz="4800" b="1" dirty="0">
                <a:solidFill>
                  <a:srgbClr val="145F82"/>
                </a:solidFill>
                <a:latin typeface="Tahoma" pitchFamily="34" charset="0"/>
                <a:ea typeface="Tahoma" pitchFamily="34" charset="0"/>
                <a:cs typeface="Tahoma" pitchFamily="34" charset="0"/>
              </a:endParaRPr>
            </a:p>
          </p:txBody>
        </p:sp>
        <p:sp>
          <p:nvSpPr>
            <p:cNvPr id="94" name="Rounded Rectangle 7">
              <a:extLst>
                <a:ext uri="{FF2B5EF4-FFF2-40B4-BE49-F238E27FC236}">
                  <a16:creationId xmlns:a16="http://schemas.microsoft.com/office/drawing/2014/main" id="{8421B2DC-7345-4B75-ACF5-645EB53AB5DD}"/>
                </a:ext>
              </a:extLst>
            </p:cNvPr>
            <p:cNvSpPr/>
            <p:nvPr/>
          </p:nvSpPr>
          <p:spPr>
            <a:xfrm>
              <a:off x="895143" y="2823876"/>
              <a:ext cx="895051"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extBox 94">
              <a:extLst>
                <a:ext uri="{FF2B5EF4-FFF2-40B4-BE49-F238E27FC236}">
                  <a16:creationId xmlns:a16="http://schemas.microsoft.com/office/drawing/2014/main" id="{D634DFAA-DD3B-4886-B2A9-3EE293B176C0}"/>
                </a:ext>
              </a:extLst>
            </p:cNvPr>
            <p:cNvSpPr txBox="1"/>
            <p:nvPr/>
          </p:nvSpPr>
          <p:spPr>
            <a:xfrm>
              <a:off x="927984" y="2795826"/>
              <a:ext cx="672149" cy="769441"/>
            </a:xfrm>
            <a:prstGeom prst="rect">
              <a:avLst/>
            </a:prstGeom>
            <a:noFill/>
          </p:spPr>
          <p:txBody>
            <a:bodyPr wrap="none" rtlCol="0">
              <a:spAutoFit/>
            </a:bodyPr>
            <a:lstStyle/>
            <a:p>
              <a:pPr algn="ctr"/>
              <a:r>
                <a:rPr lang="en-US" sz="4400" b="1">
                  <a:solidFill>
                    <a:schemeClr val="bg1"/>
                  </a:solidFill>
                  <a:latin typeface="Tahoma" pitchFamily="34" charset="0"/>
                  <a:ea typeface="Tahoma" pitchFamily="34" charset="0"/>
                  <a:cs typeface="Tahoma" pitchFamily="34" charset="0"/>
                </a:rPr>
                <a:t>a.</a:t>
              </a:r>
            </a:p>
          </p:txBody>
        </p:sp>
      </p:grpSp>
      <mc:AlternateContent xmlns:mc="http://schemas.openxmlformats.org/markup-compatibility/2006" xmlns:a14="http://schemas.microsoft.com/office/drawing/2010/main">
        <mc:Choice Requires="a14">
          <p:sp>
            <p:nvSpPr>
              <p:cNvPr id="98" name="Rectangle: Rounded Corners 97">
                <a:extLst>
                  <a:ext uri="{FF2B5EF4-FFF2-40B4-BE49-F238E27FC236}">
                    <a16:creationId xmlns:a16="http://schemas.microsoft.com/office/drawing/2014/main" id="{617BE071-D475-4CEE-BE99-39260C7E7747}"/>
                  </a:ext>
                </a:extLst>
              </p:cNvPr>
              <p:cNvSpPr/>
              <p:nvPr/>
            </p:nvSpPr>
            <p:spPr>
              <a:xfrm>
                <a:off x="1560606" y="4902043"/>
                <a:ext cx="18087975" cy="6312323"/>
              </a:xfrm>
              <a:prstGeom prst="roundRect">
                <a:avLst/>
              </a:prstGeom>
              <a:solidFill>
                <a:schemeClr val="accent4">
                  <a:lumMod val="20000"/>
                  <a:lumOff val="80000"/>
                </a:schemeClr>
              </a:solidFill>
            </p:spPr>
            <p:style>
              <a:lnRef idx="1">
                <a:schemeClr val="accent2"/>
              </a:lnRef>
              <a:fillRef idx="3">
                <a:schemeClr val="accent2"/>
              </a:fillRef>
              <a:effectRef idx="2">
                <a:schemeClr val="accent2"/>
              </a:effectRef>
              <a:fontRef idx="minor">
                <a:schemeClr val="lt1"/>
              </a:fontRef>
            </p:style>
            <p:txBody>
              <a:bodyPr rtlCol="0" anchor="ctr"/>
              <a:lstStyle/>
              <a:p>
                <a:pPr>
                  <a:lnSpc>
                    <a:spcPct val="150000"/>
                  </a:lnSpc>
                </a:pPr>
                <a:r>
                  <a:rPr lang="en-US" sz="4800" b="1" i="1" dirty="0">
                    <a:latin typeface="Tahoma" panose="020B0604030504040204" pitchFamily="34" charset="0"/>
                    <a:ea typeface="Tahoma" panose="020B0604030504040204" pitchFamily="34" charset="0"/>
                    <a:cs typeface="Tahoma" panose="020B0604030504040204" pitchFamily="34" charset="0"/>
                  </a:rPr>
                  <a:t> </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Các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định</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lí</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toán</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học</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là</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những</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mệnh</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đề</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đúng</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và</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p>
              <a:p>
                <a:pPr>
                  <a:lnSpc>
                    <a:spcPct val="150000"/>
                  </a:lnSpc>
                </a:pP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thường</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có</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dạng</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rgbClr val="FF0000"/>
                        </a:solidFill>
                        <a:latin typeface="Cambria Math" panose="02040503050406030204" pitchFamily="18" charset="0"/>
                      </a:rPr>
                      <m:t>𝑷</m:t>
                    </m:r>
                    <m:r>
                      <a:rPr lang="en-US" sz="4800" b="1" i="1">
                        <a:solidFill>
                          <a:srgbClr val="FF0000"/>
                        </a:solidFill>
                        <a:latin typeface="Cambria Math" panose="02040503050406030204" pitchFamily="18" charset="0"/>
                      </a:rPr>
                      <m:t>⇒</m:t>
                    </m:r>
                    <m:r>
                      <a:rPr lang="en-US" sz="4800" b="1" i="1">
                        <a:solidFill>
                          <a:srgbClr val="FF0000"/>
                        </a:solidFill>
                        <a:latin typeface="Cambria Math" panose="02040503050406030204" pitchFamily="18" charset="0"/>
                      </a:rPr>
                      <m:t>𝑸</m:t>
                    </m:r>
                  </m:oMath>
                </a14:m>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Khi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đó</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ta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nói</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p>
              <a:p>
                <a:pPr marL="685800" indent="-685800">
                  <a:lnSpc>
                    <a:spcPct val="150000"/>
                  </a:lnSpc>
                  <a:buFont typeface="Wingdings" panose="05000000000000000000" pitchFamily="2" charset="2"/>
                  <a:buChar char="Ø"/>
                </a:pPr>
                <a14:m>
                  <m:oMath xmlns:m="http://schemas.openxmlformats.org/officeDocument/2006/math">
                    <m:r>
                      <a:rPr lang="en-US" sz="4800" b="1" i="1" smtClean="0">
                        <a:solidFill>
                          <a:srgbClr val="FF0000"/>
                        </a:solidFill>
                        <a:latin typeface="Cambria Math" panose="02040503050406030204" pitchFamily="18" charset="0"/>
                      </a:rPr>
                      <m:t>𝑷</m:t>
                    </m:r>
                    <m:r>
                      <a:rPr lang="en-US" sz="4800" b="1" i="1" smtClean="0">
                        <a:solidFill>
                          <a:srgbClr val="FF0000"/>
                        </a:solidFill>
                        <a:latin typeface="Cambria Math" panose="02040503050406030204" pitchFamily="18" charset="0"/>
                      </a:rPr>
                      <m:t> </m:t>
                    </m:r>
                  </m:oMath>
                </a14:m>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là</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giả</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thiết</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của</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định</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lí</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rgbClr val="FF0000"/>
                        </a:solidFill>
                        <a:latin typeface="Cambria Math" panose="02040503050406030204" pitchFamily="18" charset="0"/>
                      </a:rPr>
                      <m:t>𝑸</m:t>
                    </m:r>
                  </m:oMath>
                </a14:m>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là</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kết</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luận</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của</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định</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lí</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p>
              <a:p>
                <a:pPr>
                  <a:lnSpc>
                    <a:spcPct val="150000"/>
                  </a:lnSpc>
                </a:pP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hoặc</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 </a:t>
                </a:r>
                <a14:m>
                  <m:oMath xmlns:m="http://schemas.openxmlformats.org/officeDocument/2006/math">
                    <m:r>
                      <a:rPr lang="en-US" sz="4800" b="1" i="1">
                        <a:solidFill>
                          <a:srgbClr val="FF0000"/>
                        </a:solidFill>
                        <a:latin typeface="Cambria Math" panose="02040503050406030204" pitchFamily="18" charset="0"/>
                      </a:rPr>
                      <m:t>𝑷</m:t>
                    </m:r>
                  </m:oMath>
                </a14:m>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là</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điều</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kiện</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đủ</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để</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có</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rgbClr val="FF0000"/>
                        </a:solidFill>
                        <a:latin typeface="Cambria Math" panose="02040503050406030204" pitchFamily="18" charset="0"/>
                      </a:rPr>
                      <m:t>𝑸</m:t>
                    </m:r>
                  </m:oMath>
                </a14:m>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 </a:t>
                </a:r>
              </a:p>
              <a:p>
                <a:pPr>
                  <a:lnSpc>
                    <a:spcPct val="150000"/>
                  </a:lnSpc>
                </a:pP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hoặc</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rgbClr val="FF0000"/>
                        </a:solidFill>
                        <a:latin typeface="Cambria Math" panose="02040503050406030204" pitchFamily="18" charset="0"/>
                      </a:rPr>
                      <m:t>𝑸</m:t>
                    </m:r>
                  </m:oMath>
                </a14:m>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là</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điều</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kiện</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cần</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để</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có</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rgbClr val="FF0000"/>
                        </a:solidFill>
                        <a:latin typeface="Cambria Math" panose="02040503050406030204" pitchFamily="18" charset="0"/>
                      </a:rPr>
                      <m:t>𝑷</m:t>
                    </m:r>
                  </m:oMath>
                </a14:m>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8" name="Rectangle: Rounded Corners 97">
                <a:extLst>
                  <a:ext uri="{FF2B5EF4-FFF2-40B4-BE49-F238E27FC236}">
                    <a16:creationId xmlns:a16="http://schemas.microsoft.com/office/drawing/2014/main" id="{617BE071-D475-4CEE-BE99-39260C7E7747}"/>
                  </a:ext>
                </a:extLst>
              </p:cNvPr>
              <p:cNvSpPr>
                <a:spLocks noRot="1" noChangeAspect="1" noMove="1" noResize="1" noEditPoints="1" noAdjustHandles="1" noChangeArrowheads="1" noChangeShapeType="1" noTextEdit="1"/>
              </p:cNvSpPr>
              <p:nvPr/>
            </p:nvSpPr>
            <p:spPr>
              <a:xfrm>
                <a:off x="1560606" y="4902043"/>
                <a:ext cx="18087975" cy="6312323"/>
              </a:xfrm>
              <a:prstGeom prst="roundRect">
                <a:avLst/>
              </a:prstGeom>
              <a:blipFill>
                <a:blip r:embed="rId4"/>
                <a:stretch>
                  <a:fillRect/>
                </a:stretch>
              </a:blipFill>
            </p:spPr>
            <p:txBody>
              <a:bodyPr/>
              <a:lstStyle/>
              <a:p>
                <a:r>
                  <a:rPr lang="en-US">
                    <a:noFill/>
                  </a:rPr>
                  <a:t> </a:t>
                </a:r>
              </a:p>
            </p:txBody>
          </p:sp>
        </mc:Fallback>
      </mc:AlternateContent>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0498770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barn(inVertical)">
                                      <p:cBhvr>
                                        <p:cTn id="7" dur="500"/>
                                        <p:tgtEl>
                                          <p:spTgt spid="88"/>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92"/>
                                        </p:tgtEl>
                                        <p:attrNameLst>
                                          <p:attrName>style.visibility</p:attrName>
                                        </p:attrNameLst>
                                      </p:cBhvr>
                                      <p:to>
                                        <p:strVal val="visible"/>
                                      </p:to>
                                    </p:set>
                                    <p:animEffect transition="in" filter="barn(inVertical)">
                                      <p:cBhvr>
                                        <p:cTn id="11" dur="500"/>
                                        <p:tgtEl>
                                          <p:spTgt spid="9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7" name="TextBox 26">
            <a:extLst>
              <a:ext uri="{FF2B5EF4-FFF2-40B4-BE49-F238E27FC236}">
                <a16:creationId xmlns:a16="http://schemas.microsoft.com/office/drawing/2014/main" id="{3A653732-9210-4228-AD0D-1B9B77B02426}"/>
              </a:ext>
            </a:extLst>
          </p:cNvPr>
          <p:cNvSpPr txBox="1"/>
          <p:nvPr/>
        </p:nvSpPr>
        <p:spPr>
          <a:xfrm>
            <a:off x="1773884" y="6621943"/>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49" name="Rounded Rectangle 61">
            <a:extLst>
              <a:ext uri="{FF2B5EF4-FFF2-40B4-BE49-F238E27FC236}">
                <a16:creationId xmlns:a16="http://schemas.microsoft.com/office/drawing/2014/main" id="{8C4F66B5-9F53-45FC-B951-E4D1E076FC2C}"/>
              </a:ext>
            </a:extLst>
          </p:cNvPr>
          <p:cNvSpPr/>
          <p:nvPr/>
        </p:nvSpPr>
        <p:spPr>
          <a:xfrm>
            <a:off x="990600" y="4708137"/>
            <a:ext cx="22407574" cy="3951757"/>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50" name="Group 67">
            <a:extLst>
              <a:ext uri="{FF2B5EF4-FFF2-40B4-BE49-F238E27FC236}">
                <a16:creationId xmlns:a16="http://schemas.microsoft.com/office/drawing/2014/main" id="{BAE863BA-DDC7-40A3-BD63-B632301C2DDF}"/>
              </a:ext>
            </a:extLst>
          </p:cNvPr>
          <p:cNvGrpSpPr/>
          <p:nvPr/>
        </p:nvGrpSpPr>
        <p:grpSpPr>
          <a:xfrm>
            <a:off x="1461027" y="4343400"/>
            <a:ext cx="3579192" cy="940513"/>
            <a:chOff x="1311958" y="3405486"/>
            <a:chExt cx="3579192" cy="940513"/>
          </a:xfrm>
        </p:grpSpPr>
        <p:sp>
          <p:nvSpPr>
            <p:cNvPr id="51" name="Freeform 20">
              <a:extLst>
                <a:ext uri="{FF2B5EF4-FFF2-40B4-BE49-F238E27FC236}">
                  <a16:creationId xmlns:a16="http://schemas.microsoft.com/office/drawing/2014/main" id="{15D07D9B-5448-498A-B68D-C65FD69E3A6E}"/>
                </a:ext>
              </a:extLst>
            </p:cNvPr>
            <p:cNvSpPr>
              <a:spLocks/>
            </p:cNvSpPr>
            <p:nvPr/>
          </p:nvSpPr>
          <p:spPr bwMode="auto">
            <a:xfrm rot="5400000">
              <a:off x="3085216" y="2507252"/>
              <a:ext cx="793396" cy="2818473"/>
            </a:xfrm>
            <a:prstGeom prst="round2SameRect">
              <a:avLst/>
            </a:prstGeom>
            <a:solidFill>
              <a:srgbClr val="70AD47">
                <a:lumMod val="75000"/>
              </a:srgbClr>
            </a:solidFill>
            <a:ln w="57150">
              <a:solidFill>
                <a:srgbClr val="70AD47">
                  <a:lumMod val="75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2" name="TextBox 51">
              <a:extLst>
                <a:ext uri="{FF2B5EF4-FFF2-40B4-BE49-F238E27FC236}">
                  <a16:creationId xmlns:a16="http://schemas.microsoft.com/office/drawing/2014/main" id="{38ADCDEF-9ADE-4990-911D-DB4A647079A9}"/>
                </a:ext>
              </a:extLst>
            </p:cNvPr>
            <p:cNvSpPr txBox="1"/>
            <p:nvPr/>
          </p:nvSpPr>
          <p:spPr>
            <a:xfrm>
              <a:off x="2316645" y="3484582"/>
              <a:ext cx="1813317" cy="8002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HĐ 5 </a:t>
              </a:r>
              <a:endParaRPr kumimoji="0" lang="en-US" sz="46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grpSp>
          <p:nvGrpSpPr>
            <p:cNvPr id="53" name="Group 70">
              <a:extLst>
                <a:ext uri="{FF2B5EF4-FFF2-40B4-BE49-F238E27FC236}">
                  <a16:creationId xmlns:a16="http://schemas.microsoft.com/office/drawing/2014/main" id="{9DB54C55-6C13-4C06-B677-EB45AED0EF74}"/>
                </a:ext>
              </a:extLst>
            </p:cNvPr>
            <p:cNvGrpSpPr/>
            <p:nvPr/>
          </p:nvGrpSpPr>
          <p:grpSpPr>
            <a:xfrm>
              <a:off x="1311958" y="3405486"/>
              <a:ext cx="950173" cy="940513"/>
              <a:chOff x="1311958" y="3405486"/>
              <a:chExt cx="950173" cy="940513"/>
            </a:xfrm>
          </p:grpSpPr>
          <p:sp>
            <p:nvSpPr>
              <p:cNvPr id="54" name="Rectangle 53">
                <a:extLst>
                  <a:ext uri="{FF2B5EF4-FFF2-40B4-BE49-F238E27FC236}">
                    <a16:creationId xmlns:a16="http://schemas.microsoft.com/office/drawing/2014/main" id="{F43D8799-9111-4045-A7B0-7DF40BFE6CB2}"/>
                  </a:ext>
                </a:extLst>
              </p:cNvPr>
              <p:cNvSpPr/>
              <p:nvPr/>
            </p:nvSpPr>
            <p:spPr>
              <a:xfrm>
                <a:off x="1406975" y="3672018"/>
                <a:ext cx="596676" cy="54031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5" name="Freeform 13">
                <a:extLst>
                  <a:ext uri="{FF2B5EF4-FFF2-40B4-BE49-F238E27FC236}">
                    <a16:creationId xmlns:a16="http://schemas.microsoft.com/office/drawing/2014/main" id="{0964B461-7639-42FF-9628-5AEBCC705C50}"/>
                  </a:ext>
                </a:extLst>
              </p:cNvPr>
              <p:cNvSpPr>
                <a:spLocks noEditPoints="1"/>
              </p:cNvSpPr>
              <p:nvPr/>
            </p:nvSpPr>
            <p:spPr bwMode="auto">
              <a:xfrm>
                <a:off x="1311958" y="3581027"/>
                <a:ext cx="190035" cy="268948"/>
              </a:xfrm>
              <a:custGeom>
                <a:avLst/>
                <a:gdLst>
                  <a:gd name="T0" fmla="*/ 34 w 50"/>
                  <a:gd name="T1" fmla="*/ 16 h 71"/>
                  <a:gd name="T2" fmla="*/ 34 w 50"/>
                  <a:gd name="T3" fmla="*/ 55 h 71"/>
                  <a:gd name="T4" fmla="*/ 16 w 50"/>
                  <a:gd name="T5" fmla="*/ 55 h 71"/>
                  <a:gd name="T6" fmla="*/ 16 w 50"/>
                  <a:gd name="T7" fmla="*/ 16 h 71"/>
                  <a:gd name="T8" fmla="*/ 34 w 50"/>
                  <a:gd name="T9" fmla="*/ 16 h 71"/>
                  <a:gd name="T10" fmla="*/ 34 w 50"/>
                  <a:gd name="T11" fmla="*/ 0 h 71"/>
                  <a:gd name="T12" fmla="*/ 16 w 50"/>
                  <a:gd name="T13" fmla="*/ 0 h 71"/>
                  <a:gd name="T14" fmla="*/ 0 w 50"/>
                  <a:gd name="T15" fmla="*/ 16 h 71"/>
                  <a:gd name="T16" fmla="*/ 0 w 50"/>
                  <a:gd name="T17" fmla="*/ 55 h 71"/>
                  <a:gd name="T18" fmla="*/ 16 w 50"/>
                  <a:gd name="T19" fmla="*/ 71 h 71"/>
                  <a:gd name="T20" fmla="*/ 34 w 50"/>
                  <a:gd name="T21" fmla="*/ 71 h 71"/>
                  <a:gd name="T22" fmla="*/ 50 w 50"/>
                  <a:gd name="T23" fmla="*/ 55 h 71"/>
                  <a:gd name="T24" fmla="*/ 50 w 50"/>
                  <a:gd name="T25" fmla="*/ 16 h 71"/>
                  <a:gd name="T26" fmla="*/ 34 w 50"/>
                  <a:gd name="T2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1">
                    <a:moveTo>
                      <a:pt x="34" y="16"/>
                    </a:moveTo>
                    <a:cubicBezTo>
                      <a:pt x="34" y="55"/>
                      <a:pt x="34" y="55"/>
                      <a:pt x="34" y="55"/>
                    </a:cubicBezTo>
                    <a:cubicBezTo>
                      <a:pt x="16" y="55"/>
                      <a:pt x="16" y="55"/>
                      <a:pt x="16" y="55"/>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5"/>
                      <a:pt x="0" y="55"/>
                      <a:pt x="0" y="55"/>
                    </a:cubicBezTo>
                    <a:cubicBezTo>
                      <a:pt x="0" y="64"/>
                      <a:pt x="7" y="71"/>
                      <a:pt x="16" y="71"/>
                    </a:cubicBezTo>
                    <a:cubicBezTo>
                      <a:pt x="34" y="71"/>
                      <a:pt x="34" y="71"/>
                      <a:pt x="34" y="71"/>
                    </a:cubicBezTo>
                    <a:cubicBezTo>
                      <a:pt x="43" y="71"/>
                      <a:pt x="50" y="64"/>
                      <a:pt x="50" y="55"/>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6" name="Freeform 14">
                <a:extLst>
                  <a:ext uri="{FF2B5EF4-FFF2-40B4-BE49-F238E27FC236}">
                    <a16:creationId xmlns:a16="http://schemas.microsoft.com/office/drawing/2014/main" id="{2BD50541-A2D2-439A-9CFF-5A2D5CF0EAFB}"/>
                  </a:ext>
                </a:extLst>
              </p:cNvPr>
              <p:cNvSpPr>
                <a:spLocks noEditPoints="1"/>
              </p:cNvSpPr>
              <p:nvPr/>
            </p:nvSpPr>
            <p:spPr bwMode="auto">
              <a:xfrm>
                <a:off x="1311958" y="3581027"/>
                <a:ext cx="277000" cy="181983"/>
              </a:xfrm>
              <a:custGeom>
                <a:avLst/>
                <a:gdLst>
                  <a:gd name="T0" fmla="*/ 57 w 73"/>
                  <a:gd name="T1" fmla="*/ 16 h 48"/>
                  <a:gd name="T2" fmla="*/ 57 w 73"/>
                  <a:gd name="T3" fmla="*/ 32 h 48"/>
                  <a:gd name="T4" fmla="*/ 16 w 73"/>
                  <a:gd name="T5" fmla="*/ 32 h 48"/>
                  <a:gd name="T6" fmla="*/ 16 w 73"/>
                  <a:gd name="T7" fmla="*/ 16 h 48"/>
                  <a:gd name="T8" fmla="*/ 57 w 73"/>
                  <a:gd name="T9" fmla="*/ 16 h 48"/>
                  <a:gd name="T10" fmla="*/ 57 w 73"/>
                  <a:gd name="T11" fmla="*/ 0 h 48"/>
                  <a:gd name="T12" fmla="*/ 16 w 73"/>
                  <a:gd name="T13" fmla="*/ 0 h 48"/>
                  <a:gd name="T14" fmla="*/ 0 w 73"/>
                  <a:gd name="T15" fmla="*/ 16 h 48"/>
                  <a:gd name="T16" fmla="*/ 0 w 73"/>
                  <a:gd name="T17" fmla="*/ 32 h 48"/>
                  <a:gd name="T18" fmla="*/ 16 w 73"/>
                  <a:gd name="T19" fmla="*/ 48 h 48"/>
                  <a:gd name="T20" fmla="*/ 57 w 73"/>
                  <a:gd name="T21" fmla="*/ 48 h 48"/>
                  <a:gd name="T22" fmla="*/ 73 w 73"/>
                  <a:gd name="T23" fmla="*/ 32 h 48"/>
                  <a:gd name="T24" fmla="*/ 73 w 73"/>
                  <a:gd name="T25" fmla="*/ 16 h 48"/>
                  <a:gd name="T26" fmla="*/ 57 w 73"/>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8">
                    <a:moveTo>
                      <a:pt x="57" y="16"/>
                    </a:moveTo>
                    <a:cubicBezTo>
                      <a:pt x="57" y="32"/>
                      <a:pt x="57" y="32"/>
                      <a:pt x="57" y="32"/>
                    </a:cubicBezTo>
                    <a:cubicBezTo>
                      <a:pt x="16" y="32"/>
                      <a:pt x="16" y="32"/>
                      <a:pt x="16" y="32"/>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2"/>
                      <a:pt x="0" y="32"/>
                      <a:pt x="0" y="32"/>
                    </a:cubicBezTo>
                    <a:cubicBezTo>
                      <a:pt x="0" y="41"/>
                      <a:pt x="7" y="48"/>
                      <a:pt x="16" y="48"/>
                    </a:cubicBezTo>
                    <a:cubicBezTo>
                      <a:pt x="57" y="48"/>
                      <a:pt x="57" y="48"/>
                      <a:pt x="57" y="48"/>
                    </a:cubicBezTo>
                    <a:cubicBezTo>
                      <a:pt x="66" y="48"/>
                      <a:pt x="73" y="41"/>
                      <a:pt x="73" y="32"/>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7" name="Freeform 15">
                <a:extLst>
                  <a:ext uri="{FF2B5EF4-FFF2-40B4-BE49-F238E27FC236}">
                    <a16:creationId xmlns:a16="http://schemas.microsoft.com/office/drawing/2014/main" id="{25BBDF65-0816-4435-86C9-CE992D59BA26}"/>
                  </a:ext>
                </a:extLst>
              </p:cNvPr>
              <p:cNvSpPr>
                <a:spLocks noEditPoints="1"/>
              </p:cNvSpPr>
              <p:nvPr/>
            </p:nvSpPr>
            <p:spPr bwMode="auto">
              <a:xfrm>
                <a:off x="1563190" y="3581027"/>
                <a:ext cx="285052" cy="181983"/>
              </a:xfrm>
              <a:custGeom>
                <a:avLst/>
                <a:gdLst>
                  <a:gd name="T0" fmla="*/ 58 w 75"/>
                  <a:gd name="T1" fmla="*/ 16 h 48"/>
                  <a:gd name="T2" fmla="*/ 43 w 75"/>
                  <a:gd name="T3" fmla="*/ 32 h 48"/>
                  <a:gd name="T4" fmla="*/ 16 w 75"/>
                  <a:gd name="T5" fmla="*/ 32 h 48"/>
                  <a:gd name="T6" fmla="*/ 16 w 75"/>
                  <a:gd name="T7" fmla="*/ 16 h 48"/>
                  <a:gd name="T8" fmla="*/ 58 w 75"/>
                  <a:gd name="T9" fmla="*/ 16 h 48"/>
                  <a:gd name="T10" fmla="*/ 58 w 75"/>
                  <a:gd name="T11" fmla="*/ 0 h 48"/>
                  <a:gd name="T12" fmla="*/ 16 w 75"/>
                  <a:gd name="T13" fmla="*/ 0 h 48"/>
                  <a:gd name="T14" fmla="*/ 0 w 75"/>
                  <a:gd name="T15" fmla="*/ 16 h 48"/>
                  <a:gd name="T16" fmla="*/ 0 w 75"/>
                  <a:gd name="T17" fmla="*/ 32 h 48"/>
                  <a:gd name="T18" fmla="*/ 16 w 75"/>
                  <a:gd name="T19" fmla="*/ 48 h 48"/>
                  <a:gd name="T20" fmla="*/ 43 w 75"/>
                  <a:gd name="T21" fmla="*/ 48 h 48"/>
                  <a:gd name="T22" fmla="*/ 55 w 75"/>
                  <a:gd name="T23" fmla="*/ 43 h 48"/>
                  <a:gd name="T24" fmla="*/ 70 w 75"/>
                  <a:gd name="T25" fmla="*/ 26 h 48"/>
                  <a:gd name="T26" fmla="*/ 73 w 75"/>
                  <a:gd name="T27" fmla="*/ 9 h 48"/>
                  <a:gd name="T28" fmla="*/ 58 w 75"/>
                  <a:gd name="T2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8">
                    <a:moveTo>
                      <a:pt x="58" y="16"/>
                    </a:moveTo>
                    <a:cubicBezTo>
                      <a:pt x="43" y="32"/>
                      <a:pt x="43" y="32"/>
                      <a:pt x="43" y="32"/>
                    </a:cubicBezTo>
                    <a:cubicBezTo>
                      <a:pt x="16" y="32"/>
                      <a:pt x="16" y="32"/>
                      <a:pt x="16" y="32"/>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2"/>
                      <a:pt x="0" y="32"/>
                      <a:pt x="0" y="32"/>
                    </a:cubicBezTo>
                    <a:cubicBezTo>
                      <a:pt x="0" y="41"/>
                      <a:pt x="8" y="48"/>
                      <a:pt x="16" y="48"/>
                    </a:cubicBezTo>
                    <a:cubicBezTo>
                      <a:pt x="43" y="48"/>
                      <a:pt x="43" y="48"/>
                      <a:pt x="43" y="48"/>
                    </a:cubicBezTo>
                    <a:cubicBezTo>
                      <a:pt x="48" y="48"/>
                      <a:pt x="52" y="46"/>
                      <a:pt x="55" y="43"/>
                    </a:cubicBezTo>
                    <a:cubicBezTo>
                      <a:pt x="70" y="26"/>
                      <a:pt x="70" y="26"/>
                      <a:pt x="70" y="26"/>
                    </a:cubicBezTo>
                    <a:cubicBezTo>
                      <a:pt x="74" y="22"/>
                      <a:pt x="75" y="15"/>
                      <a:pt x="73" y="9"/>
                    </a:cubicBezTo>
                    <a:cubicBezTo>
                      <a:pt x="70" y="3"/>
                      <a:pt x="64"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8" name="Freeform 16">
                <a:extLst>
                  <a:ext uri="{FF2B5EF4-FFF2-40B4-BE49-F238E27FC236}">
                    <a16:creationId xmlns:a16="http://schemas.microsoft.com/office/drawing/2014/main" id="{D17517C7-E177-434D-8C4D-A78AAA7627E4}"/>
                  </a:ext>
                </a:extLst>
              </p:cNvPr>
              <p:cNvSpPr>
                <a:spLocks noEditPoints="1"/>
              </p:cNvSpPr>
              <p:nvPr/>
            </p:nvSpPr>
            <p:spPr bwMode="auto">
              <a:xfrm>
                <a:off x="1563190" y="4151132"/>
                <a:ext cx="280221" cy="194867"/>
              </a:xfrm>
              <a:custGeom>
                <a:avLst/>
                <a:gdLst>
                  <a:gd name="T0" fmla="*/ 58 w 74"/>
                  <a:gd name="T1" fmla="*/ 16 h 51"/>
                  <a:gd name="T2" fmla="*/ 58 w 74"/>
                  <a:gd name="T3" fmla="*/ 35 h 51"/>
                  <a:gd name="T4" fmla="*/ 16 w 74"/>
                  <a:gd name="T5" fmla="*/ 35 h 51"/>
                  <a:gd name="T6" fmla="*/ 16 w 74"/>
                  <a:gd name="T7" fmla="*/ 16 h 51"/>
                  <a:gd name="T8" fmla="*/ 58 w 74"/>
                  <a:gd name="T9" fmla="*/ 16 h 51"/>
                  <a:gd name="T10" fmla="*/ 58 w 74"/>
                  <a:gd name="T11" fmla="*/ 0 h 51"/>
                  <a:gd name="T12" fmla="*/ 16 w 74"/>
                  <a:gd name="T13" fmla="*/ 0 h 51"/>
                  <a:gd name="T14" fmla="*/ 0 w 74"/>
                  <a:gd name="T15" fmla="*/ 16 h 51"/>
                  <a:gd name="T16" fmla="*/ 0 w 74"/>
                  <a:gd name="T17" fmla="*/ 35 h 51"/>
                  <a:gd name="T18" fmla="*/ 16 w 74"/>
                  <a:gd name="T19" fmla="*/ 51 h 51"/>
                  <a:gd name="T20" fmla="*/ 58 w 74"/>
                  <a:gd name="T21" fmla="*/ 51 h 51"/>
                  <a:gd name="T22" fmla="*/ 74 w 74"/>
                  <a:gd name="T23" fmla="*/ 35 h 51"/>
                  <a:gd name="T24" fmla="*/ 74 w 74"/>
                  <a:gd name="T25" fmla="*/ 16 h 51"/>
                  <a:gd name="T26" fmla="*/ 58 w 74"/>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1">
                    <a:moveTo>
                      <a:pt x="58" y="16"/>
                    </a:moveTo>
                    <a:cubicBezTo>
                      <a:pt x="58" y="35"/>
                      <a:pt x="58" y="35"/>
                      <a:pt x="58" y="35"/>
                    </a:cubicBezTo>
                    <a:cubicBezTo>
                      <a:pt x="16" y="35"/>
                      <a:pt x="16" y="35"/>
                      <a:pt x="16" y="35"/>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5"/>
                      <a:pt x="0" y="35"/>
                      <a:pt x="0" y="35"/>
                    </a:cubicBezTo>
                    <a:cubicBezTo>
                      <a:pt x="0" y="43"/>
                      <a:pt x="8" y="51"/>
                      <a:pt x="16" y="51"/>
                    </a:cubicBezTo>
                    <a:cubicBezTo>
                      <a:pt x="58" y="51"/>
                      <a:pt x="58" y="51"/>
                      <a:pt x="58" y="51"/>
                    </a:cubicBezTo>
                    <a:cubicBezTo>
                      <a:pt x="67" y="51"/>
                      <a:pt x="74" y="43"/>
                      <a:pt x="74" y="35"/>
                    </a:cubicBezTo>
                    <a:cubicBezTo>
                      <a:pt x="74" y="16"/>
                      <a:pt x="74" y="16"/>
                      <a:pt x="74" y="16"/>
                    </a:cubicBezTo>
                    <a:cubicBezTo>
                      <a:pt x="74" y="7"/>
                      <a:pt x="67"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9" name="Freeform 17">
                <a:extLst>
                  <a:ext uri="{FF2B5EF4-FFF2-40B4-BE49-F238E27FC236}">
                    <a16:creationId xmlns:a16="http://schemas.microsoft.com/office/drawing/2014/main" id="{9B01B60B-B2FF-4665-8ED7-490257C21EAE}"/>
                  </a:ext>
                </a:extLst>
              </p:cNvPr>
              <p:cNvSpPr>
                <a:spLocks noEditPoints="1"/>
              </p:cNvSpPr>
              <p:nvPr/>
            </p:nvSpPr>
            <p:spPr bwMode="auto">
              <a:xfrm>
                <a:off x="1311958" y="4064167"/>
                <a:ext cx="19003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0" name="Freeform 18">
                <a:extLst>
                  <a:ext uri="{FF2B5EF4-FFF2-40B4-BE49-F238E27FC236}">
                    <a16:creationId xmlns:a16="http://schemas.microsoft.com/office/drawing/2014/main" id="{19109C17-AF6D-4476-A672-55EC71EF9A0D}"/>
                  </a:ext>
                </a:extLst>
              </p:cNvPr>
              <p:cNvSpPr>
                <a:spLocks noEditPoints="1"/>
              </p:cNvSpPr>
              <p:nvPr/>
            </p:nvSpPr>
            <p:spPr bwMode="auto">
              <a:xfrm>
                <a:off x="1311958" y="4151132"/>
                <a:ext cx="27700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1" name="Freeform 19">
                <a:extLst>
                  <a:ext uri="{FF2B5EF4-FFF2-40B4-BE49-F238E27FC236}">
                    <a16:creationId xmlns:a16="http://schemas.microsoft.com/office/drawing/2014/main" id="{81AC942F-911A-4CB3-9629-21F5E1B5FBC6}"/>
                  </a:ext>
                </a:extLst>
              </p:cNvPr>
              <p:cNvSpPr>
                <a:spLocks noEditPoints="1"/>
              </p:cNvSpPr>
              <p:nvPr/>
            </p:nvSpPr>
            <p:spPr bwMode="auto">
              <a:xfrm>
                <a:off x="1311958" y="3820986"/>
                <a:ext cx="19003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2" name="Freeform 20">
                <a:extLst>
                  <a:ext uri="{FF2B5EF4-FFF2-40B4-BE49-F238E27FC236}">
                    <a16:creationId xmlns:a16="http://schemas.microsoft.com/office/drawing/2014/main" id="{D9F382EA-F4E2-4501-BC82-C78D2C810BC9}"/>
                  </a:ext>
                </a:extLst>
              </p:cNvPr>
              <p:cNvSpPr>
                <a:spLocks noEditPoints="1"/>
              </p:cNvSpPr>
              <p:nvPr/>
            </p:nvSpPr>
            <p:spPr bwMode="auto">
              <a:xfrm>
                <a:off x="1907830" y="4064167"/>
                <a:ext cx="19164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3" name="Freeform 21">
                <a:extLst>
                  <a:ext uri="{FF2B5EF4-FFF2-40B4-BE49-F238E27FC236}">
                    <a16:creationId xmlns:a16="http://schemas.microsoft.com/office/drawing/2014/main" id="{F1ECB0E6-4452-4C42-BAAB-DC3E74C35AE2}"/>
                  </a:ext>
                </a:extLst>
              </p:cNvPr>
              <p:cNvSpPr>
                <a:spLocks noEditPoints="1"/>
              </p:cNvSpPr>
              <p:nvPr/>
            </p:nvSpPr>
            <p:spPr bwMode="auto">
              <a:xfrm>
                <a:off x="1820865" y="4151132"/>
                <a:ext cx="27861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4" name="Freeform 22">
                <a:extLst>
                  <a:ext uri="{FF2B5EF4-FFF2-40B4-BE49-F238E27FC236}">
                    <a16:creationId xmlns:a16="http://schemas.microsoft.com/office/drawing/2014/main" id="{4BAED771-D18E-4AB8-90C4-545B70E84253}"/>
                  </a:ext>
                </a:extLst>
              </p:cNvPr>
              <p:cNvSpPr>
                <a:spLocks noEditPoints="1"/>
              </p:cNvSpPr>
              <p:nvPr/>
            </p:nvSpPr>
            <p:spPr bwMode="auto">
              <a:xfrm>
                <a:off x="1907830" y="3820986"/>
                <a:ext cx="19164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5" name="Freeform 23">
                <a:extLst>
                  <a:ext uri="{FF2B5EF4-FFF2-40B4-BE49-F238E27FC236}">
                    <a16:creationId xmlns:a16="http://schemas.microsoft.com/office/drawing/2014/main" id="{9015FA6A-8E42-44EB-BD0B-B4F3C8124FCA}"/>
                  </a:ext>
                </a:extLst>
              </p:cNvPr>
              <p:cNvSpPr>
                <a:spLocks noEditPoints="1"/>
              </p:cNvSpPr>
              <p:nvPr/>
            </p:nvSpPr>
            <p:spPr bwMode="auto">
              <a:xfrm>
                <a:off x="1661428" y="3405486"/>
                <a:ext cx="600703" cy="594262"/>
              </a:xfrm>
              <a:custGeom>
                <a:avLst/>
                <a:gdLst>
                  <a:gd name="T0" fmla="*/ 105 w 158"/>
                  <a:gd name="T1" fmla="*/ 16 h 156"/>
                  <a:gd name="T2" fmla="*/ 140 w 158"/>
                  <a:gd name="T3" fmla="*/ 56 h 156"/>
                  <a:gd name="T4" fmla="*/ 56 w 158"/>
                  <a:gd name="T5" fmla="*/ 140 h 156"/>
                  <a:gd name="T6" fmla="*/ 17 w 158"/>
                  <a:gd name="T7" fmla="*/ 99 h 156"/>
                  <a:gd name="T8" fmla="*/ 105 w 158"/>
                  <a:gd name="T9" fmla="*/ 16 h 156"/>
                  <a:gd name="T10" fmla="*/ 105 w 158"/>
                  <a:gd name="T11" fmla="*/ 0 h 156"/>
                  <a:gd name="T12" fmla="*/ 94 w 158"/>
                  <a:gd name="T13" fmla="*/ 5 h 156"/>
                  <a:gd name="T14" fmla="*/ 6 w 158"/>
                  <a:gd name="T15" fmla="*/ 87 h 156"/>
                  <a:gd name="T16" fmla="*/ 5 w 158"/>
                  <a:gd name="T17" fmla="*/ 109 h 156"/>
                  <a:gd name="T18" fmla="*/ 44 w 158"/>
                  <a:gd name="T19" fmla="*/ 151 h 156"/>
                  <a:gd name="T20" fmla="*/ 55 w 158"/>
                  <a:gd name="T21" fmla="*/ 156 h 156"/>
                  <a:gd name="T22" fmla="*/ 56 w 158"/>
                  <a:gd name="T23" fmla="*/ 156 h 156"/>
                  <a:gd name="T24" fmla="*/ 67 w 158"/>
                  <a:gd name="T25" fmla="*/ 152 h 156"/>
                  <a:gd name="T26" fmla="*/ 151 w 158"/>
                  <a:gd name="T27" fmla="*/ 67 h 156"/>
                  <a:gd name="T28" fmla="*/ 152 w 158"/>
                  <a:gd name="T29" fmla="*/ 45 h 156"/>
                  <a:gd name="T30" fmla="*/ 117 w 158"/>
                  <a:gd name="T31" fmla="*/ 6 h 156"/>
                  <a:gd name="T32" fmla="*/ 105 w 158"/>
                  <a:gd name="T33" fmla="*/ 0 h 156"/>
                  <a:gd name="T34" fmla="*/ 105 w 158"/>
                  <a:gd name="T3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 h="156">
                    <a:moveTo>
                      <a:pt x="105" y="16"/>
                    </a:moveTo>
                    <a:cubicBezTo>
                      <a:pt x="140" y="56"/>
                      <a:pt x="140" y="56"/>
                      <a:pt x="140" y="56"/>
                    </a:cubicBezTo>
                    <a:cubicBezTo>
                      <a:pt x="56" y="140"/>
                      <a:pt x="56" y="140"/>
                      <a:pt x="56" y="140"/>
                    </a:cubicBezTo>
                    <a:cubicBezTo>
                      <a:pt x="17" y="99"/>
                      <a:pt x="17" y="99"/>
                      <a:pt x="17" y="99"/>
                    </a:cubicBezTo>
                    <a:cubicBezTo>
                      <a:pt x="105" y="16"/>
                      <a:pt x="105" y="16"/>
                      <a:pt x="105" y="16"/>
                    </a:cubicBezTo>
                    <a:moveTo>
                      <a:pt x="105" y="0"/>
                    </a:moveTo>
                    <a:cubicBezTo>
                      <a:pt x="101" y="0"/>
                      <a:pt x="97" y="2"/>
                      <a:pt x="94" y="5"/>
                    </a:cubicBezTo>
                    <a:cubicBezTo>
                      <a:pt x="6" y="87"/>
                      <a:pt x="6" y="87"/>
                      <a:pt x="6" y="87"/>
                    </a:cubicBezTo>
                    <a:cubicBezTo>
                      <a:pt x="0" y="93"/>
                      <a:pt x="0" y="103"/>
                      <a:pt x="5" y="109"/>
                    </a:cubicBezTo>
                    <a:cubicBezTo>
                      <a:pt x="44" y="151"/>
                      <a:pt x="44" y="151"/>
                      <a:pt x="44" y="151"/>
                    </a:cubicBezTo>
                    <a:cubicBezTo>
                      <a:pt x="47" y="154"/>
                      <a:pt x="51" y="156"/>
                      <a:pt x="55" y="156"/>
                    </a:cubicBezTo>
                    <a:cubicBezTo>
                      <a:pt x="55" y="156"/>
                      <a:pt x="56" y="156"/>
                      <a:pt x="56" y="156"/>
                    </a:cubicBezTo>
                    <a:cubicBezTo>
                      <a:pt x="60" y="156"/>
                      <a:pt x="64" y="155"/>
                      <a:pt x="67" y="152"/>
                    </a:cubicBezTo>
                    <a:cubicBezTo>
                      <a:pt x="151" y="67"/>
                      <a:pt x="151" y="67"/>
                      <a:pt x="151" y="67"/>
                    </a:cubicBezTo>
                    <a:cubicBezTo>
                      <a:pt x="157" y="61"/>
                      <a:pt x="158" y="52"/>
                      <a:pt x="152" y="45"/>
                    </a:cubicBezTo>
                    <a:cubicBezTo>
                      <a:pt x="117" y="6"/>
                      <a:pt x="117" y="6"/>
                      <a:pt x="117" y="6"/>
                    </a:cubicBezTo>
                    <a:cubicBezTo>
                      <a:pt x="114" y="3"/>
                      <a:pt x="110" y="1"/>
                      <a:pt x="105" y="0"/>
                    </a:cubicBezTo>
                    <a:cubicBezTo>
                      <a:pt x="105" y="0"/>
                      <a:pt x="105" y="0"/>
                      <a:pt x="105"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6" name="Freeform 24">
                <a:extLst>
                  <a:ext uri="{FF2B5EF4-FFF2-40B4-BE49-F238E27FC236}">
                    <a16:creationId xmlns:a16="http://schemas.microsoft.com/office/drawing/2014/main" id="{67CF42F9-44A5-43B1-8433-A9E6B4A6ADC5}"/>
                  </a:ext>
                </a:extLst>
              </p:cNvPr>
              <p:cNvSpPr>
                <a:spLocks noEditPoints="1"/>
              </p:cNvSpPr>
              <p:nvPr/>
            </p:nvSpPr>
            <p:spPr bwMode="auto">
              <a:xfrm>
                <a:off x="1555138" y="3790388"/>
                <a:ext cx="318872" cy="293105"/>
              </a:xfrm>
              <a:custGeom>
                <a:avLst/>
                <a:gdLst>
                  <a:gd name="T0" fmla="*/ 32 w 84"/>
                  <a:gd name="T1" fmla="*/ 16 h 77"/>
                  <a:gd name="T2" fmla="*/ 67 w 84"/>
                  <a:gd name="T3" fmla="*/ 50 h 77"/>
                  <a:gd name="T4" fmla="*/ 17 w 84"/>
                  <a:gd name="T5" fmla="*/ 61 h 77"/>
                  <a:gd name="T6" fmla="*/ 32 w 84"/>
                  <a:gd name="T7" fmla="*/ 16 h 77"/>
                  <a:gd name="T8" fmla="*/ 32 w 84"/>
                  <a:gd name="T9" fmla="*/ 0 h 77"/>
                  <a:gd name="T10" fmla="*/ 28 w 84"/>
                  <a:gd name="T11" fmla="*/ 1 h 77"/>
                  <a:gd name="T12" fmla="*/ 17 w 84"/>
                  <a:gd name="T13" fmla="*/ 11 h 77"/>
                  <a:gd name="T14" fmla="*/ 2 w 84"/>
                  <a:gd name="T15" fmla="*/ 56 h 77"/>
                  <a:gd name="T16" fmla="*/ 5 w 84"/>
                  <a:gd name="T17" fmla="*/ 72 h 77"/>
                  <a:gd name="T18" fmla="*/ 17 w 84"/>
                  <a:gd name="T19" fmla="*/ 77 h 77"/>
                  <a:gd name="T20" fmla="*/ 20 w 84"/>
                  <a:gd name="T21" fmla="*/ 76 h 77"/>
                  <a:gd name="T22" fmla="*/ 71 w 84"/>
                  <a:gd name="T23" fmla="*/ 65 h 77"/>
                  <a:gd name="T24" fmla="*/ 83 w 84"/>
                  <a:gd name="T25" fmla="*/ 54 h 77"/>
                  <a:gd name="T26" fmla="*/ 78 w 84"/>
                  <a:gd name="T27" fmla="*/ 38 h 77"/>
                  <a:gd name="T28" fmla="*/ 43 w 84"/>
                  <a:gd name="T29" fmla="*/ 5 h 77"/>
                  <a:gd name="T30" fmla="*/ 32 w 84"/>
                  <a:gd name="T3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77">
                    <a:moveTo>
                      <a:pt x="32" y="16"/>
                    </a:moveTo>
                    <a:cubicBezTo>
                      <a:pt x="67" y="50"/>
                      <a:pt x="67" y="50"/>
                      <a:pt x="67" y="50"/>
                    </a:cubicBezTo>
                    <a:cubicBezTo>
                      <a:pt x="17" y="61"/>
                      <a:pt x="17" y="61"/>
                      <a:pt x="17" y="61"/>
                    </a:cubicBezTo>
                    <a:cubicBezTo>
                      <a:pt x="32" y="16"/>
                      <a:pt x="32" y="16"/>
                      <a:pt x="32" y="16"/>
                    </a:cubicBezTo>
                    <a:moveTo>
                      <a:pt x="32" y="0"/>
                    </a:moveTo>
                    <a:cubicBezTo>
                      <a:pt x="31" y="0"/>
                      <a:pt x="29" y="0"/>
                      <a:pt x="28" y="1"/>
                    </a:cubicBezTo>
                    <a:cubicBezTo>
                      <a:pt x="23" y="2"/>
                      <a:pt x="18" y="6"/>
                      <a:pt x="17" y="11"/>
                    </a:cubicBezTo>
                    <a:cubicBezTo>
                      <a:pt x="2" y="56"/>
                      <a:pt x="2" y="56"/>
                      <a:pt x="2" y="56"/>
                    </a:cubicBezTo>
                    <a:cubicBezTo>
                      <a:pt x="0" y="61"/>
                      <a:pt x="1" y="67"/>
                      <a:pt x="5" y="72"/>
                    </a:cubicBezTo>
                    <a:cubicBezTo>
                      <a:pt x="8" y="75"/>
                      <a:pt x="12" y="77"/>
                      <a:pt x="17" y="77"/>
                    </a:cubicBezTo>
                    <a:cubicBezTo>
                      <a:pt x="18" y="77"/>
                      <a:pt x="19" y="77"/>
                      <a:pt x="20" y="76"/>
                    </a:cubicBezTo>
                    <a:cubicBezTo>
                      <a:pt x="71" y="65"/>
                      <a:pt x="71" y="65"/>
                      <a:pt x="71" y="65"/>
                    </a:cubicBezTo>
                    <a:cubicBezTo>
                      <a:pt x="77" y="64"/>
                      <a:pt x="81" y="59"/>
                      <a:pt x="83" y="54"/>
                    </a:cubicBezTo>
                    <a:cubicBezTo>
                      <a:pt x="84" y="48"/>
                      <a:pt x="83" y="42"/>
                      <a:pt x="78" y="38"/>
                    </a:cubicBezTo>
                    <a:cubicBezTo>
                      <a:pt x="43" y="5"/>
                      <a:pt x="43" y="5"/>
                      <a:pt x="43" y="5"/>
                    </a:cubicBezTo>
                    <a:cubicBezTo>
                      <a:pt x="40" y="2"/>
                      <a:pt x="36" y="0"/>
                      <a:pt x="32"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7" name="Freeform 25">
                <a:extLst>
                  <a:ext uri="{FF2B5EF4-FFF2-40B4-BE49-F238E27FC236}">
                    <a16:creationId xmlns:a16="http://schemas.microsoft.com/office/drawing/2014/main" id="{024383A2-15A9-46AB-9836-B440A160DEB9}"/>
                  </a:ext>
                </a:extLst>
              </p:cNvPr>
              <p:cNvSpPr>
                <a:spLocks/>
              </p:cNvSpPr>
              <p:nvPr/>
            </p:nvSpPr>
            <p:spPr bwMode="auto">
              <a:xfrm>
                <a:off x="1371545" y="3642225"/>
                <a:ext cx="69249" cy="148163"/>
              </a:xfrm>
              <a:custGeom>
                <a:avLst/>
                <a:gdLst>
                  <a:gd name="T0" fmla="*/ 0 w 43"/>
                  <a:gd name="T1" fmla="*/ 0 h 92"/>
                  <a:gd name="T2" fmla="*/ 43 w 43"/>
                  <a:gd name="T3" fmla="*/ 0 h 92"/>
                  <a:gd name="T4" fmla="*/ 43 w 43"/>
                  <a:gd name="T5" fmla="*/ 92 h 92"/>
                  <a:gd name="T6" fmla="*/ 0 w 43"/>
                  <a:gd name="T7" fmla="*/ 92 h 92"/>
                  <a:gd name="T8" fmla="*/ 0 w 43"/>
                  <a:gd name="T9" fmla="*/ 0 h 92"/>
                  <a:gd name="T10" fmla="*/ 0 w 43"/>
                  <a:gd name="T11" fmla="*/ 0 h 92"/>
                </a:gdLst>
                <a:ahLst/>
                <a:cxnLst>
                  <a:cxn ang="0">
                    <a:pos x="T0" y="T1"/>
                  </a:cxn>
                  <a:cxn ang="0">
                    <a:pos x="T2" y="T3"/>
                  </a:cxn>
                  <a:cxn ang="0">
                    <a:pos x="T4" y="T5"/>
                  </a:cxn>
                  <a:cxn ang="0">
                    <a:pos x="T6" y="T7"/>
                  </a:cxn>
                  <a:cxn ang="0">
                    <a:pos x="T8" y="T9"/>
                  </a:cxn>
                  <a:cxn ang="0">
                    <a:pos x="T10" y="T11"/>
                  </a:cxn>
                </a:cxnLst>
                <a:rect l="0" t="0" r="r" b="b"/>
                <a:pathLst>
                  <a:path w="43" h="92">
                    <a:moveTo>
                      <a:pt x="0" y="0"/>
                    </a:moveTo>
                    <a:lnTo>
                      <a:pt x="43" y="0"/>
                    </a:lnTo>
                    <a:lnTo>
                      <a:pt x="43" y="92"/>
                    </a:lnTo>
                    <a:lnTo>
                      <a:pt x="0" y="92"/>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8" name="Freeform 26">
                <a:extLst>
                  <a:ext uri="{FF2B5EF4-FFF2-40B4-BE49-F238E27FC236}">
                    <a16:creationId xmlns:a16="http://schemas.microsoft.com/office/drawing/2014/main" id="{CBBC424F-E267-4294-AC7B-C2A365F10E51}"/>
                  </a:ext>
                </a:extLst>
              </p:cNvPr>
              <p:cNvSpPr>
                <a:spLocks/>
              </p:cNvSpPr>
              <p:nvPr/>
            </p:nvSpPr>
            <p:spPr bwMode="auto">
              <a:xfrm>
                <a:off x="1371545" y="3642225"/>
                <a:ext cx="156215" cy="59588"/>
              </a:xfrm>
              <a:custGeom>
                <a:avLst/>
                <a:gdLst>
                  <a:gd name="T0" fmla="*/ 0 w 97"/>
                  <a:gd name="T1" fmla="*/ 0 h 37"/>
                  <a:gd name="T2" fmla="*/ 97 w 97"/>
                  <a:gd name="T3" fmla="*/ 0 h 37"/>
                  <a:gd name="T4" fmla="*/ 97 w 97"/>
                  <a:gd name="T5" fmla="*/ 37 h 37"/>
                  <a:gd name="T6" fmla="*/ 0 w 97"/>
                  <a:gd name="T7" fmla="*/ 37 h 37"/>
                  <a:gd name="T8" fmla="*/ 0 w 97"/>
                  <a:gd name="T9" fmla="*/ 0 h 37"/>
                  <a:gd name="T10" fmla="*/ 0 w 97"/>
                  <a:gd name="T11" fmla="*/ 0 h 37"/>
                </a:gdLst>
                <a:ahLst/>
                <a:cxnLst>
                  <a:cxn ang="0">
                    <a:pos x="T0" y="T1"/>
                  </a:cxn>
                  <a:cxn ang="0">
                    <a:pos x="T2" y="T3"/>
                  </a:cxn>
                  <a:cxn ang="0">
                    <a:pos x="T4" y="T5"/>
                  </a:cxn>
                  <a:cxn ang="0">
                    <a:pos x="T6" y="T7"/>
                  </a:cxn>
                  <a:cxn ang="0">
                    <a:pos x="T8" y="T9"/>
                  </a:cxn>
                  <a:cxn ang="0">
                    <a:pos x="T10" y="T11"/>
                  </a:cxn>
                </a:cxnLst>
                <a:rect l="0" t="0" r="r" b="b"/>
                <a:pathLst>
                  <a:path w="97" h="37">
                    <a:moveTo>
                      <a:pt x="0" y="0"/>
                    </a:moveTo>
                    <a:lnTo>
                      <a:pt x="97" y="0"/>
                    </a:lnTo>
                    <a:lnTo>
                      <a:pt x="97" y="37"/>
                    </a:lnTo>
                    <a:lnTo>
                      <a:pt x="0" y="37"/>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9" name="Freeform 27">
                <a:extLst>
                  <a:ext uri="{FF2B5EF4-FFF2-40B4-BE49-F238E27FC236}">
                    <a16:creationId xmlns:a16="http://schemas.microsoft.com/office/drawing/2014/main" id="{E10F5550-7A5C-4D04-AF81-314FA07D9743}"/>
                  </a:ext>
                </a:extLst>
              </p:cNvPr>
              <p:cNvSpPr>
                <a:spLocks/>
              </p:cNvSpPr>
              <p:nvPr/>
            </p:nvSpPr>
            <p:spPr bwMode="auto">
              <a:xfrm>
                <a:off x="1622777" y="3642225"/>
                <a:ext cx="161046" cy="59588"/>
              </a:xfrm>
              <a:custGeom>
                <a:avLst/>
                <a:gdLst>
                  <a:gd name="T0" fmla="*/ 0 w 100"/>
                  <a:gd name="T1" fmla="*/ 37 h 37"/>
                  <a:gd name="T2" fmla="*/ 0 w 100"/>
                  <a:gd name="T3" fmla="*/ 0 h 37"/>
                  <a:gd name="T4" fmla="*/ 100 w 100"/>
                  <a:gd name="T5" fmla="*/ 0 h 37"/>
                  <a:gd name="T6" fmla="*/ 64 w 100"/>
                  <a:gd name="T7" fmla="*/ 37 h 37"/>
                  <a:gd name="T8" fmla="*/ 0 w 100"/>
                  <a:gd name="T9" fmla="*/ 37 h 37"/>
                  <a:gd name="T10" fmla="*/ 0 w 100"/>
                  <a:gd name="T11" fmla="*/ 37 h 37"/>
                  <a:gd name="T12" fmla="*/ 0 w 100"/>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100" h="37">
                    <a:moveTo>
                      <a:pt x="0" y="37"/>
                    </a:moveTo>
                    <a:lnTo>
                      <a:pt x="0" y="0"/>
                    </a:lnTo>
                    <a:lnTo>
                      <a:pt x="100" y="0"/>
                    </a:lnTo>
                    <a:lnTo>
                      <a:pt x="64" y="37"/>
                    </a:lnTo>
                    <a:lnTo>
                      <a:pt x="0" y="37"/>
                    </a:lnTo>
                    <a:lnTo>
                      <a:pt x="0" y="37"/>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0" name="Freeform 28">
                <a:extLst>
                  <a:ext uri="{FF2B5EF4-FFF2-40B4-BE49-F238E27FC236}">
                    <a16:creationId xmlns:a16="http://schemas.microsoft.com/office/drawing/2014/main" id="{C84E9659-ABE6-4728-B9E2-CF1DABABE7FE}"/>
                  </a:ext>
                </a:extLst>
              </p:cNvPr>
              <p:cNvSpPr>
                <a:spLocks/>
              </p:cNvSpPr>
              <p:nvPr/>
            </p:nvSpPr>
            <p:spPr bwMode="auto">
              <a:xfrm>
                <a:off x="1622777" y="4212330"/>
                <a:ext cx="161046" cy="72471"/>
              </a:xfrm>
              <a:custGeom>
                <a:avLst/>
                <a:gdLst>
                  <a:gd name="T0" fmla="*/ 0 w 100"/>
                  <a:gd name="T1" fmla="*/ 0 h 45"/>
                  <a:gd name="T2" fmla="*/ 100 w 100"/>
                  <a:gd name="T3" fmla="*/ 0 h 45"/>
                  <a:gd name="T4" fmla="*/ 100 w 100"/>
                  <a:gd name="T5" fmla="*/ 45 h 45"/>
                  <a:gd name="T6" fmla="*/ 0 w 100"/>
                  <a:gd name="T7" fmla="*/ 45 h 45"/>
                  <a:gd name="T8" fmla="*/ 0 w 100"/>
                  <a:gd name="T9" fmla="*/ 0 h 45"/>
                  <a:gd name="T10" fmla="*/ 0 w 100"/>
                  <a:gd name="T11" fmla="*/ 0 h 45"/>
                </a:gdLst>
                <a:ahLst/>
                <a:cxnLst>
                  <a:cxn ang="0">
                    <a:pos x="T0" y="T1"/>
                  </a:cxn>
                  <a:cxn ang="0">
                    <a:pos x="T2" y="T3"/>
                  </a:cxn>
                  <a:cxn ang="0">
                    <a:pos x="T4" y="T5"/>
                  </a:cxn>
                  <a:cxn ang="0">
                    <a:pos x="T6" y="T7"/>
                  </a:cxn>
                  <a:cxn ang="0">
                    <a:pos x="T8" y="T9"/>
                  </a:cxn>
                  <a:cxn ang="0">
                    <a:pos x="T10" y="T11"/>
                  </a:cxn>
                </a:cxnLst>
                <a:rect l="0" t="0" r="r" b="b"/>
                <a:pathLst>
                  <a:path w="100" h="45">
                    <a:moveTo>
                      <a:pt x="0" y="0"/>
                    </a:moveTo>
                    <a:lnTo>
                      <a:pt x="100" y="0"/>
                    </a:lnTo>
                    <a:lnTo>
                      <a:pt x="100"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1" name="Freeform 29">
                <a:extLst>
                  <a:ext uri="{FF2B5EF4-FFF2-40B4-BE49-F238E27FC236}">
                    <a16:creationId xmlns:a16="http://schemas.microsoft.com/office/drawing/2014/main" id="{916FD9E1-4B27-47DC-BD7B-069CB432303C}"/>
                  </a:ext>
                </a:extLst>
              </p:cNvPr>
              <p:cNvSpPr>
                <a:spLocks/>
              </p:cNvSpPr>
              <p:nvPr/>
            </p:nvSpPr>
            <p:spPr bwMode="auto">
              <a:xfrm>
                <a:off x="1371545"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2" name="Freeform 30">
                <a:extLst>
                  <a:ext uri="{FF2B5EF4-FFF2-40B4-BE49-F238E27FC236}">
                    <a16:creationId xmlns:a16="http://schemas.microsoft.com/office/drawing/2014/main" id="{B4BE53A6-C202-4DAE-812F-04AC26C7D3EF}"/>
                  </a:ext>
                </a:extLst>
              </p:cNvPr>
              <p:cNvSpPr>
                <a:spLocks/>
              </p:cNvSpPr>
              <p:nvPr/>
            </p:nvSpPr>
            <p:spPr bwMode="auto">
              <a:xfrm>
                <a:off x="1371545"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3" name="Freeform 31">
                <a:extLst>
                  <a:ext uri="{FF2B5EF4-FFF2-40B4-BE49-F238E27FC236}">
                    <a16:creationId xmlns:a16="http://schemas.microsoft.com/office/drawing/2014/main" id="{F246C574-3DC7-4E89-8F0D-9001EDC8B76B}"/>
                  </a:ext>
                </a:extLst>
              </p:cNvPr>
              <p:cNvSpPr>
                <a:spLocks/>
              </p:cNvSpPr>
              <p:nvPr/>
            </p:nvSpPr>
            <p:spPr bwMode="auto">
              <a:xfrm>
                <a:off x="1371545"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4" name="Freeform 32">
                <a:extLst>
                  <a:ext uri="{FF2B5EF4-FFF2-40B4-BE49-F238E27FC236}">
                    <a16:creationId xmlns:a16="http://schemas.microsoft.com/office/drawing/2014/main" id="{BB0DA318-2CD7-4778-97E0-E0DF3F1EDECE}"/>
                  </a:ext>
                </a:extLst>
              </p:cNvPr>
              <p:cNvSpPr>
                <a:spLocks/>
              </p:cNvSpPr>
              <p:nvPr/>
            </p:nvSpPr>
            <p:spPr bwMode="auto">
              <a:xfrm>
                <a:off x="1969027"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5" name="Freeform 33">
                <a:extLst>
                  <a:ext uri="{FF2B5EF4-FFF2-40B4-BE49-F238E27FC236}">
                    <a16:creationId xmlns:a16="http://schemas.microsoft.com/office/drawing/2014/main" id="{A1AF9A78-9612-4282-8B72-B07DA777B19E}"/>
                  </a:ext>
                </a:extLst>
              </p:cNvPr>
              <p:cNvSpPr>
                <a:spLocks/>
              </p:cNvSpPr>
              <p:nvPr/>
            </p:nvSpPr>
            <p:spPr bwMode="auto">
              <a:xfrm>
                <a:off x="1882062"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6" name="Freeform 34">
                <a:extLst>
                  <a:ext uri="{FF2B5EF4-FFF2-40B4-BE49-F238E27FC236}">
                    <a16:creationId xmlns:a16="http://schemas.microsoft.com/office/drawing/2014/main" id="{5942A584-5791-42D4-BE98-AA5043743485}"/>
                  </a:ext>
                </a:extLst>
              </p:cNvPr>
              <p:cNvSpPr>
                <a:spLocks/>
              </p:cNvSpPr>
              <p:nvPr/>
            </p:nvSpPr>
            <p:spPr bwMode="auto">
              <a:xfrm>
                <a:off x="1969027"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7" name="Freeform 35">
                <a:extLst>
                  <a:ext uri="{FF2B5EF4-FFF2-40B4-BE49-F238E27FC236}">
                    <a16:creationId xmlns:a16="http://schemas.microsoft.com/office/drawing/2014/main" id="{6FEBF141-B9BB-46D8-8EAC-1E8BE7F3F09B}"/>
                  </a:ext>
                </a:extLst>
              </p:cNvPr>
              <p:cNvSpPr>
                <a:spLocks/>
              </p:cNvSpPr>
              <p:nvPr/>
            </p:nvSpPr>
            <p:spPr bwMode="auto">
              <a:xfrm>
                <a:off x="1725847" y="3466684"/>
                <a:ext cx="468645" cy="471867"/>
              </a:xfrm>
              <a:custGeom>
                <a:avLst/>
                <a:gdLst>
                  <a:gd name="T0" fmla="*/ 208 w 291"/>
                  <a:gd name="T1" fmla="*/ 0 h 293"/>
                  <a:gd name="T2" fmla="*/ 0 w 291"/>
                  <a:gd name="T3" fmla="*/ 196 h 293"/>
                  <a:gd name="T4" fmla="*/ 92 w 291"/>
                  <a:gd name="T5" fmla="*/ 293 h 293"/>
                  <a:gd name="T6" fmla="*/ 291 w 291"/>
                  <a:gd name="T7" fmla="*/ 94 h 293"/>
                  <a:gd name="T8" fmla="*/ 208 w 291"/>
                  <a:gd name="T9" fmla="*/ 0 h 293"/>
                  <a:gd name="T10" fmla="*/ 208 w 291"/>
                  <a:gd name="T11" fmla="*/ 0 h 293"/>
                  <a:gd name="T12" fmla="*/ 208 w 291"/>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91" h="293">
                    <a:moveTo>
                      <a:pt x="208" y="0"/>
                    </a:moveTo>
                    <a:lnTo>
                      <a:pt x="0" y="196"/>
                    </a:lnTo>
                    <a:lnTo>
                      <a:pt x="92" y="293"/>
                    </a:lnTo>
                    <a:lnTo>
                      <a:pt x="291" y="94"/>
                    </a:lnTo>
                    <a:lnTo>
                      <a:pt x="208" y="0"/>
                    </a:lnTo>
                    <a:lnTo>
                      <a:pt x="208" y="0"/>
                    </a:lnTo>
                    <a:lnTo>
                      <a:pt x="20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8" name="Freeform 36">
                <a:extLst>
                  <a:ext uri="{FF2B5EF4-FFF2-40B4-BE49-F238E27FC236}">
                    <a16:creationId xmlns:a16="http://schemas.microsoft.com/office/drawing/2014/main" id="{8E06B4B8-B73A-41C4-BC84-349F7E2A0913}"/>
                  </a:ext>
                </a:extLst>
              </p:cNvPr>
              <p:cNvSpPr>
                <a:spLocks/>
              </p:cNvSpPr>
              <p:nvPr/>
            </p:nvSpPr>
            <p:spPr bwMode="auto">
              <a:xfrm>
                <a:off x="1619556" y="3849975"/>
                <a:ext cx="190035" cy="172320"/>
              </a:xfrm>
              <a:custGeom>
                <a:avLst/>
                <a:gdLst>
                  <a:gd name="T0" fmla="*/ 35 w 118"/>
                  <a:gd name="T1" fmla="*/ 0 h 107"/>
                  <a:gd name="T2" fmla="*/ 0 w 118"/>
                  <a:gd name="T3" fmla="*/ 107 h 107"/>
                  <a:gd name="T4" fmla="*/ 118 w 118"/>
                  <a:gd name="T5" fmla="*/ 81 h 107"/>
                  <a:gd name="T6" fmla="*/ 35 w 118"/>
                  <a:gd name="T7" fmla="*/ 0 h 107"/>
                  <a:gd name="T8" fmla="*/ 35 w 118"/>
                  <a:gd name="T9" fmla="*/ 0 h 107"/>
                  <a:gd name="T10" fmla="*/ 35 w 118"/>
                  <a:gd name="T11" fmla="*/ 0 h 107"/>
                </a:gdLst>
                <a:ahLst/>
                <a:cxnLst>
                  <a:cxn ang="0">
                    <a:pos x="T0" y="T1"/>
                  </a:cxn>
                  <a:cxn ang="0">
                    <a:pos x="T2" y="T3"/>
                  </a:cxn>
                  <a:cxn ang="0">
                    <a:pos x="T4" y="T5"/>
                  </a:cxn>
                  <a:cxn ang="0">
                    <a:pos x="T6" y="T7"/>
                  </a:cxn>
                  <a:cxn ang="0">
                    <a:pos x="T8" y="T9"/>
                  </a:cxn>
                  <a:cxn ang="0">
                    <a:pos x="T10" y="T11"/>
                  </a:cxn>
                </a:cxnLst>
                <a:rect l="0" t="0" r="r" b="b"/>
                <a:pathLst>
                  <a:path w="118" h="107">
                    <a:moveTo>
                      <a:pt x="35" y="0"/>
                    </a:moveTo>
                    <a:lnTo>
                      <a:pt x="0" y="107"/>
                    </a:lnTo>
                    <a:lnTo>
                      <a:pt x="118" y="81"/>
                    </a:lnTo>
                    <a:lnTo>
                      <a:pt x="35" y="0"/>
                    </a:lnTo>
                    <a:lnTo>
                      <a:pt x="35" y="0"/>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7C93031B-F06C-433E-87D1-6F0F3294C852}"/>
                  </a:ext>
                </a:extLst>
              </p:cNvPr>
              <p:cNvSpPr txBox="1"/>
              <p:nvPr/>
            </p:nvSpPr>
            <p:spPr>
              <a:xfrm>
                <a:off x="1219200" y="4708137"/>
                <a:ext cx="22240372" cy="3819122"/>
              </a:xfrm>
              <a:prstGeom prst="rect">
                <a:avLst/>
              </a:prstGeom>
              <a:noFill/>
            </p:spPr>
            <p:txBody>
              <a:bodyPr wrap="square">
                <a:spAutoFit/>
              </a:bodyPr>
              <a:lstStyle/>
              <a:p>
                <a:r>
                  <a:rPr lang="en-US" sz="4800" b="1">
                    <a:latin typeface="Tahoma" panose="020B0604030504040204" pitchFamily="34" charset="0"/>
                    <a:ea typeface="Tahoma" panose="020B0604030504040204" pitchFamily="34" charset="0"/>
                    <a:cs typeface="Tahoma" panose="020B0604030504040204" pitchFamily="34" charset="0"/>
                  </a:rPr>
                  <a:t>		Cho hai câu sau</a:t>
                </a:r>
              </a:p>
              <a:p>
                <a14:m>
                  <m:oMath xmlns:m="http://schemas.openxmlformats.org/officeDocument/2006/math">
                    <m:r>
                      <a:rPr lang="en-US" sz="4800" b="1" i="1">
                        <a:latin typeface="Cambria Math" panose="02040503050406030204" pitchFamily="18" charset="0"/>
                      </a:rPr>
                      <m:t>𝑷</m:t>
                    </m:r>
                  </m:oMath>
                </a14:m>
                <a:r>
                  <a:rPr lang="en-US" sz="4800" b="1">
                    <a:latin typeface="Tahoma" panose="020B0604030504040204" pitchFamily="34" charset="0"/>
                    <a:ea typeface="Tahoma" panose="020B0604030504040204" pitchFamily="34" charset="0"/>
                    <a:cs typeface="Tahoma" panose="020B0604030504040204" pitchFamily="34" charset="0"/>
                  </a:rPr>
                  <a:t>: “ Phương trình bậc hai </a:t>
                </a:r>
                <a14:m>
                  <m:oMath xmlns:m="http://schemas.openxmlformats.org/officeDocument/2006/math">
                    <m:r>
                      <a:rPr lang="en-US" sz="4800" b="1" i="1">
                        <a:latin typeface="Cambria Math" panose="02040503050406030204" pitchFamily="18" charset="0"/>
                      </a:rPr>
                      <m:t>𝒂</m:t>
                    </m:r>
                    <m:sSup>
                      <m:sSupPr>
                        <m:ctrlPr>
                          <a:rPr lang="en-US" sz="4800" b="1" i="1">
                            <a:latin typeface="Cambria Math" panose="02040503050406030204" pitchFamily="18" charset="0"/>
                          </a:rPr>
                        </m:ctrlPr>
                      </m:sSupPr>
                      <m:e>
                        <m:r>
                          <a:rPr lang="en-US" sz="4800" b="1" i="1">
                            <a:latin typeface="Cambria Math" panose="02040503050406030204" pitchFamily="18" charset="0"/>
                          </a:rPr>
                          <m:t>𝒙</m:t>
                        </m:r>
                      </m:e>
                      <m:sup>
                        <m:r>
                          <a:rPr lang="en-US" sz="4800" b="1" i="1">
                            <a:latin typeface="Cambria Math" panose="02040503050406030204" pitchFamily="18" charset="0"/>
                          </a:rPr>
                          <m:t>𝟐</m:t>
                        </m:r>
                      </m:sup>
                    </m:sSup>
                    <m:r>
                      <a:rPr lang="en-US" sz="4800" b="1" i="1">
                        <a:latin typeface="Cambria Math" panose="02040503050406030204" pitchFamily="18" charset="0"/>
                      </a:rPr>
                      <m:t>+</m:t>
                    </m:r>
                    <m:r>
                      <a:rPr lang="en-US" sz="4800" b="1" i="1">
                        <a:latin typeface="Cambria Math" panose="02040503050406030204" pitchFamily="18" charset="0"/>
                      </a:rPr>
                      <m:t>𝒃𝒙</m:t>
                    </m:r>
                    <m:r>
                      <a:rPr lang="en-US" sz="4800" b="1" i="1">
                        <a:latin typeface="Cambria Math" panose="02040503050406030204" pitchFamily="18" charset="0"/>
                      </a:rPr>
                      <m:t>+</m:t>
                    </m:r>
                    <m:r>
                      <a:rPr lang="en-US" sz="4800" b="1" i="1">
                        <a:latin typeface="Cambria Math" panose="02040503050406030204" pitchFamily="18" charset="0"/>
                      </a:rPr>
                      <m:t>𝒄</m:t>
                    </m:r>
                    <m:r>
                      <a:rPr lang="en-US" sz="4800" b="1" i="1">
                        <a:latin typeface="Cambria Math" panose="02040503050406030204" pitchFamily="18" charset="0"/>
                      </a:rPr>
                      <m:t>=</m:t>
                    </m:r>
                    <m:r>
                      <a:rPr lang="en-US" sz="4800" b="1" i="1">
                        <a:latin typeface="Cambria Math" panose="02040503050406030204" pitchFamily="18" charset="0"/>
                      </a:rPr>
                      <m:t>𝟎</m:t>
                    </m:r>
                  </m:oMath>
                </a14:m>
                <a:r>
                  <a:rPr lang="en-US" sz="4800" b="1">
                    <a:latin typeface="Tahoma" panose="020B0604030504040204" pitchFamily="34" charset="0"/>
                    <a:ea typeface="Tahoma" panose="020B0604030504040204" pitchFamily="34" charset="0"/>
                    <a:cs typeface="Tahoma" panose="020B0604030504040204" pitchFamily="34" charset="0"/>
                  </a:rPr>
                  <a:t> có hai nghiệm phân biệt”; </a:t>
                </a:r>
              </a:p>
              <a:p>
                <a14:m>
                  <m:oMath xmlns:m="http://schemas.openxmlformats.org/officeDocument/2006/math">
                    <m:r>
                      <a:rPr lang="en-US" sz="4800" b="1" i="1">
                        <a:latin typeface="Cambria Math" panose="02040503050406030204" pitchFamily="18" charset="0"/>
                      </a:rPr>
                      <m:t>𝑸</m:t>
                    </m:r>
                  </m:oMath>
                </a14:m>
                <a:r>
                  <a:rPr lang="en-US" sz="4800" b="1">
                    <a:latin typeface="Tahoma" panose="020B0604030504040204" pitchFamily="34" charset="0"/>
                    <a:ea typeface="Tahoma" panose="020B0604030504040204" pitchFamily="34" charset="0"/>
                    <a:cs typeface="Tahoma" panose="020B0604030504040204" pitchFamily="34" charset="0"/>
                  </a:rPr>
                  <a:t>: “ Phương trình bậc hai </a:t>
                </a:r>
                <a14:m>
                  <m:oMath xmlns:m="http://schemas.openxmlformats.org/officeDocument/2006/math">
                    <m:r>
                      <a:rPr lang="en-US" sz="4800" b="1" i="1">
                        <a:latin typeface="Cambria Math" panose="02040503050406030204" pitchFamily="18" charset="0"/>
                      </a:rPr>
                      <m:t>𝒂</m:t>
                    </m:r>
                    <m:sSup>
                      <m:sSupPr>
                        <m:ctrlPr>
                          <a:rPr lang="en-US" sz="4800" b="1" i="1">
                            <a:latin typeface="Cambria Math" panose="02040503050406030204" pitchFamily="18" charset="0"/>
                          </a:rPr>
                        </m:ctrlPr>
                      </m:sSupPr>
                      <m:e>
                        <m:r>
                          <a:rPr lang="en-US" sz="4800" b="1" i="1">
                            <a:latin typeface="Cambria Math" panose="02040503050406030204" pitchFamily="18" charset="0"/>
                          </a:rPr>
                          <m:t>𝒙</m:t>
                        </m:r>
                      </m:e>
                      <m:sup>
                        <m:r>
                          <a:rPr lang="en-US" sz="4800" b="1" i="1">
                            <a:latin typeface="Cambria Math" panose="02040503050406030204" pitchFamily="18" charset="0"/>
                          </a:rPr>
                          <m:t>𝟐</m:t>
                        </m:r>
                      </m:sup>
                    </m:sSup>
                    <m:r>
                      <a:rPr lang="en-US" sz="4800" b="1" i="1">
                        <a:latin typeface="Cambria Math" panose="02040503050406030204" pitchFamily="18" charset="0"/>
                      </a:rPr>
                      <m:t>+</m:t>
                    </m:r>
                    <m:r>
                      <a:rPr lang="en-US" sz="4800" b="1" i="1">
                        <a:latin typeface="Cambria Math" panose="02040503050406030204" pitchFamily="18" charset="0"/>
                      </a:rPr>
                      <m:t>𝒃𝒙</m:t>
                    </m:r>
                    <m:r>
                      <a:rPr lang="en-US" sz="4800" b="1" i="1">
                        <a:latin typeface="Cambria Math" panose="02040503050406030204" pitchFamily="18" charset="0"/>
                      </a:rPr>
                      <m:t>+</m:t>
                    </m:r>
                    <m:r>
                      <a:rPr lang="en-US" sz="4800" b="1" i="1">
                        <a:latin typeface="Cambria Math" panose="02040503050406030204" pitchFamily="18" charset="0"/>
                      </a:rPr>
                      <m:t>𝒄</m:t>
                    </m:r>
                    <m:r>
                      <a:rPr lang="en-US" sz="4800" b="1" i="1">
                        <a:latin typeface="Cambria Math" panose="02040503050406030204" pitchFamily="18" charset="0"/>
                      </a:rPr>
                      <m:t>=</m:t>
                    </m:r>
                    <m:r>
                      <a:rPr lang="en-US" sz="4800" b="1" i="1">
                        <a:latin typeface="Cambria Math" panose="02040503050406030204" pitchFamily="18" charset="0"/>
                      </a:rPr>
                      <m:t>𝟎</m:t>
                    </m:r>
                  </m:oMath>
                </a14:m>
                <a:r>
                  <a:rPr lang="en-US" sz="4800" b="1">
                    <a:latin typeface="Tahoma" panose="020B0604030504040204" pitchFamily="34" charset="0"/>
                    <a:ea typeface="Tahoma" panose="020B0604030504040204" pitchFamily="34" charset="0"/>
                    <a:cs typeface="Tahoma" panose="020B0604030504040204" pitchFamily="34" charset="0"/>
                  </a:rPr>
                  <a:t> có biệt thức </a:t>
                </a:r>
                <a14:m>
                  <m:oMath xmlns:m="http://schemas.openxmlformats.org/officeDocument/2006/math">
                    <m:r>
                      <a:rPr lang="en-US" sz="4800" b="1" i="1">
                        <a:latin typeface="Cambria Math" panose="02040503050406030204" pitchFamily="18" charset="0"/>
                      </a:rPr>
                      <m:t>𝜟</m:t>
                    </m:r>
                    <m:r>
                      <a:rPr lang="en-US" sz="4800" b="1" i="1">
                        <a:latin typeface="Cambria Math" panose="02040503050406030204" pitchFamily="18" charset="0"/>
                      </a:rPr>
                      <m:t>=</m:t>
                    </m:r>
                    <m:sSup>
                      <m:sSupPr>
                        <m:ctrlPr>
                          <a:rPr lang="en-US" sz="4800" b="1" i="1">
                            <a:latin typeface="Cambria Math" panose="02040503050406030204" pitchFamily="18" charset="0"/>
                          </a:rPr>
                        </m:ctrlPr>
                      </m:sSupPr>
                      <m:e>
                        <m:r>
                          <a:rPr lang="en-US" sz="4800" b="1" i="1">
                            <a:latin typeface="Cambria Math" panose="02040503050406030204" pitchFamily="18" charset="0"/>
                          </a:rPr>
                          <m:t>𝒃</m:t>
                        </m:r>
                      </m:e>
                      <m:sup>
                        <m:r>
                          <a:rPr lang="en-US" sz="4800" b="1" i="1">
                            <a:latin typeface="Cambria Math" panose="02040503050406030204" pitchFamily="18" charset="0"/>
                          </a:rPr>
                          <m:t>𝟐</m:t>
                        </m:r>
                      </m:sup>
                    </m:sSup>
                    <m:r>
                      <a:rPr lang="en-US" sz="4800" b="1" i="1">
                        <a:latin typeface="Cambria Math" panose="02040503050406030204" pitchFamily="18" charset="0"/>
                      </a:rPr>
                      <m:t>−</m:t>
                    </m:r>
                    <m:r>
                      <a:rPr lang="en-US" sz="4800" b="1" i="1">
                        <a:latin typeface="Cambria Math" panose="02040503050406030204" pitchFamily="18" charset="0"/>
                      </a:rPr>
                      <m:t>𝟒</m:t>
                    </m:r>
                    <m:r>
                      <a:rPr lang="en-US" sz="4800" b="1" i="1">
                        <a:latin typeface="Cambria Math" panose="02040503050406030204" pitchFamily="18" charset="0"/>
                      </a:rPr>
                      <m:t>𝒂𝒄</m:t>
                    </m:r>
                    <m:r>
                      <a:rPr lang="en-US" sz="4800" b="1" i="1">
                        <a:latin typeface="Cambria Math" panose="02040503050406030204" pitchFamily="18" charset="0"/>
                      </a:rPr>
                      <m:t>&gt;</m:t>
                    </m:r>
                    <m:r>
                      <a:rPr lang="en-US" sz="4800" b="1" i="1">
                        <a:latin typeface="Cambria Math" panose="02040503050406030204" pitchFamily="18" charset="0"/>
                      </a:rPr>
                      <m:t>𝟎</m:t>
                    </m:r>
                  </m:oMath>
                </a14:m>
                <a:r>
                  <a:rPr lang="en-US" sz="4800" b="1">
                    <a:latin typeface="Tahoma" panose="020B0604030504040204" pitchFamily="34" charset="0"/>
                    <a:ea typeface="Tahoma" panose="020B0604030504040204" pitchFamily="34" charset="0"/>
                    <a:cs typeface="Tahoma" panose="020B0604030504040204" pitchFamily="34" charset="0"/>
                  </a:rPr>
                  <a:t>”. </a:t>
                </a:r>
              </a:p>
              <a:p>
                <a:r>
                  <a:rPr lang="en-US" sz="4800" b="1">
                    <a:latin typeface="Tahoma" panose="020B0604030504040204" pitchFamily="34" charset="0"/>
                    <a:ea typeface="Tahoma" panose="020B0604030504040204" pitchFamily="34" charset="0"/>
                    <a:cs typeface="Tahoma" panose="020B0604030504040204" pitchFamily="34" charset="0"/>
                  </a:rPr>
                  <a:t>a) Hãy phát biểu mệnh đề  </a:t>
                </a:r>
                <a14:m>
                  <m:oMath xmlns:m="http://schemas.openxmlformats.org/officeDocument/2006/math">
                    <m:r>
                      <a:rPr lang="en-US" sz="4800" b="1" i="1">
                        <a:latin typeface="Cambria Math" panose="02040503050406030204" pitchFamily="18" charset="0"/>
                      </a:rPr>
                      <m:t>𝑷</m:t>
                    </m:r>
                    <m:r>
                      <a:rPr lang="en-US" sz="4800" b="1" i="1">
                        <a:latin typeface="Cambria Math" panose="02040503050406030204" pitchFamily="18" charset="0"/>
                      </a:rPr>
                      <m:t>⇒</m:t>
                    </m:r>
                    <m:r>
                      <a:rPr lang="en-US" sz="4800" b="1" i="1">
                        <a:latin typeface="Cambria Math" panose="02040503050406030204" pitchFamily="18" charset="0"/>
                      </a:rPr>
                      <m:t>𝑸</m:t>
                    </m:r>
                  </m:oMath>
                </a14:m>
                <a:r>
                  <a:rPr lang="en-US" sz="4800" b="1">
                    <a:latin typeface="Tahoma" panose="020B0604030504040204" pitchFamily="34" charset="0"/>
                    <a:ea typeface="Tahoma" panose="020B0604030504040204" pitchFamily="34" charset="0"/>
                    <a:cs typeface="Tahoma" panose="020B0604030504040204" pitchFamily="34" charset="0"/>
                  </a:rPr>
                  <a:t>. </a:t>
                </a:r>
              </a:p>
              <a:p>
                <a:r>
                  <a:rPr lang="en-US" sz="4800" b="1">
                    <a:latin typeface="Tahoma" panose="020B0604030504040204" pitchFamily="34" charset="0"/>
                    <a:ea typeface="Tahoma" panose="020B0604030504040204" pitchFamily="34" charset="0"/>
                    <a:cs typeface="Tahoma" panose="020B0604030504040204" pitchFamily="34" charset="0"/>
                  </a:rPr>
                  <a:t>b) Hãy phát biểu mệnh đề  </a:t>
                </a:r>
                <a14:m>
                  <m:oMath xmlns:m="http://schemas.openxmlformats.org/officeDocument/2006/math">
                    <m:r>
                      <a:rPr lang="en-US" sz="4800" b="1" i="1">
                        <a:latin typeface="Cambria Math" panose="02040503050406030204" pitchFamily="18" charset="0"/>
                      </a:rPr>
                      <m:t>𝑸</m:t>
                    </m:r>
                    <m:r>
                      <a:rPr lang="en-US" sz="4800" b="1" i="1">
                        <a:latin typeface="Cambria Math" panose="02040503050406030204" pitchFamily="18" charset="0"/>
                      </a:rPr>
                      <m:t>⇒</m:t>
                    </m:r>
                    <m:r>
                      <a:rPr lang="en-US" sz="4800" b="1" i="1">
                        <a:latin typeface="Cambria Math" panose="02040503050406030204" pitchFamily="18" charset="0"/>
                      </a:rPr>
                      <m:t>𝑷</m:t>
                    </m:r>
                  </m:oMath>
                </a14:m>
                <a:r>
                  <a:rPr lang="en-US" sz="4800" b="1">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79" name="TextBox 78">
                <a:extLst>
                  <a:ext uri="{FF2B5EF4-FFF2-40B4-BE49-F238E27FC236}">
                    <a16:creationId xmlns:a16="http://schemas.microsoft.com/office/drawing/2014/main" id="{7C93031B-F06C-433E-87D1-6F0F3294C852}"/>
                  </a:ext>
                </a:extLst>
              </p:cNvPr>
              <p:cNvSpPr txBox="1">
                <a:spLocks noRot="1" noChangeAspect="1" noMove="1" noResize="1" noEditPoints="1" noAdjustHandles="1" noChangeArrowheads="1" noChangeShapeType="1" noTextEdit="1"/>
              </p:cNvSpPr>
              <p:nvPr/>
            </p:nvSpPr>
            <p:spPr>
              <a:xfrm>
                <a:off x="1219200" y="4708137"/>
                <a:ext cx="22240372" cy="3819122"/>
              </a:xfrm>
              <a:prstGeom prst="rect">
                <a:avLst/>
              </a:prstGeom>
              <a:blipFill>
                <a:blip r:embed="rId4"/>
                <a:stretch>
                  <a:fillRect l="-1234" t="-3668" r="-1288" b="-7337"/>
                </a:stretch>
              </a:blipFill>
            </p:spPr>
            <p:txBody>
              <a:bodyPr/>
              <a:lstStyle/>
              <a:p>
                <a:r>
                  <a:rPr lang="en-US">
                    <a:noFill/>
                  </a:rPr>
                  <a:t> </a:t>
                </a:r>
              </a:p>
            </p:txBody>
          </p:sp>
        </mc:Fallback>
      </mc:AlternateContent>
      <p:sp>
        <p:nvSpPr>
          <p:cNvPr id="80" name="Rounded Rectangle 4">
            <a:extLst>
              <a:ext uri="{FF2B5EF4-FFF2-40B4-BE49-F238E27FC236}">
                <a16:creationId xmlns:a16="http://schemas.microsoft.com/office/drawing/2014/main" id="{60BF75B9-8E5D-4526-9D50-2E9BBC426B2C}"/>
              </a:ext>
            </a:extLst>
          </p:cNvPr>
          <p:cNvSpPr/>
          <p:nvPr/>
        </p:nvSpPr>
        <p:spPr>
          <a:xfrm>
            <a:off x="969553" y="9215506"/>
            <a:ext cx="22562473" cy="3967094"/>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99FF99"/>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81" name="Group 80">
            <a:extLst>
              <a:ext uri="{FF2B5EF4-FFF2-40B4-BE49-F238E27FC236}">
                <a16:creationId xmlns:a16="http://schemas.microsoft.com/office/drawing/2014/main" id="{FC8842BF-BD13-47EC-A01B-D5CB2E509824}"/>
              </a:ext>
            </a:extLst>
          </p:cNvPr>
          <p:cNvGrpSpPr/>
          <p:nvPr/>
        </p:nvGrpSpPr>
        <p:grpSpPr>
          <a:xfrm>
            <a:off x="1686432" y="8877311"/>
            <a:ext cx="3600000" cy="828000"/>
            <a:chOff x="1275608" y="6322796"/>
            <a:chExt cx="3572909" cy="828631"/>
          </a:xfrm>
        </p:grpSpPr>
        <p:sp>
          <p:nvSpPr>
            <p:cNvPr id="82" name="Freeform 20">
              <a:extLst>
                <a:ext uri="{FF2B5EF4-FFF2-40B4-BE49-F238E27FC236}">
                  <a16:creationId xmlns:a16="http://schemas.microsoft.com/office/drawing/2014/main" id="{9DCB7188-C5D1-4562-B7E9-036039AD40E7}"/>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3" name="TextBox 82">
              <a:extLst>
                <a:ext uri="{FF2B5EF4-FFF2-40B4-BE49-F238E27FC236}">
                  <a16:creationId xmlns:a16="http://schemas.microsoft.com/office/drawing/2014/main" id="{3C5BC4FA-BAB5-4E66-A1A7-2C39A80EA8B6}"/>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84" name="Round Diagonal Corner Rectangle 8">
              <a:extLst>
                <a:ext uri="{FF2B5EF4-FFF2-40B4-BE49-F238E27FC236}">
                  <a16:creationId xmlns:a16="http://schemas.microsoft.com/office/drawing/2014/main" id="{DD02836A-CB9D-49AF-9B43-E2AE37577D4F}"/>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5" name="Freeform 9">
              <a:extLst>
                <a:ext uri="{FF2B5EF4-FFF2-40B4-BE49-F238E27FC236}">
                  <a16:creationId xmlns:a16="http://schemas.microsoft.com/office/drawing/2014/main" id="{F1DAE37F-C02F-41A4-AB7C-15856E498EB4}"/>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86" name="Rectangle 85">
                <a:extLst>
                  <a:ext uri="{FF2B5EF4-FFF2-40B4-BE49-F238E27FC236}">
                    <a16:creationId xmlns:a16="http://schemas.microsoft.com/office/drawing/2014/main" id="{AC37888B-97E9-42E3-82BD-29595758137A}"/>
                  </a:ext>
                </a:extLst>
              </p:cNvPr>
              <p:cNvSpPr/>
              <p:nvPr/>
            </p:nvSpPr>
            <p:spPr>
              <a:xfrm>
                <a:off x="1153028" y="9867911"/>
                <a:ext cx="22680054" cy="3113929"/>
              </a:xfrm>
              <a:prstGeom prst="rect">
                <a:avLst/>
              </a:prstGeom>
            </p:spPr>
            <p:txBody>
              <a:bodyPr wrap="square">
                <a:spAutoFit/>
              </a:bodyPr>
              <a:lstStyle/>
              <a:p>
                <a:r>
                  <a:rPr lang="en-US" sz="4800" b="1" dirty="0">
                    <a:latin typeface="Tahoma" panose="020B0604030504040204" pitchFamily="34" charset="0"/>
                    <a:ea typeface="Tahoma" panose="020B0604030504040204" pitchFamily="34" charset="0"/>
                    <a:cs typeface="Tahoma" panose="020B0604030504040204" pitchFamily="34" charset="0"/>
                  </a:rPr>
                  <a:t>a)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Nếu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phương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trình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bậc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hai</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𝒂</m:t>
                    </m:r>
                    <m:sSup>
                      <m:sSupPr>
                        <m:ctrlPr>
                          <a:rPr lang="en-US" sz="4800" b="1" i="1">
                            <a:latin typeface="Cambria Math" panose="02040503050406030204" pitchFamily="18" charset="0"/>
                          </a:rPr>
                        </m:ctrlPr>
                      </m:sSupPr>
                      <m:e>
                        <m:r>
                          <a:rPr lang="en-US" sz="4800" b="1" i="1">
                            <a:latin typeface="Cambria Math" panose="02040503050406030204" pitchFamily="18" charset="0"/>
                          </a:rPr>
                          <m:t>𝒙</m:t>
                        </m:r>
                      </m:e>
                      <m:sup>
                        <m:r>
                          <a:rPr lang="en-US" sz="4800" b="1" i="1">
                            <a:latin typeface="Cambria Math" panose="02040503050406030204" pitchFamily="18" charset="0"/>
                          </a:rPr>
                          <m:t>𝟐</m:t>
                        </m:r>
                      </m:sup>
                    </m:sSup>
                    <m:r>
                      <a:rPr lang="en-US" sz="4800" b="1" i="1">
                        <a:latin typeface="Cambria Math" panose="02040503050406030204" pitchFamily="18" charset="0"/>
                      </a:rPr>
                      <m:t>+</m:t>
                    </m:r>
                    <m:r>
                      <a:rPr lang="en-US" sz="4800" b="1" i="1">
                        <a:latin typeface="Cambria Math" panose="02040503050406030204" pitchFamily="18" charset="0"/>
                      </a:rPr>
                      <m:t>𝒃𝒙</m:t>
                    </m:r>
                    <m:r>
                      <a:rPr lang="en-US" sz="4800" b="1" i="1">
                        <a:latin typeface="Cambria Math" panose="02040503050406030204" pitchFamily="18" charset="0"/>
                      </a:rPr>
                      <m:t>+</m:t>
                    </m:r>
                    <m:r>
                      <a:rPr lang="en-US" sz="4800" b="1" i="1">
                        <a:latin typeface="Cambria Math" panose="02040503050406030204" pitchFamily="18" charset="0"/>
                      </a:rPr>
                      <m:t>𝒄</m:t>
                    </m:r>
                    <m:r>
                      <a:rPr lang="en-US" sz="4800" b="1" i="1">
                        <a:latin typeface="Cambria Math" panose="02040503050406030204" pitchFamily="18" charset="0"/>
                      </a:rPr>
                      <m:t>=</m:t>
                    </m:r>
                    <m:r>
                      <a:rPr lang="en-US" sz="4800" b="1" i="1">
                        <a:latin typeface="Cambria Math" panose="02040503050406030204" pitchFamily="18" charset="0"/>
                      </a:rPr>
                      <m:t>𝟎</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hai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nghiệm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phân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biệt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thì</a:t>
                </a:r>
                <a:r>
                  <a:rPr lang="en-US" sz="4800" b="1" dirty="0">
                    <a:latin typeface="Tahoma" panose="020B0604030504040204" pitchFamily="34" charset="0"/>
                    <a:ea typeface="Tahoma" panose="020B0604030504040204" pitchFamily="34" charset="0"/>
                    <a:cs typeface="Tahoma" panose="020B0604030504040204" pitchFamily="34" charset="0"/>
                  </a:rPr>
                  <a:t> </a:t>
                </a:r>
                <a:r>
                  <a:rPr lang="vi-VN" sz="4800" b="1" dirty="0">
                    <a:latin typeface="Tahoma" panose="020B0604030504040204" pitchFamily="34" charset="0"/>
                    <a:ea typeface="Tahoma" panose="020B0604030504040204" pitchFamily="34" charset="0"/>
                    <a:cs typeface="Tahoma" panose="020B0604030504040204" pitchFamily="34" charset="0"/>
                  </a:rPr>
                  <a:t>p</a:t>
                </a:r>
                <a:r>
                  <a:rPr lang="en-US" sz="4800" b="1" dirty="0" err="1">
                    <a:latin typeface="Tahoma" panose="020B0604030504040204" pitchFamily="34" charset="0"/>
                    <a:ea typeface="Tahoma" panose="020B0604030504040204" pitchFamily="34" charset="0"/>
                    <a:cs typeface="Tahoma" panose="020B0604030504040204" pitchFamily="34" charset="0"/>
                  </a:rPr>
                  <a:t>hương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trình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bậc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hai</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𝒂</m:t>
                    </m:r>
                    <m:sSup>
                      <m:sSupPr>
                        <m:ctrlPr>
                          <a:rPr lang="en-US" sz="4800" b="1" i="1">
                            <a:latin typeface="Cambria Math" panose="02040503050406030204" pitchFamily="18" charset="0"/>
                          </a:rPr>
                        </m:ctrlPr>
                      </m:sSupPr>
                      <m:e>
                        <m:r>
                          <a:rPr lang="en-US" sz="4800" b="1" i="1">
                            <a:latin typeface="Cambria Math" panose="02040503050406030204" pitchFamily="18" charset="0"/>
                          </a:rPr>
                          <m:t>𝒙</m:t>
                        </m:r>
                      </m:e>
                      <m:sup>
                        <m:r>
                          <a:rPr lang="en-US" sz="4800" b="1" i="1">
                            <a:latin typeface="Cambria Math" panose="02040503050406030204" pitchFamily="18" charset="0"/>
                          </a:rPr>
                          <m:t>𝟐</m:t>
                        </m:r>
                      </m:sup>
                    </m:sSup>
                    <m:r>
                      <a:rPr lang="en-US" sz="4800" b="1" i="1">
                        <a:latin typeface="Cambria Math" panose="02040503050406030204" pitchFamily="18" charset="0"/>
                      </a:rPr>
                      <m:t>+</m:t>
                    </m:r>
                    <m:r>
                      <a:rPr lang="en-US" sz="4800" b="1" i="1">
                        <a:latin typeface="Cambria Math" panose="02040503050406030204" pitchFamily="18" charset="0"/>
                      </a:rPr>
                      <m:t>𝒃𝒙</m:t>
                    </m:r>
                    <m:r>
                      <a:rPr lang="en-US" sz="4800" b="1" i="1">
                        <a:latin typeface="Cambria Math" panose="02040503050406030204" pitchFamily="18" charset="0"/>
                      </a:rPr>
                      <m:t>+</m:t>
                    </m:r>
                    <m:r>
                      <a:rPr lang="en-US" sz="4800" b="1" i="1">
                        <a:latin typeface="Cambria Math" panose="02040503050406030204" pitchFamily="18" charset="0"/>
                      </a:rPr>
                      <m:t>𝒄</m:t>
                    </m:r>
                    <m:r>
                      <a:rPr lang="en-US" sz="4800" b="1" i="1">
                        <a:latin typeface="Cambria Math" panose="02040503050406030204" pitchFamily="18" charset="0"/>
                      </a:rPr>
                      <m:t>=</m:t>
                    </m:r>
                    <m:r>
                      <a:rPr lang="en-US" sz="4800" b="1" i="1">
                        <a:latin typeface="Cambria Math" panose="02040503050406030204" pitchFamily="18" charset="0"/>
                      </a:rPr>
                      <m:t>𝟎</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biệt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thức</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𝜟</m:t>
                    </m:r>
                    <m:r>
                      <a:rPr lang="en-US" sz="4800" b="1" i="1">
                        <a:latin typeface="Cambria Math" panose="02040503050406030204" pitchFamily="18" charset="0"/>
                      </a:rPr>
                      <m:t>=</m:t>
                    </m:r>
                    <m:sSup>
                      <m:sSupPr>
                        <m:ctrlPr>
                          <a:rPr lang="en-US" sz="4800" b="1" i="1">
                            <a:latin typeface="Cambria Math" panose="02040503050406030204" pitchFamily="18" charset="0"/>
                          </a:rPr>
                        </m:ctrlPr>
                      </m:sSupPr>
                      <m:e>
                        <m:r>
                          <a:rPr lang="en-US" sz="4800" b="1" i="1">
                            <a:latin typeface="Cambria Math" panose="02040503050406030204" pitchFamily="18" charset="0"/>
                          </a:rPr>
                          <m:t>𝒃</m:t>
                        </m:r>
                      </m:e>
                      <m:sup>
                        <m:r>
                          <a:rPr lang="en-US" sz="4800" b="1" i="1">
                            <a:latin typeface="Cambria Math" panose="02040503050406030204" pitchFamily="18" charset="0"/>
                          </a:rPr>
                          <m:t>𝟐</m:t>
                        </m:r>
                      </m:sup>
                    </m:sSup>
                    <m:r>
                      <a:rPr lang="en-US" sz="4800" b="1" i="1">
                        <a:latin typeface="Cambria Math" panose="02040503050406030204" pitchFamily="18" charset="0"/>
                      </a:rPr>
                      <m:t>−</m:t>
                    </m:r>
                    <m:r>
                      <a:rPr lang="en-US" sz="4800" b="1" i="1">
                        <a:latin typeface="Cambria Math" panose="02040503050406030204" pitchFamily="18" charset="0"/>
                      </a:rPr>
                      <m:t>𝟒</m:t>
                    </m:r>
                    <m:r>
                      <a:rPr lang="en-US" sz="4800" b="1" i="1">
                        <a:latin typeface="Cambria Math" panose="02040503050406030204" pitchFamily="18" charset="0"/>
                      </a:rPr>
                      <m:t>𝒂𝒄</m:t>
                    </m:r>
                    <m:r>
                      <a:rPr lang="en-US" sz="4800" b="1" i="1">
                        <a:latin typeface="Cambria Math" panose="02040503050406030204" pitchFamily="18" charset="0"/>
                      </a:rPr>
                      <m:t>&gt;</m:t>
                    </m:r>
                    <m:r>
                      <a:rPr lang="en-US" sz="4800" b="1" i="1">
                        <a:latin typeface="Cambria Math" panose="02040503050406030204" pitchFamily="18" charset="0"/>
                      </a:rPr>
                      <m:t>𝟎</m:t>
                    </m:r>
                  </m:oMath>
                </a14:m>
                <a:r>
                  <a:rPr lang="en-US" sz="4800" b="1" dirty="0">
                    <a:latin typeface="Tahoma" panose="020B0604030504040204" pitchFamily="34" charset="0"/>
                    <a:ea typeface="Tahoma" panose="020B0604030504040204" pitchFamily="34" charset="0"/>
                    <a:cs typeface="Tahoma" panose="020B0604030504040204" pitchFamily="34" charset="0"/>
                  </a:rPr>
                  <a:t>. </a:t>
                </a:r>
              </a:p>
              <a:p>
                <a:r>
                  <a:rPr lang="en-US" sz="4800" b="1" dirty="0">
                    <a:latin typeface="Tahoma" panose="020B0604030504040204" pitchFamily="34" charset="0"/>
                    <a:ea typeface="Tahoma" panose="020B0604030504040204" pitchFamily="34" charset="0"/>
                    <a:cs typeface="Tahoma" panose="020B0604030504040204" pitchFamily="34" charset="0"/>
                  </a:rPr>
                  <a:t>b)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Nếu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phương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trình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bậc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hai</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𝒂</m:t>
                    </m:r>
                    <m:sSup>
                      <m:sSupPr>
                        <m:ctrlPr>
                          <a:rPr lang="en-US" sz="4800" b="1" i="1">
                            <a:latin typeface="Cambria Math" panose="02040503050406030204" pitchFamily="18" charset="0"/>
                          </a:rPr>
                        </m:ctrlPr>
                      </m:sSupPr>
                      <m:e>
                        <m:r>
                          <a:rPr lang="en-US" sz="4800" b="1" i="1">
                            <a:latin typeface="Cambria Math" panose="02040503050406030204" pitchFamily="18" charset="0"/>
                          </a:rPr>
                          <m:t>𝒙</m:t>
                        </m:r>
                      </m:e>
                      <m:sup>
                        <m:r>
                          <a:rPr lang="en-US" sz="4800" b="1" i="1">
                            <a:latin typeface="Cambria Math" panose="02040503050406030204" pitchFamily="18" charset="0"/>
                          </a:rPr>
                          <m:t>𝟐</m:t>
                        </m:r>
                      </m:sup>
                    </m:sSup>
                    <m:r>
                      <a:rPr lang="en-US" sz="4800" b="1" i="1">
                        <a:latin typeface="Cambria Math" panose="02040503050406030204" pitchFamily="18" charset="0"/>
                      </a:rPr>
                      <m:t>+</m:t>
                    </m:r>
                    <m:r>
                      <a:rPr lang="en-US" sz="4800" b="1" i="1">
                        <a:latin typeface="Cambria Math" panose="02040503050406030204" pitchFamily="18" charset="0"/>
                      </a:rPr>
                      <m:t>𝒃𝒙</m:t>
                    </m:r>
                    <m:r>
                      <a:rPr lang="en-US" sz="4800" b="1" i="1">
                        <a:latin typeface="Cambria Math" panose="02040503050406030204" pitchFamily="18" charset="0"/>
                      </a:rPr>
                      <m:t>+</m:t>
                    </m:r>
                    <m:r>
                      <a:rPr lang="en-US" sz="4800" b="1" i="1">
                        <a:latin typeface="Cambria Math" panose="02040503050406030204" pitchFamily="18" charset="0"/>
                      </a:rPr>
                      <m:t>𝒄</m:t>
                    </m:r>
                    <m:r>
                      <a:rPr lang="en-US" sz="4800" b="1" i="1">
                        <a:latin typeface="Cambria Math" panose="02040503050406030204" pitchFamily="18" charset="0"/>
                      </a:rPr>
                      <m:t>=</m:t>
                    </m:r>
                    <m:r>
                      <a:rPr lang="en-US" sz="4800" b="1" i="1">
                        <a:latin typeface="Cambria Math" panose="02040503050406030204" pitchFamily="18" charset="0"/>
                      </a:rPr>
                      <m:t>𝟎</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biệt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thức</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𝜟</m:t>
                    </m:r>
                    <m:r>
                      <a:rPr lang="en-US" sz="4800" b="1" i="1">
                        <a:latin typeface="Cambria Math" panose="02040503050406030204" pitchFamily="18" charset="0"/>
                      </a:rPr>
                      <m:t>=</m:t>
                    </m:r>
                    <m:sSup>
                      <m:sSupPr>
                        <m:ctrlPr>
                          <a:rPr lang="en-US" sz="4800" b="1" i="1">
                            <a:latin typeface="Cambria Math" panose="02040503050406030204" pitchFamily="18" charset="0"/>
                          </a:rPr>
                        </m:ctrlPr>
                      </m:sSupPr>
                      <m:e>
                        <m:r>
                          <a:rPr lang="en-US" sz="4800" b="1" i="1">
                            <a:latin typeface="Cambria Math" panose="02040503050406030204" pitchFamily="18" charset="0"/>
                          </a:rPr>
                          <m:t>𝒃</m:t>
                        </m:r>
                      </m:e>
                      <m:sup>
                        <m:r>
                          <a:rPr lang="en-US" sz="4800" b="1" i="1">
                            <a:latin typeface="Cambria Math" panose="02040503050406030204" pitchFamily="18" charset="0"/>
                          </a:rPr>
                          <m:t>𝟐</m:t>
                        </m:r>
                      </m:sup>
                    </m:sSup>
                    <m:r>
                      <a:rPr lang="en-US" sz="4800" b="1" i="1">
                        <a:latin typeface="Cambria Math" panose="02040503050406030204" pitchFamily="18" charset="0"/>
                      </a:rPr>
                      <m:t>−</m:t>
                    </m:r>
                    <m:r>
                      <a:rPr lang="en-US" sz="4800" b="1" i="1">
                        <a:latin typeface="Cambria Math" panose="02040503050406030204" pitchFamily="18" charset="0"/>
                      </a:rPr>
                      <m:t>𝟒</m:t>
                    </m:r>
                    <m:r>
                      <a:rPr lang="en-US" sz="4800" b="1" i="1">
                        <a:latin typeface="Cambria Math" panose="02040503050406030204" pitchFamily="18" charset="0"/>
                      </a:rPr>
                      <m:t>𝒂𝒄</m:t>
                    </m:r>
                    <m:r>
                      <a:rPr lang="en-US" sz="4800" b="1" i="1">
                        <a:latin typeface="Cambria Math" panose="02040503050406030204" pitchFamily="18" charset="0"/>
                      </a:rPr>
                      <m:t>&gt;</m:t>
                    </m:r>
                    <m:r>
                      <a:rPr lang="en-US" sz="4800" b="1" i="1">
                        <a:latin typeface="Cambria Math" panose="02040503050406030204" pitchFamily="18" charset="0"/>
                      </a:rPr>
                      <m:t>𝟎</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thì</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vi-VN" sz="4800" b="1" dirty="0">
                    <a:latin typeface="Tahoma" panose="020B0604030504040204" pitchFamily="34" charset="0"/>
                    <a:ea typeface="Tahoma" panose="020B0604030504040204" pitchFamily="34" charset="0"/>
                    <a:cs typeface="Tahoma" panose="020B0604030504040204" pitchFamily="34" charset="0"/>
                  </a:rPr>
                  <a:t>p</a:t>
                </a:r>
                <a:r>
                  <a:rPr lang="en-US" sz="4800" b="1" dirty="0" err="1">
                    <a:latin typeface="Tahoma" panose="020B0604030504040204" pitchFamily="34" charset="0"/>
                    <a:ea typeface="Tahoma" panose="020B0604030504040204" pitchFamily="34" charset="0"/>
                    <a:cs typeface="Tahoma" panose="020B0604030504040204" pitchFamily="34" charset="0"/>
                  </a:rPr>
                  <a:t>hương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trình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bậc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hai</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𝒂</m:t>
                    </m:r>
                    <m:sSup>
                      <m:sSupPr>
                        <m:ctrlPr>
                          <a:rPr lang="en-US" sz="4800" b="1" i="1">
                            <a:latin typeface="Cambria Math" panose="02040503050406030204" pitchFamily="18" charset="0"/>
                          </a:rPr>
                        </m:ctrlPr>
                      </m:sSupPr>
                      <m:e>
                        <m:r>
                          <a:rPr lang="en-US" sz="4800" b="1" i="1">
                            <a:latin typeface="Cambria Math" panose="02040503050406030204" pitchFamily="18" charset="0"/>
                          </a:rPr>
                          <m:t>𝒙</m:t>
                        </m:r>
                      </m:e>
                      <m:sup>
                        <m:r>
                          <a:rPr lang="en-US" sz="4800" b="1" i="1">
                            <a:latin typeface="Cambria Math" panose="02040503050406030204" pitchFamily="18" charset="0"/>
                          </a:rPr>
                          <m:t>𝟐</m:t>
                        </m:r>
                      </m:sup>
                    </m:sSup>
                    <m:r>
                      <a:rPr lang="en-US" sz="4800" b="1" i="1">
                        <a:latin typeface="Cambria Math" panose="02040503050406030204" pitchFamily="18" charset="0"/>
                      </a:rPr>
                      <m:t>+</m:t>
                    </m:r>
                    <m:r>
                      <a:rPr lang="en-US" sz="4800" b="1" i="1">
                        <a:latin typeface="Cambria Math" panose="02040503050406030204" pitchFamily="18" charset="0"/>
                      </a:rPr>
                      <m:t>𝒃𝒙</m:t>
                    </m:r>
                    <m:r>
                      <a:rPr lang="en-US" sz="4800" b="1" i="1">
                        <a:latin typeface="Cambria Math" panose="02040503050406030204" pitchFamily="18" charset="0"/>
                      </a:rPr>
                      <m:t>+</m:t>
                    </m:r>
                    <m:r>
                      <a:rPr lang="en-US" sz="4800" b="1" i="1">
                        <a:latin typeface="Cambria Math" panose="02040503050406030204" pitchFamily="18" charset="0"/>
                      </a:rPr>
                      <m:t>𝒄</m:t>
                    </m:r>
                    <m:r>
                      <a:rPr lang="en-US" sz="4800" b="1" i="1">
                        <a:latin typeface="Cambria Math" panose="02040503050406030204" pitchFamily="18" charset="0"/>
                      </a:rPr>
                      <m:t>=</m:t>
                    </m:r>
                    <m:r>
                      <a:rPr lang="en-US" sz="4800" b="1" i="1">
                        <a:latin typeface="Cambria Math" panose="02040503050406030204" pitchFamily="18" charset="0"/>
                      </a:rPr>
                      <m:t>𝟎</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hai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nghiệm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phân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biệt</a:t>
                </a:r>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86" name="Rectangle 85">
                <a:extLst>
                  <a:ext uri="{FF2B5EF4-FFF2-40B4-BE49-F238E27FC236}">
                    <a16:creationId xmlns:a16="http://schemas.microsoft.com/office/drawing/2014/main" id="{AC37888B-97E9-42E3-82BD-29595758137A}"/>
                  </a:ext>
                </a:extLst>
              </p:cNvPr>
              <p:cNvSpPr>
                <a:spLocks noRot="1" noChangeAspect="1" noMove="1" noResize="1" noEditPoints="1" noAdjustHandles="1" noChangeArrowheads="1" noChangeShapeType="1" noTextEdit="1"/>
              </p:cNvSpPr>
              <p:nvPr/>
            </p:nvSpPr>
            <p:spPr>
              <a:xfrm>
                <a:off x="1153028" y="9867911"/>
                <a:ext cx="22680054" cy="3113929"/>
              </a:xfrm>
              <a:prstGeom prst="rect">
                <a:avLst/>
              </a:prstGeom>
              <a:blipFill>
                <a:blip r:embed="rId5"/>
                <a:stretch>
                  <a:fillRect l="-1209" t="-4110" b="-9198"/>
                </a:stretch>
              </a:blipFill>
            </p:spPr>
            <p:txBody>
              <a:bodyPr/>
              <a:lstStyle/>
              <a:p>
                <a:r>
                  <a:rPr lang="en-US">
                    <a:noFill/>
                  </a:rPr>
                  <a:t> </a:t>
                </a:r>
              </a:p>
            </p:txBody>
          </p:sp>
        </mc:Fallback>
      </mc:AlternateContent>
      <p:grpSp>
        <p:nvGrpSpPr>
          <p:cNvPr id="46" name="Group 45">
            <a:extLst>
              <a:ext uri="{FF2B5EF4-FFF2-40B4-BE49-F238E27FC236}">
                <a16:creationId xmlns:a16="http://schemas.microsoft.com/office/drawing/2014/main" id="{2D5F1879-E2C7-42CA-94F8-92FF592236D3}"/>
              </a:ext>
            </a:extLst>
          </p:cNvPr>
          <p:cNvGrpSpPr/>
          <p:nvPr/>
        </p:nvGrpSpPr>
        <p:grpSpPr>
          <a:xfrm>
            <a:off x="1055781" y="2501634"/>
            <a:ext cx="18592800" cy="830997"/>
            <a:chOff x="777875" y="1892299"/>
            <a:chExt cx="18592800" cy="830995"/>
          </a:xfrm>
        </p:grpSpPr>
        <p:sp>
          <p:nvSpPr>
            <p:cNvPr id="47" name="Rounded Rectangle 71">
              <a:extLst>
                <a:ext uri="{FF2B5EF4-FFF2-40B4-BE49-F238E27FC236}">
                  <a16:creationId xmlns:a16="http://schemas.microsoft.com/office/drawing/2014/main" id="{F0A35595-F802-4630-9930-199628F3A69D}"/>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0CE9F260-F6B5-4B60-B6CC-114DE5655D54}"/>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3.</a:t>
              </a:r>
            </a:p>
          </p:txBody>
        </p:sp>
        <p:sp>
          <p:nvSpPr>
            <p:cNvPr id="87" name="TextBox 86">
              <a:extLst>
                <a:ext uri="{FF2B5EF4-FFF2-40B4-BE49-F238E27FC236}">
                  <a16:creationId xmlns:a16="http://schemas.microsoft.com/office/drawing/2014/main" id="{73CC5716-B3FF-415B-9257-8D082F557E10}"/>
                </a:ext>
              </a:extLst>
            </p:cNvPr>
            <p:cNvSpPr txBox="1"/>
            <p:nvPr/>
          </p:nvSpPr>
          <p:spPr>
            <a:xfrm>
              <a:off x="2087561" y="1892299"/>
              <a:ext cx="17283114" cy="830995"/>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MỆNH ĐỀ KÉO THEO</a:t>
              </a:r>
              <a:r>
                <a:rPr lang="vi-VN" sz="4800" b="1" dirty="0">
                  <a:solidFill>
                    <a:srgbClr val="145F82"/>
                  </a:solidFill>
                  <a:latin typeface="Tahoma" pitchFamily="34" charset="0"/>
                  <a:ea typeface="Tahoma" pitchFamily="34" charset="0"/>
                  <a:cs typeface="Tahoma" pitchFamily="34" charset="0"/>
                </a:rPr>
                <a:t>,</a:t>
              </a:r>
              <a:r>
                <a:rPr lang="en-US" sz="4800" b="1" dirty="0">
                  <a:solidFill>
                    <a:srgbClr val="145F82"/>
                  </a:solidFill>
                  <a:latin typeface="Tahoma" pitchFamily="34" charset="0"/>
                  <a:ea typeface="Tahoma" pitchFamily="34" charset="0"/>
                  <a:cs typeface="Tahoma" pitchFamily="34" charset="0"/>
                </a:rPr>
                <a:t> MỆNH ĐỀ ĐẢO.</a:t>
              </a:r>
            </a:p>
          </p:txBody>
        </p:sp>
      </p:grpSp>
      <p:grpSp>
        <p:nvGrpSpPr>
          <p:cNvPr id="89" name="Group 88">
            <a:extLst>
              <a:ext uri="{FF2B5EF4-FFF2-40B4-BE49-F238E27FC236}">
                <a16:creationId xmlns:a16="http://schemas.microsoft.com/office/drawing/2014/main" id="{B781ABD9-381E-49CB-AA78-B3B6EB3F0FB1}"/>
              </a:ext>
            </a:extLst>
          </p:cNvPr>
          <p:cNvGrpSpPr/>
          <p:nvPr/>
        </p:nvGrpSpPr>
        <p:grpSpPr>
          <a:xfrm>
            <a:off x="2193087" y="3429000"/>
            <a:ext cx="10837113" cy="852016"/>
            <a:chOff x="895143" y="2795826"/>
            <a:chExt cx="10417389" cy="852016"/>
          </a:xfrm>
        </p:grpSpPr>
        <p:sp>
          <p:nvSpPr>
            <p:cNvPr id="90" name="TextBox 89">
              <a:extLst>
                <a:ext uri="{FF2B5EF4-FFF2-40B4-BE49-F238E27FC236}">
                  <a16:creationId xmlns:a16="http://schemas.microsoft.com/office/drawing/2014/main" id="{8F0DDE0E-1FE1-4720-B1B3-CA0A2FE692A9}"/>
                </a:ext>
              </a:extLst>
            </p:cNvPr>
            <p:cNvSpPr txBox="1"/>
            <p:nvPr/>
          </p:nvSpPr>
          <p:spPr>
            <a:xfrm>
              <a:off x="2320932" y="2816845"/>
              <a:ext cx="8991600" cy="830997"/>
            </a:xfrm>
            <a:prstGeom prst="rect">
              <a:avLst/>
            </a:prstGeom>
            <a:noFill/>
          </p:spPr>
          <p:txBody>
            <a:bodyPr wrap="square" rtlCol="0">
              <a:spAutoFit/>
            </a:bodyPr>
            <a:lstStyle/>
            <a:p>
              <a:r>
                <a:rPr lang="en-US" sz="4800" b="1" err="1">
                  <a:solidFill>
                    <a:srgbClr val="145F82"/>
                  </a:solidFill>
                  <a:latin typeface="Tahoma" pitchFamily="34" charset="0"/>
                  <a:ea typeface="Tahoma" pitchFamily="34" charset="0"/>
                  <a:cs typeface="Tahoma" pitchFamily="34" charset="0"/>
                </a:rPr>
                <a:t>Mệnh</a:t>
              </a:r>
              <a:r>
                <a:rPr lang="en-US" sz="4800" b="1">
                  <a:solidFill>
                    <a:srgbClr val="145F82"/>
                  </a:solidFill>
                  <a:latin typeface="Tahoma" pitchFamily="34" charset="0"/>
                  <a:ea typeface="Tahoma" pitchFamily="34" charset="0"/>
                  <a:cs typeface="Tahoma" pitchFamily="34" charset="0"/>
                </a:rPr>
                <a:t> đề đảo</a:t>
              </a:r>
              <a:endParaRPr lang="en-US" sz="4800" b="1" dirty="0">
                <a:solidFill>
                  <a:srgbClr val="145F82"/>
                </a:solidFill>
                <a:latin typeface="Tahoma" pitchFamily="34" charset="0"/>
                <a:ea typeface="Tahoma" pitchFamily="34" charset="0"/>
                <a:cs typeface="Tahoma" pitchFamily="34" charset="0"/>
              </a:endParaRPr>
            </a:p>
          </p:txBody>
        </p:sp>
        <p:sp>
          <p:nvSpPr>
            <p:cNvPr id="91" name="Rounded Rectangle 7">
              <a:extLst>
                <a:ext uri="{FF2B5EF4-FFF2-40B4-BE49-F238E27FC236}">
                  <a16:creationId xmlns:a16="http://schemas.microsoft.com/office/drawing/2014/main" id="{453540BB-AD80-4484-AD7B-7FF1CA70B442}"/>
                </a:ext>
              </a:extLst>
            </p:cNvPr>
            <p:cNvSpPr/>
            <p:nvPr/>
          </p:nvSpPr>
          <p:spPr>
            <a:xfrm>
              <a:off x="895143" y="2823876"/>
              <a:ext cx="895051"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a:extLst>
                <a:ext uri="{FF2B5EF4-FFF2-40B4-BE49-F238E27FC236}">
                  <a16:creationId xmlns:a16="http://schemas.microsoft.com/office/drawing/2014/main" id="{6E6F790B-41EE-4900-A105-57479C75D2FC}"/>
                </a:ext>
              </a:extLst>
            </p:cNvPr>
            <p:cNvSpPr txBox="1"/>
            <p:nvPr/>
          </p:nvSpPr>
          <p:spPr>
            <a:xfrm>
              <a:off x="919509" y="2795826"/>
              <a:ext cx="689099" cy="769441"/>
            </a:xfrm>
            <a:prstGeom prst="rect">
              <a:avLst/>
            </a:prstGeom>
            <a:noFill/>
          </p:spPr>
          <p:txBody>
            <a:bodyPr wrap="none" rtlCol="0">
              <a:spAutoFit/>
            </a:bodyPr>
            <a:lstStyle/>
            <a:p>
              <a:pPr algn="ctr"/>
              <a:r>
                <a:rPr lang="en-US" sz="4400" b="1">
                  <a:solidFill>
                    <a:schemeClr val="bg1"/>
                  </a:solidFill>
                  <a:latin typeface="Tahoma" pitchFamily="34" charset="0"/>
                  <a:ea typeface="Tahoma" pitchFamily="34" charset="0"/>
                  <a:cs typeface="Tahoma" pitchFamily="34" charset="0"/>
                </a:rPr>
                <a:t>b.</a:t>
              </a:r>
            </a:p>
          </p:txBody>
        </p:sp>
      </p:grpSp>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8803354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inVertical)">
                                      <p:cBhvr>
                                        <p:cTn id="7" dur="500"/>
                                        <p:tgtEl>
                                          <p:spTgt spid="46"/>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89"/>
                                        </p:tgtEl>
                                        <p:attrNameLst>
                                          <p:attrName>style.visibility</p:attrName>
                                        </p:attrNameLst>
                                      </p:cBhvr>
                                      <p:to>
                                        <p:strVal val="visible"/>
                                      </p:to>
                                    </p:set>
                                    <p:animEffect transition="in" filter="barn(inVertical)">
                                      <p:cBhvr>
                                        <p:cTn id="11" dur="500"/>
                                        <p:tgtEl>
                                          <p:spTgt spid="8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wipe(left)">
                                      <p:cBhvr>
                                        <p:cTn id="16" dur="500"/>
                                        <p:tgtEl>
                                          <p:spTgt spid="49"/>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50"/>
                                        </p:tgtEl>
                                        <p:attrNameLst>
                                          <p:attrName>style.visibility</p:attrName>
                                        </p:attrNameLst>
                                      </p:cBhvr>
                                      <p:to>
                                        <p:strVal val="visible"/>
                                      </p:to>
                                    </p:set>
                                    <p:animEffect transition="in" filter="wipe(left)">
                                      <p:cBhvr>
                                        <p:cTn id="20" dur="500"/>
                                        <p:tgtEl>
                                          <p:spTgt spid="50"/>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79"/>
                                        </p:tgtEl>
                                        <p:attrNameLst>
                                          <p:attrName>style.visibility</p:attrName>
                                        </p:attrNameLst>
                                      </p:cBhvr>
                                      <p:to>
                                        <p:strVal val="visible"/>
                                      </p:to>
                                    </p:set>
                                    <p:animEffect transition="in" filter="wipe(left)">
                                      <p:cBhvr>
                                        <p:cTn id="24" dur="500"/>
                                        <p:tgtEl>
                                          <p:spTgt spid="79"/>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81"/>
                                        </p:tgtEl>
                                        <p:attrNameLst>
                                          <p:attrName>style.visibility</p:attrName>
                                        </p:attrNameLst>
                                      </p:cBhvr>
                                      <p:to>
                                        <p:strVal val="visible"/>
                                      </p:to>
                                    </p:set>
                                    <p:animEffect transition="in" filter="barn(inVertical)">
                                      <p:cBhvr>
                                        <p:cTn id="29" dur="500"/>
                                        <p:tgtEl>
                                          <p:spTgt spid="81"/>
                                        </p:tgtEl>
                                      </p:cBhvr>
                                    </p:animEffect>
                                  </p:childTnLst>
                                </p:cTn>
                              </p:par>
                            </p:childTnLst>
                          </p:cTn>
                        </p:par>
                        <p:par>
                          <p:cTn id="30" fill="hold">
                            <p:stCondLst>
                              <p:cond delay="500"/>
                            </p:stCondLst>
                            <p:childTnLst>
                              <p:par>
                                <p:cTn id="31" presetID="22" presetClass="entr" presetSubtype="4" fill="hold" grpId="0" nodeType="afterEffect">
                                  <p:stCondLst>
                                    <p:cond delay="0"/>
                                  </p:stCondLst>
                                  <p:childTnLst>
                                    <p:set>
                                      <p:cBhvr>
                                        <p:cTn id="32" dur="1" fill="hold">
                                          <p:stCondLst>
                                            <p:cond delay="0"/>
                                          </p:stCondLst>
                                        </p:cTn>
                                        <p:tgtEl>
                                          <p:spTgt spid="80"/>
                                        </p:tgtEl>
                                        <p:attrNameLst>
                                          <p:attrName>style.visibility</p:attrName>
                                        </p:attrNameLst>
                                      </p:cBhvr>
                                      <p:to>
                                        <p:strVal val="visible"/>
                                      </p:to>
                                    </p:set>
                                    <p:animEffect transition="in" filter="wipe(down)">
                                      <p:cBhvr>
                                        <p:cTn id="33" dur="500"/>
                                        <p:tgtEl>
                                          <p:spTgt spid="80"/>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86">
                                            <p:txEl>
                                              <p:pRg st="0" end="0"/>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8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79" grpId="0"/>
      <p:bldP spid="8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nvGrpSpPr>
          <p:cNvPr id="46" name="Group 45">
            <a:extLst>
              <a:ext uri="{FF2B5EF4-FFF2-40B4-BE49-F238E27FC236}">
                <a16:creationId xmlns:a16="http://schemas.microsoft.com/office/drawing/2014/main" id="{2D5F1879-E2C7-42CA-94F8-92FF592236D3}"/>
              </a:ext>
            </a:extLst>
          </p:cNvPr>
          <p:cNvGrpSpPr/>
          <p:nvPr/>
        </p:nvGrpSpPr>
        <p:grpSpPr>
          <a:xfrm>
            <a:off x="1055781" y="2501634"/>
            <a:ext cx="18592800" cy="830997"/>
            <a:chOff x="777875" y="1892299"/>
            <a:chExt cx="18592800" cy="830995"/>
          </a:xfrm>
        </p:grpSpPr>
        <p:sp>
          <p:nvSpPr>
            <p:cNvPr id="47" name="Rounded Rectangle 71">
              <a:extLst>
                <a:ext uri="{FF2B5EF4-FFF2-40B4-BE49-F238E27FC236}">
                  <a16:creationId xmlns:a16="http://schemas.microsoft.com/office/drawing/2014/main" id="{F0A35595-F802-4630-9930-199628F3A69D}"/>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0CE9F260-F6B5-4B60-B6CC-114DE5655D54}"/>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3.</a:t>
              </a:r>
            </a:p>
          </p:txBody>
        </p:sp>
        <p:sp>
          <p:nvSpPr>
            <p:cNvPr id="87" name="TextBox 86">
              <a:extLst>
                <a:ext uri="{FF2B5EF4-FFF2-40B4-BE49-F238E27FC236}">
                  <a16:creationId xmlns:a16="http://schemas.microsoft.com/office/drawing/2014/main" id="{73CC5716-B3FF-415B-9257-8D082F557E10}"/>
                </a:ext>
              </a:extLst>
            </p:cNvPr>
            <p:cNvSpPr txBox="1"/>
            <p:nvPr/>
          </p:nvSpPr>
          <p:spPr>
            <a:xfrm>
              <a:off x="2087561" y="1892299"/>
              <a:ext cx="17283114" cy="830995"/>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MỆNH ĐỀ KÉO THEO</a:t>
              </a:r>
              <a:r>
                <a:rPr lang="vi-VN" sz="4800" b="1" dirty="0">
                  <a:solidFill>
                    <a:srgbClr val="145F82"/>
                  </a:solidFill>
                  <a:latin typeface="Tahoma" pitchFamily="34" charset="0"/>
                  <a:ea typeface="Tahoma" pitchFamily="34" charset="0"/>
                  <a:cs typeface="Tahoma" pitchFamily="34" charset="0"/>
                </a:rPr>
                <a:t>,</a:t>
              </a:r>
              <a:r>
                <a:rPr lang="en-US" sz="4800" b="1" dirty="0">
                  <a:solidFill>
                    <a:srgbClr val="145F82"/>
                  </a:solidFill>
                  <a:latin typeface="Tahoma" pitchFamily="34" charset="0"/>
                  <a:ea typeface="Tahoma" pitchFamily="34" charset="0"/>
                  <a:cs typeface="Tahoma" pitchFamily="34" charset="0"/>
                </a:rPr>
                <a:t> MỆNH ĐỀ ĐẢO.</a:t>
              </a:r>
            </a:p>
          </p:txBody>
        </p:sp>
      </p:grpSp>
      <p:grpSp>
        <p:nvGrpSpPr>
          <p:cNvPr id="89" name="Group 88">
            <a:extLst>
              <a:ext uri="{FF2B5EF4-FFF2-40B4-BE49-F238E27FC236}">
                <a16:creationId xmlns:a16="http://schemas.microsoft.com/office/drawing/2014/main" id="{B781ABD9-381E-49CB-AA78-B3B6EB3F0FB1}"/>
              </a:ext>
            </a:extLst>
          </p:cNvPr>
          <p:cNvGrpSpPr/>
          <p:nvPr/>
        </p:nvGrpSpPr>
        <p:grpSpPr>
          <a:xfrm>
            <a:off x="2193087" y="3429000"/>
            <a:ext cx="10837113" cy="852016"/>
            <a:chOff x="895143" y="2795826"/>
            <a:chExt cx="10417389" cy="852016"/>
          </a:xfrm>
        </p:grpSpPr>
        <p:sp>
          <p:nvSpPr>
            <p:cNvPr id="90" name="TextBox 89">
              <a:extLst>
                <a:ext uri="{FF2B5EF4-FFF2-40B4-BE49-F238E27FC236}">
                  <a16:creationId xmlns:a16="http://schemas.microsoft.com/office/drawing/2014/main" id="{8F0DDE0E-1FE1-4720-B1B3-CA0A2FE692A9}"/>
                </a:ext>
              </a:extLst>
            </p:cNvPr>
            <p:cNvSpPr txBox="1"/>
            <p:nvPr/>
          </p:nvSpPr>
          <p:spPr>
            <a:xfrm>
              <a:off x="2320932" y="2816845"/>
              <a:ext cx="8991600" cy="830997"/>
            </a:xfrm>
            <a:prstGeom prst="rect">
              <a:avLst/>
            </a:prstGeom>
            <a:noFill/>
          </p:spPr>
          <p:txBody>
            <a:bodyPr wrap="square" rtlCol="0">
              <a:spAutoFit/>
            </a:bodyPr>
            <a:lstStyle/>
            <a:p>
              <a:r>
                <a:rPr lang="en-US" sz="4800" b="1" err="1">
                  <a:solidFill>
                    <a:srgbClr val="145F82"/>
                  </a:solidFill>
                  <a:latin typeface="Tahoma" pitchFamily="34" charset="0"/>
                  <a:ea typeface="Tahoma" pitchFamily="34" charset="0"/>
                  <a:cs typeface="Tahoma" pitchFamily="34" charset="0"/>
                </a:rPr>
                <a:t>Mệnh</a:t>
              </a:r>
              <a:r>
                <a:rPr lang="en-US" sz="4800" b="1">
                  <a:solidFill>
                    <a:srgbClr val="145F82"/>
                  </a:solidFill>
                  <a:latin typeface="Tahoma" pitchFamily="34" charset="0"/>
                  <a:ea typeface="Tahoma" pitchFamily="34" charset="0"/>
                  <a:cs typeface="Tahoma" pitchFamily="34" charset="0"/>
                </a:rPr>
                <a:t> đề đảo</a:t>
              </a:r>
              <a:endParaRPr lang="en-US" sz="4800" b="1" dirty="0">
                <a:solidFill>
                  <a:srgbClr val="145F82"/>
                </a:solidFill>
                <a:latin typeface="Tahoma" pitchFamily="34" charset="0"/>
                <a:ea typeface="Tahoma" pitchFamily="34" charset="0"/>
                <a:cs typeface="Tahoma" pitchFamily="34" charset="0"/>
              </a:endParaRPr>
            </a:p>
          </p:txBody>
        </p:sp>
        <p:sp>
          <p:nvSpPr>
            <p:cNvPr id="91" name="Rounded Rectangle 7">
              <a:extLst>
                <a:ext uri="{FF2B5EF4-FFF2-40B4-BE49-F238E27FC236}">
                  <a16:creationId xmlns:a16="http://schemas.microsoft.com/office/drawing/2014/main" id="{453540BB-AD80-4484-AD7B-7FF1CA70B442}"/>
                </a:ext>
              </a:extLst>
            </p:cNvPr>
            <p:cNvSpPr/>
            <p:nvPr/>
          </p:nvSpPr>
          <p:spPr>
            <a:xfrm>
              <a:off x="895143" y="2823876"/>
              <a:ext cx="895051"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a:extLst>
                <a:ext uri="{FF2B5EF4-FFF2-40B4-BE49-F238E27FC236}">
                  <a16:creationId xmlns:a16="http://schemas.microsoft.com/office/drawing/2014/main" id="{6E6F790B-41EE-4900-A105-57479C75D2FC}"/>
                </a:ext>
              </a:extLst>
            </p:cNvPr>
            <p:cNvSpPr txBox="1"/>
            <p:nvPr/>
          </p:nvSpPr>
          <p:spPr>
            <a:xfrm>
              <a:off x="919509" y="2795826"/>
              <a:ext cx="689099" cy="769441"/>
            </a:xfrm>
            <a:prstGeom prst="rect">
              <a:avLst/>
            </a:prstGeom>
            <a:noFill/>
          </p:spPr>
          <p:txBody>
            <a:bodyPr wrap="none" rtlCol="0">
              <a:spAutoFit/>
            </a:bodyPr>
            <a:lstStyle/>
            <a:p>
              <a:pPr algn="ctr"/>
              <a:r>
                <a:rPr lang="en-US" sz="4400" b="1">
                  <a:solidFill>
                    <a:schemeClr val="bg1"/>
                  </a:solidFill>
                  <a:latin typeface="Tahoma" pitchFamily="34" charset="0"/>
                  <a:ea typeface="Tahoma" pitchFamily="34" charset="0"/>
                  <a:cs typeface="Tahoma" pitchFamily="34" charset="0"/>
                </a:rPr>
                <a:t>b.</a:t>
              </a:r>
            </a:p>
          </p:txBody>
        </p:sp>
      </p:grpSp>
      <mc:AlternateContent xmlns:mc="http://schemas.openxmlformats.org/markup-compatibility/2006" xmlns:a14="http://schemas.microsoft.com/office/drawing/2010/main">
        <mc:Choice Requires="a14">
          <p:sp>
            <p:nvSpPr>
              <p:cNvPr id="88" name="Rectangle: Rounded Corners 87">
                <a:extLst>
                  <a:ext uri="{FF2B5EF4-FFF2-40B4-BE49-F238E27FC236}">
                    <a16:creationId xmlns:a16="http://schemas.microsoft.com/office/drawing/2014/main" id="{7F1C2296-E21E-40A3-B71D-6AD4B8836028}"/>
                  </a:ext>
                </a:extLst>
              </p:cNvPr>
              <p:cNvSpPr/>
              <p:nvPr/>
            </p:nvSpPr>
            <p:spPr>
              <a:xfrm>
                <a:off x="1341531" y="4617863"/>
                <a:ext cx="21013644" cy="194725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marL="685800" indent="-685800">
                  <a:buFont typeface="Wingdings" panose="05000000000000000000" pitchFamily="2" charset="2"/>
                  <a:buChar char="Ø"/>
                </a:pPr>
                <a:r>
                  <a:rPr lang="en-US" sz="4800" b="1" i="1">
                    <a:latin typeface="Tahoma" panose="020B0604030504040204" pitchFamily="34" charset="0"/>
                    <a:ea typeface="Tahoma" panose="020B0604030504040204" pitchFamily="34" charset="0"/>
                    <a:cs typeface="Tahoma" panose="020B0604030504040204" pitchFamily="34" charset="0"/>
                  </a:rPr>
                  <a:t> </a:t>
                </a:r>
                <a:r>
                  <a:rPr lang="fr-FR" sz="4800" b="1">
                    <a:latin typeface="Tahoma" panose="020B0604030504040204" pitchFamily="34" charset="0"/>
                    <a:ea typeface="Tahoma" panose="020B0604030504040204" pitchFamily="34" charset="0"/>
                    <a:cs typeface="Tahoma" panose="020B0604030504040204" pitchFamily="34" charset="0"/>
                  </a:rPr>
                  <a:t>Mệnh đề </a:t>
                </a:r>
                <a14:m>
                  <m:oMath xmlns:m="http://schemas.openxmlformats.org/officeDocument/2006/math">
                    <m:r>
                      <a:rPr lang="en-US" sz="4800" b="1" i="1" smtClean="0">
                        <a:latin typeface="Cambria Math" panose="02040503050406030204" pitchFamily="18" charset="0"/>
                      </a:rPr>
                      <m:t>𝑸</m:t>
                    </m:r>
                    <m:r>
                      <a:rPr lang="fr-FR" sz="4800" b="1" i="1">
                        <a:latin typeface="Cambria Math" panose="02040503050406030204" pitchFamily="18" charset="0"/>
                      </a:rPr>
                      <m:t>⇒</m:t>
                    </m:r>
                    <m:r>
                      <a:rPr lang="en-US" sz="4800" b="1" i="1" smtClean="0">
                        <a:latin typeface="Cambria Math" panose="02040503050406030204" pitchFamily="18" charset="0"/>
                      </a:rPr>
                      <m:t>𝑷</m:t>
                    </m:r>
                  </m:oMath>
                </a14:m>
                <a:r>
                  <a:rPr lang="fr-FR" sz="4800" b="1" i="1">
                    <a:latin typeface="Tahoma" panose="020B0604030504040204" pitchFamily="34" charset="0"/>
                    <a:ea typeface="Tahoma" panose="020B0604030504040204" pitchFamily="34" charset="0"/>
                    <a:cs typeface="Tahoma" panose="020B0604030504040204" pitchFamily="34" charset="0"/>
                  </a:rPr>
                  <a:t>  </a:t>
                </a:r>
                <a:r>
                  <a:rPr lang="fr-FR" sz="4800" b="1">
                    <a:latin typeface="Tahoma" panose="020B0604030504040204" pitchFamily="34" charset="0"/>
                    <a:ea typeface="Tahoma" panose="020B0604030504040204" pitchFamily="34" charset="0"/>
                    <a:cs typeface="Tahoma" panose="020B0604030504040204" pitchFamily="34" charset="0"/>
                  </a:rPr>
                  <a:t>được gọi là mệnh đề đảo của mệnh đề </a:t>
                </a:r>
                <a14:m>
                  <m:oMath xmlns:m="http://schemas.openxmlformats.org/officeDocument/2006/math">
                    <m:r>
                      <a:rPr lang="fr-FR" sz="4800" b="1" i="1">
                        <a:latin typeface="Cambria Math" panose="02040503050406030204" pitchFamily="18" charset="0"/>
                      </a:rPr>
                      <m:t>𝑷</m:t>
                    </m:r>
                    <m:r>
                      <a:rPr lang="fr-FR" sz="4800" b="1" i="1">
                        <a:latin typeface="Cambria Math" panose="02040503050406030204" pitchFamily="18" charset="0"/>
                      </a:rPr>
                      <m:t>⇒</m:t>
                    </m:r>
                    <m:r>
                      <a:rPr lang="fr-FR" sz="4800" b="1" i="1">
                        <a:latin typeface="Cambria Math" panose="02040503050406030204" pitchFamily="18" charset="0"/>
                      </a:rPr>
                      <m:t>𝑸</m:t>
                    </m:r>
                  </m:oMath>
                </a14:m>
                <a:endParaRPr lang="en-US" sz="4800"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88" name="Rectangle: Rounded Corners 87">
                <a:extLst>
                  <a:ext uri="{FF2B5EF4-FFF2-40B4-BE49-F238E27FC236}">
                    <a16:creationId xmlns:a16="http://schemas.microsoft.com/office/drawing/2014/main" id="{7F1C2296-E21E-40A3-B71D-6AD4B8836028}"/>
                  </a:ext>
                </a:extLst>
              </p:cNvPr>
              <p:cNvSpPr>
                <a:spLocks noRot="1" noChangeAspect="1" noMove="1" noResize="1" noEditPoints="1" noAdjustHandles="1" noChangeArrowheads="1" noChangeShapeType="1" noTextEdit="1"/>
              </p:cNvSpPr>
              <p:nvPr/>
            </p:nvSpPr>
            <p:spPr>
              <a:xfrm>
                <a:off x="1341531" y="4617863"/>
                <a:ext cx="21013644" cy="1947250"/>
              </a:xfrm>
              <a:prstGeom prst="roundRect">
                <a:avLst/>
              </a:prstGeom>
              <a:blipFill>
                <a:blip r:embed="rId4"/>
                <a:stretch>
                  <a:fillRect l="-725"/>
                </a:stretch>
              </a:blipFill>
            </p:spPr>
            <p:txBody>
              <a:bodyPr/>
              <a:lstStyle/>
              <a:p>
                <a:r>
                  <a:rPr lang="en-US">
                    <a:noFill/>
                  </a:rPr>
                  <a:t> </a:t>
                </a:r>
              </a:p>
            </p:txBody>
          </p:sp>
        </mc:Fallback>
      </mc:AlternateContent>
      <p:sp>
        <p:nvSpPr>
          <p:cNvPr id="93" name="Rounded Rectangle 4">
            <a:extLst>
              <a:ext uri="{FF2B5EF4-FFF2-40B4-BE49-F238E27FC236}">
                <a16:creationId xmlns:a16="http://schemas.microsoft.com/office/drawing/2014/main" id="{B7359C01-99E9-4E63-B708-26C5AB645E35}"/>
              </a:ext>
            </a:extLst>
          </p:cNvPr>
          <p:cNvSpPr/>
          <p:nvPr/>
        </p:nvSpPr>
        <p:spPr>
          <a:xfrm>
            <a:off x="1066800" y="7472479"/>
            <a:ext cx="22310327" cy="3126227"/>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99FF99"/>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94" name="Group 93">
            <a:extLst>
              <a:ext uri="{FF2B5EF4-FFF2-40B4-BE49-F238E27FC236}">
                <a16:creationId xmlns:a16="http://schemas.microsoft.com/office/drawing/2014/main" id="{7AE5436E-F9BA-4748-8B04-B3F8A538050C}"/>
              </a:ext>
            </a:extLst>
          </p:cNvPr>
          <p:cNvGrpSpPr/>
          <p:nvPr/>
        </p:nvGrpSpPr>
        <p:grpSpPr>
          <a:xfrm>
            <a:off x="1686432" y="7134285"/>
            <a:ext cx="3600185" cy="828000"/>
            <a:chOff x="1275608" y="6322796"/>
            <a:chExt cx="3573091" cy="828631"/>
          </a:xfrm>
        </p:grpSpPr>
        <p:sp>
          <p:nvSpPr>
            <p:cNvPr id="95" name="Freeform 20">
              <a:extLst>
                <a:ext uri="{FF2B5EF4-FFF2-40B4-BE49-F238E27FC236}">
                  <a16:creationId xmlns:a16="http://schemas.microsoft.com/office/drawing/2014/main" id="{E2A12CCE-F451-4D9C-976E-31E800F528CF}"/>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96" name="TextBox 95">
              <a:extLst>
                <a:ext uri="{FF2B5EF4-FFF2-40B4-BE49-F238E27FC236}">
                  <a16:creationId xmlns:a16="http://schemas.microsoft.com/office/drawing/2014/main" id="{BDBDE0D4-69ED-4BB8-80D2-102CD2F6C089}"/>
                </a:ext>
              </a:extLst>
            </p:cNvPr>
            <p:cNvSpPr txBox="1"/>
            <p:nvPr/>
          </p:nvSpPr>
          <p:spPr>
            <a:xfrm>
              <a:off x="2097544" y="6372066"/>
              <a:ext cx="2751155"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Nhận xét</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98" name="Round Diagonal Corner Rectangle 8">
              <a:extLst>
                <a:ext uri="{FF2B5EF4-FFF2-40B4-BE49-F238E27FC236}">
                  <a16:creationId xmlns:a16="http://schemas.microsoft.com/office/drawing/2014/main" id="{EE34C69F-F56A-4117-AA4C-432A2A18B6CC}"/>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99" name="Freeform 9">
              <a:extLst>
                <a:ext uri="{FF2B5EF4-FFF2-40B4-BE49-F238E27FC236}">
                  <a16:creationId xmlns:a16="http://schemas.microsoft.com/office/drawing/2014/main" id="{18D12AB0-2DB1-4A04-A77F-57C49B4580D6}"/>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00" name="Rectangle 99">
            <a:extLst>
              <a:ext uri="{FF2B5EF4-FFF2-40B4-BE49-F238E27FC236}">
                <a16:creationId xmlns:a16="http://schemas.microsoft.com/office/drawing/2014/main" id="{C6475857-1DA9-4799-B02B-88A489AF2126}"/>
              </a:ext>
            </a:extLst>
          </p:cNvPr>
          <p:cNvSpPr/>
          <p:nvPr/>
        </p:nvSpPr>
        <p:spPr>
          <a:xfrm>
            <a:off x="1514230" y="8348385"/>
            <a:ext cx="22378999" cy="769441"/>
          </a:xfrm>
          <a:prstGeom prst="rect">
            <a:avLst/>
          </a:prstGeom>
        </p:spPr>
        <p:txBody>
          <a:bodyPr wrap="square">
            <a:spAutoFit/>
          </a:bodyPr>
          <a:lstStyle/>
          <a:p>
            <a:r>
              <a:rPr lang="fr-FR" sz="4400" b="1">
                <a:latin typeface="Tahoma" panose="020B0604030504040204" pitchFamily="34" charset="0"/>
                <a:ea typeface="Tahoma" panose="020B0604030504040204" pitchFamily="34" charset="0"/>
                <a:cs typeface="Tahoma" panose="020B0604030504040204" pitchFamily="34" charset="0"/>
              </a:rPr>
              <a:t>Mệnh đề đảo của một mệnh đề đúng không nhất thiết là mệnh đề đúng.</a:t>
            </a:r>
            <a:endParaRPr lang="en-US" sz="4400" b="1">
              <a:latin typeface="Tahoma" panose="020B0604030504040204" pitchFamily="34" charset="0"/>
              <a:ea typeface="Tahoma" panose="020B0604030504040204" pitchFamily="34" charset="0"/>
              <a:cs typeface="Tahoma" panose="020B0604030504040204" pitchFamily="34" charset="0"/>
            </a:endParaRPr>
          </a:p>
        </p:txBody>
      </p:sp>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9232976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inVertical)">
                                      <p:cBhvr>
                                        <p:cTn id="7" dur="500"/>
                                        <p:tgtEl>
                                          <p:spTgt spid="46"/>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89"/>
                                        </p:tgtEl>
                                        <p:attrNameLst>
                                          <p:attrName>style.visibility</p:attrName>
                                        </p:attrNameLst>
                                      </p:cBhvr>
                                      <p:to>
                                        <p:strVal val="visible"/>
                                      </p:to>
                                    </p:set>
                                    <p:animEffect transition="in" filter="barn(inVertical)">
                                      <p:cBhvr>
                                        <p:cTn id="11" dur="500"/>
                                        <p:tgtEl>
                                          <p:spTgt spid="8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94"/>
                                        </p:tgtEl>
                                        <p:attrNameLst>
                                          <p:attrName>style.visibility</p:attrName>
                                        </p:attrNameLst>
                                      </p:cBhvr>
                                      <p:to>
                                        <p:strVal val="visible"/>
                                      </p:to>
                                    </p:set>
                                    <p:animEffect transition="in" filter="barn(inVertical)">
                                      <p:cBhvr>
                                        <p:cTn id="20" dur="500"/>
                                        <p:tgtEl>
                                          <p:spTgt spid="94"/>
                                        </p:tgtEl>
                                      </p:cBhvr>
                                    </p:animEffect>
                                  </p:childTnLst>
                                </p:cTn>
                              </p:par>
                            </p:childTnLst>
                          </p:cTn>
                        </p:par>
                        <p:par>
                          <p:cTn id="21" fill="hold">
                            <p:stCondLst>
                              <p:cond delay="500"/>
                            </p:stCondLst>
                            <p:childTnLst>
                              <p:par>
                                <p:cTn id="22" presetID="22" presetClass="entr" presetSubtype="4" fill="hold" grpId="0" nodeType="afterEffect">
                                  <p:stCondLst>
                                    <p:cond delay="0"/>
                                  </p:stCondLst>
                                  <p:childTnLst>
                                    <p:set>
                                      <p:cBhvr>
                                        <p:cTn id="23" dur="1" fill="hold">
                                          <p:stCondLst>
                                            <p:cond delay="0"/>
                                          </p:stCondLst>
                                        </p:cTn>
                                        <p:tgtEl>
                                          <p:spTgt spid="93"/>
                                        </p:tgtEl>
                                        <p:attrNameLst>
                                          <p:attrName>style.visibility</p:attrName>
                                        </p:attrNameLst>
                                      </p:cBhvr>
                                      <p:to>
                                        <p:strVal val="visible"/>
                                      </p:to>
                                    </p:set>
                                    <p:animEffect transition="in" filter="wipe(down)">
                                      <p:cBhvr>
                                        <p:cTn id="24" dur="500"/>
                                        <p:tgtEl>
                                          <p:spTgt spid="93"/>
                                        </p:tgtEl>
                                      </p:cBhvr>
                                    </p:animEffect>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100"/>
                                        </p:tgtEl>
                                        <p:attrNameLst>
                                          <p:attrName>style.visibility</p:attrName>
                                        </p:attrNameLst>
                                      </p:cBhvr>
                                      <p:to>
                                        <p:strVal val="visible"/>
                                      </p:to>
                                    </p:set>
                                    <p:animEffect transition="in" filter="wipe(left)">
                                      <p:cBhvr>
                                        <p:cTn id="28"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P spid="93" grpId="0" animBg="1"/>
      <p:bldP spid="10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7" name="TextBox 26">
            <a:extLst>
              <a:ext uri="{FF2B5EF4-FFF2-40B4-BE49-F238E27FC236}">
                <a16:creationId xmlns:a16="http://schemas.microsoft.com/office/drawing/2014/main" id="{3A653732-9210-4228-AD0D-1B9B77B02426}"/>
              </a:ext>
            </a:extLst>
          </p:cNvPr>
          <p:cNvSpPr txBox="1"/>
          <p:nvPr/>
        </p:nvSpPr>
        <p:spPr>
          <a:xfrm>
            <a:off x="1773884" y="6621943"/>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49" name="Rounded Rectangle 61">
            <a:extLst>
              <a:ext uri="{FF2B5EF4-FFF2-40B4-BE49-F238E27FC236}">
                <a16:creationId xmlns:a16="http://schemas.microsoft.com/office/drawing/2014/main" id="{8C4F66B5-9F53-45FC-B951-E4D1E076FC2C}"/>
              </a:ext>
            </a:extLst>
          </p:cNvPr>
          <p:cNvSpPr/>
          <p:nvPr/>
        </p:nvSpPr>
        <p:spPr>
          <a:xfrm>
            <a:off x="990600" y="4708137"/>
            <a:ext cx="22407574" cy="3951757"/>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50" name="Group 67">
            <a:extLst>
              <a:ext uri="{FF2B5EF4-FFF2-40B4-BE49-F238E27FC236}">
                <a16:creationId xmlns:a16="http://schemas.microsoft.com/office/drawing/2014/main" id="{BAE863BA-DDC7-40A3-BD63-B632301C2DDF}"/>
              </a:ext>
            </a:extLst>
          </p:cNvPr>
          <p:cNvGrpSpPr/>
          <p:nvPr/>
        </p:nvGrpSpPr>
        <p:grpSpPr>
          <a:xfrm>
            <a:off x="1461027" y="4343400"/>
            <a:ext cx="3579192" cy="940513"/>
            <a:chOff x="1311958" y="3405486"/>
            <a:chExt cx="3579192" cy="940513"/>
          </a:xfrm>
        </p:grpSpPr>
        <p:sp>
          <p:nvSpPr>
            <p:cNvPr id="51" name="Freeform 20">
              <a:extLst>
                <a:ext uri="{FF2B5EF4-FFF2-40B4-BE49-F238E27FC236}">
                  <a16:creationId xmlns:a16="http://schemas.microsoft.com/office/drawing/2014/main" id="{15D07D9B-5448-498A-B68D-C65FD69E3A6E}"/>
                </a:ext>
              </a:extLst>
            </p:cNvPr>
            <p:cNvSpPr>
              <a:spLocks/>
            </p:cNvSpPr>
            <p:nvPr/>
          </p:nvSpPr>
          <p:spPr bwMode="auto">
            <a:xfrm rot="5400000">
              <a:off x="3085216" y="2507252"/>
              <a:ext cx="793396" cy="2818473"/>
            </a:xfrm>
            <a:prstGeom prst="round2SameRect">
              <a:avLst/>
            </a:prstGeom>
            <a:solidFill>
              <a:srgbClr val="70AD47">
                <a:lumMod val="75000"/>
              </a:srgbClr>
            </a:solidFill>
            <a:ln w="57150">
              <a:solidFill>
                <a:srgbClr val="70AD47">
                  <a:lumMod val="75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2" name="TextBox 51">
              <a:extLst>
                <a:ext uri="{FF2B5EF4-FFF2-40B4-BE49-F238E27FC236}">
                  <a16:creationId xmlns:a16="http://schemas.microsoft.com/office/drawing/2014/main" id="{38ADCDEF-9ADE-4990-911D-DB4A647079A9}"/>
                </a:ext>
              </a:extLst>
            </p:cNvPr>
            <p:cNvSpPr txBox="1"/>
            <p:nvPr/>
          </p:nvSpPr>
          <p:spPr>
            <a:xfrm>
              <a:off x="2316645" y="3484582"/>
              <a:ext cx="2404826" cy="8002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600" b="1" kern="0">
                  <a:solidFill>
                    <a:prstClr val="white"/>
                  </a:solidFill>
                  <a:latin typeface="Tahoma" pitchFamily="34" charset="0"/>
                  <a:ea typeface="Tahoma" pitchFamily="34" charset="0"/>
                  <a:cs typeface="Tahoma" pitchFamily="34" charset="0"/>
                </a:rPr>
                <a:t>Ví dụ 4</a:t>
              </a:r>
              <a:r>
                <a:rPr kumimoji="0" lang="en-US" sz="4600" b="1" i="0" u="none" strike="noStrike" kern="0" cap="none" spc="0" normalizeH="0" baseline="0" noProof="0">
                  <a:ln>
                    <a:noFill/>
                  </a:ln>
                  <a:solidFill>
                    <a:prstClr val="white"/>
                  </a:solidFill>
                  <a:effectLst/>
                  <a:uLnTx/>
                  <a:uFillTx/>
                  <a:latin typeface="Tahoma" pitchFamily="34" charset="0"/>
                  <a:ea typeface="Tahoma" pitchFamily="34" charset="0"/>
                  <a:cs typeface="Tahoma" pitchFamily="34" charset="0"/>
                </a:rPr>
                <a:t> </a:t>
              </a:r>
              <a:endParaRPr kumimoji="0" lang="en-US" sz="4600" b="1" i="0" u="none" strike="noStrike" kern="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p:grpSp>
          <p:nvGrpSpPr>
            <p:cNvPr id="53" name="Group 70">
              <a:extLst>
                <a:ext uri="{FF2B5EF4-FFF2-40B4-BE49-F238E27FC236}">
                  <a16:creationId xmlns:a16="http://schemas.microsoft.com/office/drawing/2014/main" id="{9DB54C55-6C13-4C06-B677-EB45AED0EF74}"/>
                </a:ext>
              </a:extLst>
            </p:cNvPr>
            <p:cNvGrpSpPr/>
            <p:nvPr/>
          </p:nvGrpSpPr>
          <p:grpSpPr>
            <a:xfrm>
              <a:off x="1311958" y="3405486"/>
              <a:ext cx="950173" cy="940513"/>
              <a:chOff x="1311958" y="3405486"/>
              <a:chExt cx="950173" cy="940513"/>
            </a:xfrm>
          </p:grpSpPr>
          <p:sp>
            <p:nvSpPr>
              <p:cNvPr id="54" name="Rectangle 53">
                <a:extLst>
                  <a:ext uri="{FF2B5EF4-FFF2-40B4-BE49-F238E27FC236}">
                    <a16:creationId xmlns:a16="http://schemas.microsoft.com/office/drawing/2014/main" id="{F43D8799-9111-4045-A7B0-7DF40BFE6CB2}"/>
                  </a:ext>
                </a:extLst>
              </p:cNvPr>
              <p:cNvSpPr/>
              <p:nvPr/>
            </p:nvSpPr>
            <p:spPr>
              <a:xfrm>
                <a:off x="1406975" y="3672018"/>
                <a:ext cx="596676" cy="54031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5" name="Freeform 13">
                <a:extLst>
                  <a:ext uri="{FF2B5EF4-FFF2-40B4-BE49-F238E27FC236}">
                    <a16:creationId xmlns:a16="http://schemas.microsoft.com/office/drawing/2014/main" id="{0964B461-7639-42FF-9628-5AEBCC705C50}"/>
                  </a:ext>
                </a:extLst>
              </p:cNvPr>
              <p:cNvSpPr>
                <a:spLocks noEditPoints="1"/>
              </p:cNvSpPr>
              <p:nvPr/>
            </p:nvSpPr>
            <p:spPr bwMode="auto">
              <a:xfrm>
                <a:off x="1311958" y="3581027"/>
                <a:ext cx="190035" cy="268948"/>
              </a:xfrm>
              <a:custGeom>
                <a:avLst/>
                <a:gdLst>
                  <a:gd name="T0" fmla="*/ 34 w 50"/>
                  <a:gd name="T1" fmla="*/ 16 h 71"/>
                  <a:gd name="T2" fmla="*/ 34 w 50"/>
                  <a:gd name="T3" fmla="*/ 55 h 71"/>
                  <a:gd name="T4" fmla="*/ 16 w 50"/>
                  <a:gd name="T5" fmla="*/ 55 h 71"/>
                  <a:gd name="T6" fmla="*/ 16 w 50"/>
                  <a:gd name="T7" fmla="*/ 16 h 71"/>
                  <a:gd name="T8" fmla="*/ 34 w 50"/>
                  <a:gd name="T9" fmla="*/ 16 h 71"/>
                  <a:gd name="T10" fmla="*/ 34 w 50"/>
                  <a:gd name="T11" fmla="*/ 0 h 71"/>
                  <a:gd name="T12" fmla="*/ 16 w 50"/>
                  <a:gd name="T13" fmla="*/ 0 h 71"/>
                  <a:gd name="T14" fmla="*/ 0 w 50"/>
                  <a:gd name="T15" fmla="*/ 16 h 71"/>
                  <a:gd name="T16" fmla="*/ 0 w 50"/>
                  <a:gd name="T17" fmla="*/ 55 h 71"/>
                  <a:gd name="T18" fmla="*/ 16 w 50"/>
                  <a:gd name="T19" fmla="*/ 71 h 71"/>
                  <a:gd name="T20" fmla="*/ 34 w 50"/>
                  <a:gd name="T21" fmla="*/ 71 h 71"/>
                  <a:gd name="T22" fmla="*/ 50 w 50"/>
                  <a:gd name="T23" fmla="*/ 55 h 71"/>
                  <a:gd name="T24" fmla="*/ 50 w 50"/>
                  <a:gd name="T25" fmla="*/ 16 h 71"/>
                  <a:gd name="T26" fmla="*/ 34 w 50"/>
                  <a:gd name="T2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1">
                    <a:moveTo>
                      <a:pt x="34" y="16"/>
                    </a:moveTo>
                    <a:cubicBezTo>
                      <a:pt x="34" y="55"/>
                      <a:pt x="34" y="55"/>
                      <a:pt x="34" y="55"/>
                    </a:cubicBezTo>
                    <a:cubicBezTo>
                      <a:pt x="16" y="55"/>
                      <a:pt x="16" y="55"/>
                      <a:pt x="16" y="55"/>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5"/>
                      <a:pt x="0" y="55"/>
                      <a:pt x="0" y="55"/>
                    </a:cubicBezTo>
                    <a:cubicBezTo>
                      <a:pt x="0" y="64"/>
                      <a:pt x="7" y="71"/>
                      <a:pt x="16" y="71"/>
                    </a:cubicBezTo>
                    <a:cubicBezTo>
                      <a:pt x="34" y="71"/>
                      <a:pt x="34" y="71"/>
                      <a:pt x="34" y="71"/>
                    </a:cubicBezTo>
                    <a:cubicBezTo>
                      <a:pt x="43" y="71"/>
                      <a:pt x="50" y="64"/>
                      <a:pt x="50" y="55"/>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6" name="Freeform 14">
                <a:extLst>
                  <a:ext uri="{FF2B5EF4-FFF2-40B4-BE49-F238E27FC236}">
                    <a16:creationId xmlns:a16="http://schemas.microsoft.com/office/drawing/2014/main" id="{2BD50541-A2D2-439A-9CFF-5A2D5CF0EAFB}"/>
                  </a:ext>
                </a:extLst>
              </p:cNvPr>
              <p:cNvSpPr>
                <a:spLocks noEditPoints="1"/>
              </p:cNvSpPr>
              <p:nvPr/>
            </p:nvSpPr>
            <p:spPr bwMode="auto">
              <a:xfrm>
                <a:off x="1311958" y="3581027"/>
                <a:ext cx="277000" cy="181983"/>
              </a:xfrm>
              <a:custGeom>
                <a:avLst/>
                <a:gdLst>
                  <a:gd name="T0" fmla="*/ 57 w 73"/>
                  <a:gd name="T1" fmla="*/ 16 h 48"/>
                  <a:gd name="T2" fmla="*/ 57 w 73"/>
                  <a:gd name="T3" fmla="*/ 32 h 48"/>
                  <a:gd name="T4" fmla="*/ 16 w 73"/>
                  <a:gd name="T5" fmla="*/ 32 h 48"/>
                  <a:gd name="T6" fmla="*/ 16 w 73"/>
                  <a:gd name="T7" fmla="*/ 16 h 48"/>
                  <a:gd name="T8" fmla="*/ 57 w 73"/>
                  <a:gd name="T9" fmla="*/ 16 h 48"/>
                  <a:gd name="T10" fmla="*/ 57 w 73"/>
                  <a:gd name="T11" fmla="*/ 0 h 48"/>
                  <a:gd name="T12" fmla="*/ 16 w 73"/>
                  <a:gd name="T13" fmla="*/ 0 h 48"/>
                  <a:gd name="T14" fmla="*/ 0 w 73"/>
                  <a:gd name="T15" fmla="*/ 16 h 48"/>
                  <a:gd name="T16" fmla="*/ 0 w 73"/>
                  <a:gd name="T17" fmla="*/ 32 h 48"/>
                  <a:gd name="T18" fmla="*/ 16 w 73"/>
                  <a:gd name="T19" fmla="*/ 48 h 48"/>
                  <a:gd name="T20" fmla="*/ 57 w 73"/>
                  <a:gd name="T21" fmla="*/ 48 h 48"/>
                  <a:gd name="T22" fmla="*/ 73 w 73"/>
                  <a:gd name="T23" fmla="*/ 32 h 48"/>
                  <a:gd name="T24" fmla="*/ 73 w 73"/>
                  <a:gd name="T25" fmla="*/ 16 h 48"/>
                  <a:gd name="T26" fmla="*/ 57 w 73"/>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8">
                    <a:moveTo>
                      <a:pt x="57" y="16"/>
                    </a:moveTo>
                    <a:cubicBezTo>
                      <a:pt x="57" y="32"/>
                      <a:pt x="57" y="32"/>
                      <a:pt x="57" y="32"/>
                    </a:cubicBezTo>
                    <a:cubicBezTo>
                      <a:pt x="16" y="32"/>
                      <a:pt x="16" y="32"/>
                      <a:pt x="16" y="32"/>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2"/>
                      <a:pt x="0" y="32"/>
                      <a:pt x="0" y="32"/>
                    </a:cubicBezTo>
                    <a:cubicBezTo>
                      <a:pt x="0" y="41"/>
                      <a:pt x="7" y="48"/>
                      <a:pt x="16" y="48"/>
                    </a:cubicBezTo>
                    <a:cubicBezTo>
                      <a:pt x="57" y="48"/>
                      <a:pt x="57" y="48"/>
                      <a:pt x="57" y="48"/>
                    </a:cubicBezTo>
                    <a:cubicBezTo>
                      <a:pt x="66" y="48"/>
                      <a:pt x="73" y="41"/>
                      <a:pt x="73" y="32"/>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7" name="Freeform 15">
                <a:extLst>
                  <a:ext uri="{FF2B5EF4-FFF2-40B4-BE49-F238E27FC236}">
                    <a16:creationId xmlns:a16="http://schemas.microsoft.com/office/drawing/2014/main" id="{25BBDF65-0816-4435-86C9-CE992D59BA26}"/>
                  </a:ext>
                </a:extLst>
              </p:cNvPr>
              <p:cNvSpPr>
                <a:spLocks noEditPoints="1"/>
              </p:cNvSpPr>
              <p:nvPr/>
            </p:nvSpPr>
            <p:spPr bwMode="auto">
              <a:xfrm>
                <a:off x="1563190" y="3581027"/>
                <a:ext cx="285052" cy="181983"/>
              </a:xfrm>
              <a:custGeom>
                <a:avLst/>
                <a:gdLst>
                  <a:gd name="T0" fmla="*/ 58 w 75"/>
                  <a:gd name="T1" fmla="*/ 16 h 48"/>
                  <a:gd name="T2" fmla="*/ 43 w 75"/>
                  <a:gd name="T3" fmla="*/ 32 h 48"/>
                  <a:gd name="T4" fmla="*/ 16 w 75"/>
                  <a:gd name="T5" fmla="*/ 32 h 48"/>
                  <a:gd name="T6" fmla="*/ 16 w 75"/>
                  <a:gd name="T7" fmla="*/ 16 h 48"/>
                  <a:gd name="T8" fmla="*/ 58 w 75"/>
                  <a:gd name="T9" fmla="*/ 16 h 48"/>
                  <a:gd name="T10" fmla="*/ 58 w 75"/>
                  <a:gd name="T11" fmla="*/ 0 h 48"/>
                  <a:gd name="T12" fmla="*/ 16 w 75"/>
                  <a:gd name="T13" fmla="*/ 0 h 48"/>
                  <a:gd name="T14" fmla="*/ 0 w 75"/>
                  <a:gd name="T15" fmla="*/ 16 h 48"/>
                  <a:gd name="T16" fmla="*/ 0 w 75"/>
                  <a:gd name="T17" fmla="*/ 32 h 48"/>
                  <a:gd name="T18" fmla="*/ 16 w 75"/>
                  <a:gd name="T19" fmla="*/ 48 h 48"/>
                  <a:gd name="T20" fmla="*/ 43 w 75"/>
                  <a:gd name="T21" fmla="*/ 48 h 48"/>
                  <a:gd name="T22" fmla="*/ 55 w 75"/>
                  <a:gd name="T23" fmla="*/ 43 h 48"/>
                  <a:gd name="T24" fmla="*/ 70 w 75"/>
                  <a:gd name="T25" fmla="*/ 26 h 48"/>
                  <a:gd name="T26" fmla="*/ 73 w 75"/>
                  <a:gd name="T27" fmla="*/ 9 h 48"/>
                  <a:gd name="T28" fmla="*/ 58 w 75"/>
                  <a:gd name="T2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8">
                    <a:moveTo>
                      <a:pt x="58" y="16"/>
                    </a:moveTo>
                    <a:cubicBezTo>
                      <a:pt x="43" y="32"/>
                      <a:pt x="43" y="32"/>
                      <a:pt x="43" y="32"/>
                    </a:cubicBezTo>
                    <a:cubicBezTo>
                      <a:pt x="16" y="32"/>
                      <a:pt x="16" y="32"/>
                      <a:pt x="16" y="32"/>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2"/>
                      <a:pt x="0" y="32"/>
                      <a:pt x="0" y="32"/>
                    </a:cubicBezTo>
                    <a:cubicBezTo>
                      <a:pt x="0" y="41"/>
                      <a:pt x="8" y="48"/>
                      <a:pt x="16" y="48"/>
                    </a:cubicBezTo>
                    <a:cubicBezTo>
                      <a:pt x="43" y="48"/>
                      <a:pt x="43" y="48"/>
                      <a:pt x="43" y="48"/>
                    </a:cubicBezTo>
                    <a:cubicBezTo>
                      <a:pt x="48" y="48"/>
                      <a:pt x="52" y="46"/>
                      <a:pt x="55" y="43"/>
                    </a:cubicBezTo>
                    <a:cubicBezTo>
                      <a:pt x="70" y="26"/>
                      <a:pt x="70" y="26"/>
                      <a:pt x="70" y="26"/>
                    </a:cubicBezTo>
                    <a:cubicBezTo>
                      <a:pt x="74" y="22"/>
                      <a:pt x="75" y="15"/>
                      <a:pt x="73" y="9"/>
                    </a:cubicBezTo>
                    <a:cubicBezTo>
                      <a:pt x="70" y="3"/>
                      <a:pt x="64"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8" name="Freeform 16">
                <a:extLst>
                  <a:ext uri="{FF2B5EF4-FFF2-40B4-BE49-F238E27FC236}">
                    <a16:creationId xmlns:a16="http://schemas.microsoft.com/office/drawing/2014/main" id="{D17517C7-E177-434D-8C4D-A78AAA7627E4}"/>
                  </a:ext>
                </a:extLst>
              </p:cNvPr>
              <p:cNvSpPr>
                <a:spLocks noEditPoints="1"/>
              </p:cNvSpPr>
              <p:nvPr/>
            </p:nvSpPr>
            <p:spPr bwMode="auto">
              <a:xfrm>
                <a:off x="1563190" y="4151132"/>
                <a:ext cx="280221" cy="194867"/>
              </a:xfrm>
              <a:custGeom>
                <a:avLst/>
                <a:gdLst>
                  <a:gd name="T0" fmla="*/ 58 w 74"/>
                  <a:gd name="T1" fmla="*/ 16 h 51"/>
                  <a:gd name="T2" fmla="*/ 58 w 74"/>
                  <a:gd name="T3" fmla="*/ 35 h 51"/>
                  <a:gd name="T4" fmla="*/ 16 w 74"/>
                  <a:gd name="T5" fmla="*/ 35 h 51"/>
                  <a:gd name="T6" fmla="*/ 16 w 74"/>
                  <a:gd name="T7" fmla="*/ 16 h 51"/>
                  <a:gd name="T8" fmla="*/ 58 w 74"/>
                  <a:gd name="T9" fmla="*/ 16 h 51"/>
                  <a:gd name="T10" fmla="*/ 58 w 74"/>
                  <a:gd name="T11" fmla="*/ 0 h 51"/>
                  <a:gd name="T12" fmla="*/ 16 w 74"/>
                  <a:gd name="T13" fmla="*/ 0 h 51"/>
                  <a:gd name="T14" fmla="*/ 0 w 74"/>
                  <a:gd name="T15" fmla="*/ 16 h 51"/>
                  <a:gd name="T16" fmla="*/ 0 w 74"/>
                  <a:gd name="T17" fmla="*/ 35 h 51"/>
                  <a:gd name="T18" fmla="*/ 16 w 74"/>
                  <a:gd name="T19" fmla="*/ 51 h 51"/>
                  <a:gd name="T20" fmla="*/ 58 w 74"/>
                  <a:gd name="T21" fmla="*/ 51 h 51"/>
                  <a:gd name="T22" fmla="*/ 74 w 74"/>
                  <a:gd name="T23" fmla="*/ 35 h 51"/>
                  <a:gd name="T24" fmla="*/ 74 w 74"/>
                  <a:gd name="T25" fmla="*/ 16 h 51"/>
                  <a:gd name="T26" fmla="*/ 58 w 74"/>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1">
                    <a:moveTo>
                      <a:pt x="58" y="16"/>
                    </a:moveTo>
                    <a:cubicBezTo>
                      <a:pt x="58" y="35"/>
                      <a:pt x="58" y="35"/>
                      <a:pt x="58" y="35"/>
                    </a:cubicBezTo>
                    <a:cubicBezTo>
                      <a:pt x="16" y="35"/>
                      <a:pt x="16" y="35"/>
                      <a:pt x="16" y="35"/>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5"/>
                      <a:pt x="0" y="35"/>
                      <a:pt x="0" y="35"/>
                    </a:cubicBezTo>
                    <a:cubicBezTo>
                      <a:pt x="0" y="43"/>
                      <a:pt x="8" y="51"/>
                      <a:pt x="16" y="51"/>
                    </a:cubicBezTo>
                    <a:cubicBezTo>
                      <a:pt x="58" y="51"/>
                      <a:pt x="58" y="51"/>
                      <a:pt x="58" y="51"/>
                    </a:cubicBezTo>
                    <a:cubicBezTo>
                      <a:pt x="67" y="51"/>
                      <a:pt x="74" y="43"/>
                      <a:pt x="74" y="35"/>
                    </a:cubicBezTo>
                    <a:cubicBezTo>
                      <a:pt x="74" y="16"/>
                      <a:pt x="74" y="16"/>
                      <a:pt x="74" y="16"/>
                    </a:cubicBezTo>
                    <a:cubicBezTo>
                      <a:pt x="74" y="7"/>
                      <a:pt x="67"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9" name="Freeform 17">
                <a:extLst>
                  <a:ext uri="{FF2B5EF4-FFF2-40B4-BE49-F238E27FC236}">
                    <a16:creationId xmlns:a16="http://schemas.microsoft.com/office/drawing/2014/main" id="{9B01B60B-B2FF-4665-8ED7-490257C21EAE}"/>
                  </a:ext>
                </a:extLst>
              </p:cNvPr>
              <p:cNvSpPr>
                <a:spLocks noEditPoints="1"/>
              </p:cNvSpPr>
              <p:nvPr/>
            </p:nvSpPr>
            <p:spPr bwMode="auto">
              <a:xfrm>
                <a:off x="1311958" y="4064167"/>
                <a:ext cx="19003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0" name="Freeform 18">
                <a:extLst>
                  <a:ext uri="{FF2B5EF4-FFF2-40B4-BE49-F238E27FC236}">
                    <a16:creationId xmlns:a16="http://schemas.microsoft.com/office/drawing/2014/main" id="{19109C17-AF6D-4476-A672-55EC71EF9A0D}"/>
                  </a:ext>
                </a:extLst>
              </p:cNvPr>
              <p:cNvSpPr>
                <a:spLocks noEditPoints="1"/>
              </p:cNvSpPr>
              <p:nvPr/>
            </p:nvSpPr>
            <p:spPr bwMode="auto">
              <a:xfrm>
                <a:off x="1311958" y="4151132"/>
                <a:ext cx="27700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1" name="Freeform 19">
                <a:extLst>
                  <a:ext uri="{FF2B5EF4-FFF2-40B4-BE49-F238E27FC236}">
                    <a16:creationId xmlns:a16="http://schemas.microsoft.com/office/drawing/2014/main" id="{81AC942F-911A-4CB3-9629-21F5E1B5FBC6}"/>
                  </a:ext>
                </a:extLst>
              </p:cNvPr>
              <p:cNvSpPr>
                <a:spLocks noEditPoints="1"/>
              </p:cNvSpPr>
              <p:nvPr/>
            </p:nvSpPr>
            <p:spPr bwMode="auto">
              <a:xfrm>
                <a:off x="1311958" y="3820986"/>
                <a:ext cx="19003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2" name="Freeform 20">
                <a:extLst>
                  <a:ext uri="{FF2B5EF4-FFF2-40B4-BE49-F238E27FC236}">
                    <a16:creationId xmlns:a16="http://schemas.microsoft.com/office/drawing/2014/main" id="{D9F382EA-F4E2-4501-BC82-C78D2C810BC9}"/>
                  </a:ext>
                </a:extLst>
              </p:cNvPr>
              <p:cNvSpPr>
                <a:spLocks noEditPoints="1"/>
              </p:cNvSpPr>
              <p:nvPr/>
            </p:nvSpPr>
            <p:spPr bwMode="auto">
              <a:xfrm>
                <a:off x="1907830" y="4064167"/>
                <a:ext cx="19164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3" name="Freeform 21">
                <a:extLst>
                  <a:ext uri="{FF2B5EF4-FFF2-40B4-BE49-F238E27FC236}">
                    <a16:creationId xmlns:a16="http://schemas.microsoft.com/office/drawing/2014/main" id="{F1ECB0E6-4452-4C42-BAAB-DC3E74C35AE2}"/>
                  </a:ext>
                </a:extLst>
              </p:cNvPr>
              <p:cNvSpPr>
                <a:spLocks noEditPoints="1"/>
              </p:cNvSpPr>
              <p:nvPr/>
            </p:nvSpPr>
            <p:spPr bwMode="auto">
              <a:xfrm>
                <a:off x="1820865" y="4151132"/>
                <a:ext cx="27861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4" name="Freeform 22">
                <a:extLst>
                  <a:ext uri="{FF2B5EF4-FFF2-40B4-BE49-F238E27FC236}">
                    <a16:creationId xmlns:a16="http://schemas.microsoft.com/office/drawing/2014/main" id="{4BAED771-D18E-4AB8-90C4-545B70E84253}"/>
                  </a:ext>
                </a:extLst>
              </p:cNvPr>
              <p:cNvSpPr>
                <a:spLocks noEditPoints="1"/>
              </p:cNvSpPr>
              <p:nvPr/>
            </p:nvSpPr>
            <p:spPr bwMode="auto">
              <a:xfrm>
                <a:off x="1907830" y="3820986"/>
                <a:ext cx="19164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5" name="Freeform 23">
                <a:extLst>
                  <a:ext uri="{FF2B5EF4-FFF2-40B4-BE49-F238E27FC236}">
                    <a16:creationId xmlns:a16="http://schemas.microsoft.com/office/drawing/2014/main" id="{9015FA6A-8E42-44EB-BD0B-B4F3C8124FCA}"/>
                  </a:ext>
                </a:extLst>
              </p:cNvPr>
              <p:cNvSpPr>
                <a:spLocks noEditPoints="1"/>
              </p:cNvSpPr>
              <p:nvPr/>
            </p:nvSpPr>
            <p:spPr bwMode="auto">
              <a:xfrm>
                <a:off x="1661428" y="3405486"/>
                <a:ext cx="600703" cy="594262"/>
              </a:xfrm>
              <a:custGeom>
                <a:avLst/>
                <a:gdLst>
                  <a:gd name="T0" fmla="*/ 105 w 158"/>
                  <a:gd name="T1" fmla="*/ 16 h 156"/>
                  <a:gd name="T2" fmla="*/ 140 w 158"/>
                  <a:gd name="T3" fmla="*/ 56 h 156"/>
                  <a:gd name="T4" fmla="*/ 56 w 158"/>
                  <a:gd name="T5" fmla="*/ 140 h 156"/>
                  <a:gd name="T6" fmla="*/ 17 w 158"/>
                  <a:gd name="T7" fmla="*/ 99 h 156"/>
                  <a:gd name="T8" fmla="*/ 105 w 158"/>
                  <a:gd name="T9" fmla="*/ 16 h 156"/>
                  <a:gd name="T10" fmla="*/ 105 w 158"/>
                  <a:gd name="T11" fmla="*/ 0 h 156"/>
                  <a:gd name="T12" fmla="*/ 94 w 158"/>
                  <a:gd name="T13" fmla="*/ 5 h 156"/>
                  <a:gd name="T14" fmla="*/ 6 w 158"/>
                  <a:gd name="T15" fmla="*/ 87 h 156"/>
                  <a:gd name="T16" fmla="*/ 5 w 158"/>
                  <a:gd name="T17" fmla="*/ 109 h 156"/>
                  <a:gd name="T18" fmla="*/ 44 w 158"/>
                  <a:gd name="T19" fmla="*/ 151 h 156"/>
                  <a:gd name="T20" fmla="*/ 55 w 158"/>
                  <a:gd name="T21" fmla="*/ 156 h 156"/>
                  <a:gd name="T22" fmla="*/ 56 w 158"/>
                  <a:gd name="T23" fmla="*/ 156 h 156"/>
                  <a:gd name="T24" fmla="*/ 67 w 158"/>
                  <a:gd name="T25" fmla="*/ 152 h 156"/>
                  <a:gd name="T26" fmla="*/ 151 w 158"/>
                  <a:gd name="T27" fmla="*/ 67 h 156"/>
                  <a:gd name="T28" fmla="*/ 152 w 158"/>
                  <a:gd name="T29" fmla="*/ 45 h 156"/>
                  <a:gd name="T30" fmla="*/ 117 w 158"/>
                  <a:gd name="T31" fmla="*/ 6 h 156"/>
                  <a:gd name="T32" fmla="*/ 105 w 158"/>
                  <a:gd name="T33" fmla="*/ 0 h 156"/>
                  <a:gd name="T34" fmla="*/ 105 w 158"/>
                  <a:gd name="T3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 h="156">
                    <a:moveTo>
                      <a:pt x="105" y="16"/>
                    </a:moveTo>
                    <a:cubicBezTo>
                      <a:pt x="140" y="56"/>
                      <a:pt x="140" y="56"/>
                      <a:pt x="140" y="56"/>
                    </a:cubicBezTo>
                    <a:cubicBezTo>
                      <a:pt x="56" y="140"/>
                      <a:pt x="56" y="140"/>
                      <a:pt x="56" y="140"/>
                    </a:cubicBezTo>
                    <a:cubicBezTo>
                      <a:pt x="17" y="99"/>
                      <a:pt x="17" y="99"/>
                      <a:pt x="17" y="99"/>
                    </a:cubicBezTo>
                    <a:cubicBezTo>
                      <a:pt x="105" y="16"/>
                      <a:pt x="105" y="16"/>
                      <a:pt x="105" y="16"/>
                    </a:cubicBezTo>
                    <a:moveTo>
                      <a:pt x="105" y="0"/>
                    </a:moveTo>
                    <a:cubicBezTo>
                      <a:pt x="101" y="0"/>
                      <a:pt x="97" y="2"/>
                      <a:pt x="94" y="5"/>
                    </a:cubicBezTo>
                    <a:cubicBezTo>
                      <a:pt x="6" y="87"/>
                      <a:pt x="6" y="87"/>
                      <a:pt x="6" y="87"/>
                    </a:cubicBezTo>
                    <a:cubicBezTo>
                      <a:pt x="0" y="93"/>
                      <a:pt x="0" y="103"/>
                      <a:pt x="5" y="109"/>
                    </a:cubicBezTo>
                    <a:cubicBezTo>
                      <a:pt x="44" y="151"/>
                      <a:pt x="44" y="151"/>
                      <a:pt x="44" y="151"/>
                    </a:cubicBezTo>
                    <a:cubicBezTo>
                      <a:pt x="47" y="154"/>
                      <a:pt x="51" y="156"/>
                      <a:pt x="55" y="156"/>
                    </a:cubicBezTo>
                    <a:cubicBezTo>
                      <a:pt x="55" y="156"/>
                      <a:pt x="56" y="156"/>
                      <a:pt x="56" y="156"/>
                    </a:cubicBezTo>
                    <a:cubicBezTo>
                      <a:pt x="60" y="156"/>
                      <a:pt x="64" y="155"/>
                      <a:pt x="67" y="152"/>
                    </a:cubicBezTo>
                    <a:cubicBezTo>
                      <a:pt x="151" y="67"/>
                      <a:pt x="151" y="67"/>
                      <a:pt x="151" y="67"/>
                    </a:cubicBezTo>
                    <a:cubicBezTo>
                      <a:pt x="157" y="61"/>
                      <a:pt x="158" y="52"/>
                      <a:pt x="152" y="45"/>
                    </a:cubicBezTo>
                    <a:cubicBezTo>
                      <a:pt x="117" y="6"/>
                      <a:pt x="117" y="6"/>
                      <a:pt x="117" y="6"/>
                    </a:cubicBezTo>
                    <a:cubicBezTo>
                      <a:pt x="114" y="3"/>
                      <a:pt x="110" y="1"/>
                      <a:pt x="105" y="0"/>
                    </a:cubicBezTo>
                    <a:cubicBezTo>
                      <a:pt x="105" y="0"/>
                      <a:pt x="105" y="0"/>
                      <a:pt x="105"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6" name="Freeform 24">
                <a:extLst>
                  <a:ext uri="{FF2B5EF4-FFF2-40B4-BE49-F238E27FC236}">
                    <a16:creationId xmlns:a16="http://schemas.microsoft.com/office/drawing/2014/main" id="{67CF42F9-44A5-43B1-8433-A9E6B4A6ADC5}"/>
                  </a:ext>
                </a:extLst>
              </p:cNvPr>
              <p:cNvSpPr>
                <a:spLocks noEditPoints="1"/>
              </p:cNvSpPr>
              <p:nvPr/>
            </p:nvSpPr>
            <p:spPr bwMode="auto">
              <a:xfrm>
                <a:off x="1555138" y="3790388"/>
                <a:ext cx="318872" cy="293105"/>
              </a:xfrm>
              <a:custGeom>
                <a:avLst/>
                <a:gdLst>
                  <a:gd name="T0" fmla="*/ 32 w 84"/>
                  <a:gd name="T1" fmla="*/ 16 h 77"/>
                  <a:gd name="T2" fmla="*/ 67 w 84"/>
                  <a:gd name="T3" fmla="*/ 50 h 77"/>
                  <a:gd name="T4" fmla="*/ 17 w 84"/>
                  <a:gd name="T5" fmla="*/ 61 h 77"/>
                  <a:gd name="T6" fmla="*/ 32 w 84"/>
                  <a:gd name="T7" fmla="*/ 16 h 77"/>
                  <a:gd name="T8" fmla="*/ 32 w 84"/>
                  <a:gd name="T9" fmla="*/ 0 h 77"/>
                  <a:gd name="T10" fmla="*/ 28 w 84"/>
                  <a:gd name="T11" fmla="*/ 1 h 77"/>
                  <a:gd name="T12" fmla="*/ 17 w 84"/>
                  <a:gd name="T13" fmla="*/ 11 h 77"/>
                  <a:gd name="T14" fmla="*/ 2 w 84"/>
                  <a:gd name="T15" fmla="*/ 56 h 77"/>
                  <a:gd name="T16" fmla="*/ 5 w 84"/>
                  <a:gd name="T17" fmla="*/ 72 h 77"/>
                  <a:gd name="T18" fmla="*/ 17 w 84"/>
                  <a:gd name="T19" fmla="*/ 77 h 77"/>
                  <a:gd name="T20" fmla="*/ 20 w 84"/>
                  <a:gd name="T21" fmla="*/ 76 h 77"/>
                  <a:gd name="T22" fmla="*/ 71 w 84"/>
                  <a:gd name="T23" fmla="*/ 65 h 77"/>
                  <a:gd name="T24" fmla="*/ 83 w 84"/>
                  <a:gd name="T25" fmla="*/ 54 h 77"/>
                  <a:gd name="T26" fmla="*/ 78 w 84"/>
                  <a:gd name="T27" fmla="*/ 38 h 77"/>
                  <a:gd name="T28" fmla="*/ 43 w 84"/>
                  <a:gd name="T29" fmla="*/ 5 h 77"/>
                  <a:gd name="T30" fmla="*/ 32 w 84"/>
                  <a:gd name="T3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77">
                    <a:moveTo>
                      <a:pt x="32" y="16"/>
                    </a:moveTo>
                    <a:cubicBezTo>
                      <a:pt x="67" y="50"/>
                      <a:pt x="67" y="50"/>
                      <a:pt x="67" y="50"/>
                    </a:cubicBezTo>
                    <a:cubicBezTo>
                      <a:pt x="17" y="61"/>
                      <a:pt x="17" y="61"/>
                      <a:pt x="17" y="61"/>
                    </a:cubicBezTo>
                    <a:cubicBezTo>
                      <a:pt x="32" y="16"/>
                      <a:pt x="32" y="16"/>
                      <a:pt x="32" y="16"/>
                    </a:cubicBezTo>
                    <a:moveTo>
                      <a:pt x="32" y="0"/>
                    </a:moveTo>
                    <a:cubicBezTo>
                      <a:pt x="31" y="0"/>
                      <a:pt x="29" y="0"/>
                      <a:pt x="28" y="1"/>
                    </a:cubicBezTo>
                    <a:cubicBezTo>
                      <a:pt x="23" y="2"/>
                      <a:pt x="18" y="6"/>
                      <a:pt x="17" y="11"/>
                    </a:cubicBezTo>
                    <a:cubicBezTo>
                      <a:pt x="2" y="56"/>
                      <a:pt x="2" y="56"/>
                      <a:pt x="2" y="56"/>
                    </a:cubicBezTo>
                    <a:cubicBezTo>
                      <a:pt x="0" y="61"/>
                      <a:pt x="1" y="67"/>
                      <a:pt x="5" y="72"/>
                    </a:cubicBezTo>
                    <a:cubicBezTo>
                      <a:pt x="8" y="75"/>
                      <a:pt x="12" y="77"/>
                      <a:pt x="17" y="77"/>
                    </a:cubicBezTo>
                    <a:cubicBezTo>
                      <a:pt x="18" y="77"/>
                      <a:pt x="19" y="77"/>
                      <a:pt x="20" y="76"/>
                    </a:cubicBezTo>
                    <a:cubicBezTo>
                      <a:pt x="71" y="65"/>
                      <a:pt x="71" y="65"/>
                      <a:pt x="71" y="65"/>
                    </a:cubicBezTo>
                    <a:cubicBezTo>
                      <a:pt x="77" y="64"/>
                      <a:pt x="81" y="59"/>
                      <a:pt x="83" y="54"/>
                    </a:cubicBezTo>
                    <a:cubicBezTo>
                      <a:pt x="84" y="48"/>
                      <a:pt x="83" y="42"/>
                      <a:pt x="78" y="38"/>
                    </a:cubicBezTo>
                    <a:cubicBezTo>
                      <a:pt x="43" y="5"/>
                      <a:pt x="43" y="5"/>
                      <a:pt x="43" y="5"/>
                    </a:cubicBezTo>
                    <a:cubicBezTo>
                      <a:pt x="40" y="2"/>
                      <a:pt x="36" y="0"/>
                      <a:pt x="32"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7" name="Freeform 25">
                <a:extLst>
                  <a:ext uri="{FF2B5EF4-FFF2-40B4-BE49-F238E27FC236}">
                    <a16:creationId xmlns:a16="http://schemas.microsoft.com/office/drawing/2014/main" id="{024383A2-15A9-46AB-9836-B440A160DEB9}"/>
                  </a:ext>
                </a:extLst>
              </p:cNvPr>
              <p:cNvSpPr>
                <a:spLocks/>
              </p:cNvSpPr>
              <p:nvPr/>
            </p:nvSpPr>
            <p:spPr bwMode="auto">
              <a:xfrm>
                <a:off x="1371545" y="3642225"/>
                <a:ext cx="69249" cy="148163"/>
              </a:xfrm>
              <a:custGeom>
                <a:avLst/>
                <a:gdLst>
                  <a:gd name="T0" fmla="*/ 0 w 43"/>
                  <a:gd name="T1" fmla="*/ 0 h 92"/>
                  <a:gd name="T2" fmla="*/ 43 w 43"/>
                  <a:gd name="T3" fmla="*/ 0 h 92"/>
                  <a:gd name="T4" fmla="*/ 43 w 43"/>
                  <a:gd name="T5" fmla="*/ 92 h 92"/>
                  <a:gd name="T6" fmla="*/ 0 w 43"/>
                  <a:gd name="T7" fmla="*/ 92 h 92"/>
                  <a:gd name="T8" fmla="*/ 0 w 43"/>
                  <a:gd name="T9" fmla="*/ 0 h 92"/>
                  <a:gd name="T10" fmla="*/ 0 w 43"/>
                  <a:gd name="T11" fmla="*/ 0 h 92"/>
                </a:gdLst>
                <a:ahLst/>
                <a:cxnLst>
                  <a:cxn ang="0">
                    <a:pos x="T0" y="T1"/>
                  </a:cxn>
                  <a:cxn ang="0">
                    <a:pos x="T2" y="T3"/>
                  </a:cxn>
                  <a:cxn ang="0">
                    <a:pos x="T4" y="T5"/>
                  </a:cxn>
                  <a:cxn ang="0">
                    <a:pos x="T6" y="T7"/>
                  </a:cxn>
                  <a:cxn ang="0">
                    <a:pos x="T8" y="T9"/>
                  </a:cxn>
                  <a:cxn ang="0">
                    <a:pos x="T10" y="T11"/>
                  </a:cxn>
                </a:cxnLst>
                <a:rect l="0" t="0" r="r" b="b"/>
                <a:pathLst>
                  <a:path w="43" h="92">
                    <a:moveTo>
                      <a:pt x="0" y="0"/>
                    </a:moveTo>
                    <a:lnTo>
                      <a:pt x="43" y="0"/>
                    </a:lnTo>
                    <a:lnTo>
                      <a:pt x="43" y="92"/>
                    </a:lnTo>
                    <a:lnTo>
                      <a:pt x="0" y="92"/>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8" name="Freeform 26">
                <a:extLst>
                  <a:ext uri="{FF2B5EF4-FFF2-40B4-BE49-F238E27FC236}">
                    <a16:creationId xmlns:a16="http://schemas.microsoft.com/office/drawing/2014/main" id="{CBBC424F-E267-4294-AC7B-C2A365F10E51}"/>
                  </a:ext>
                </a:extLst>
              </p:cNvPr>
              <p:cNvSpPr>
                <a:spLocks/>
              </p:cNvSpPr>
              <p:nvPr/>
            </p:nvSpPr>
            <p:spPr bwMode="auto">
              <a:xfrm>
                <a:off x="1371545" y="3642225"/>
                <a:ext cx="156215" cy="59588"/>
              </a:xfrm>
              <a:custGeom>
                <a:avLst/>
                <a:gdLst>
                  <a:gd name="T0" fmla="*/ 0 w 97"/>
                  <a:gd name="T1" fmla="*/ 0 h 37"/>
                  <a:gd name="T2" fmla="*/ 97 w 97"/>
                  <a:gd name="T3" fmla="*/ 0 h 37"/>
                  <a:gd name="T4" fmla="*/ 97 w 97"/>
                  <a:gd name="T5" fmla="*/ 37 h 37"/>
                  <a:gd name="T6" fmla="*/ 0 w 97"/>
                  <a:gd name="T7" fmla="*/ 37 h 37"/>
                  <a:gd name="T8" fmla="*/ 0 w 97"/>
                  <a:gd name="T9" fmla="*/ 0 h 37"/>
                  <a:gd name="T10" fmla="*/ 0 w 97"/>
                  <a:gd name="T11" fmla="*/ 0 h 37"/>
                </a:gdLst>
                <a:ahLst/>
                <a:cxnLst>
                  <a:cxn ang="0">
                    <a:pos x="T0" y="T1"/>
                  </a:cxn>
                  <a:cxn ang="0">
                    <a:pos x="T2" y="T3"/>
                  </a:cxn>
                  <a:cxn ang="0">
                    <a:pos x="T4" y="T5"/>
                  </a:cxn>
                  <a:cxn ang="0">
                    <a:pos x="T6" y="T7"/>
                  </a:cxn>
                  <a:cxn ang="0">
                    <a:pos x="T8" y="T9"/>
                  </a:cxn>
                  <a:cxn ang="0">
                    <a:pos x="T10" y="T11"/>
                  </a:cxn>
                </a:cxnLst>
                <a:rect l="0" t="0" r="r" b="b"/>
                <a:pathLst>
                  <a:path w="97" h="37">
                    <a:moveTo>
                      <a:pt x="0" y="0"/>
                    </a:moveTo>
                    <a:lnTo>
                      <a:pt x="97" y="0"/>
                    </a:lnTo>
                    <a:lnTo>
                      <a:pt x="97" y="37"/>
                    </a:lnTo>
                    <a:lnTo>
                      <a:pt x="0" y="37"/>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9" name="Freeform 27">
                <a:extLst>
                  <a:ext uri="{FF2B5EF4-FFF2-40B4-BE49-F238E27FC236}">
                    <a16:creationId xmlns:a16="http://schemas.microsoft.com/office/drawing/2014/main" id="{E10F5550-7A5C-4D04-AF81-314FA07D9743}"/>
                  </a:ext>
                </a:extLst>
              </p:cNvPr>
              <p:cNvSpPr>
                <a:spLocks/>
              </p:cNvSpPr>
              <p:nvPr/>
            </p:nvSpPr>
            <p:spPr bwMode="auto">
              <a:xfrm>
                <a:off x="1622777" y="3642225"/>
                <a:ext cx="161046" cy="59588"/>
              </a:xfrm>
              <a:custGeom>
                <a:avLst/>
                <a:gdLst>
                  <a:gd name="T0" fmla="*/ 0 w 100"/>
                  <a:gd name="T1" fmla="*/ 37 h 37"/>
                  <a:gd name="T2" fmla="*/ 0 w 100"/>
                  <a:gd name="T3" fmla="*/ 0 h 37"/>
                  <a:gd name="T4" fmla="*/ 100 w 100"/>
                  <a:gd name="T5" fmla="*/ 0 h 37"/>
                  <a:gd name="T6" fmla="*/ 64 w 100"/>
                  <a:gd name="T7" fmla="*/ 37 h 37"/>
                  <a:gd name="T8" fmla="*/ 0 w 100"/>
                  <a:gd name="T9" fmla="*/ 37 h 37"/>
                  <a:gd name="T10" fmla="*/ 0 w 100"/>
                  <a:gd name="T11" fmla="*/ 37 h 37"/>
                  <a:gd name="T12" fmla="*/ 0 w 100"/>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100" h="37">
                    <a:moveTo>
                      <a:pt x="0" y="37"/>
                    </a:moveTo>
                    <a:lnTo>
                      <a:pt x="0" y="0"/>
                    </a:lnTo>
                    <a:lnTo>
                      <a:pt x="100" y="0"/>
                    </a:lnTo>
                    <a:lnTo>
                      <a:pt x="64" y="37"/>
                    </a:lnTo>
                    <a:lnTo>
                      <a:pt x="0" y="37"/>
                    </a:lnTo>
                    <a:lnTo>
                      <a:pt x="0" y="37"/>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0" name="Freeform 28">
                <a:extLst>
                  <a:ext uri="{FF2B5EF4-FFF2-40B4-BE49-F238E27FC236}">
                    <a16:creationId xmlns:a16="http://schemas.microsoft.com/office/drawing/2014/main" id="{C84E9659-ABE6-4728-B9E2-CF1DABABE7FE}"/>
                  </a:ext>
                </a:extLst>
              </p:cNvPr>
              <p:cNvSpPr>
                <a:spLocks/>
              </p:cNvSpPr>
              <p:nvPr/>
            </p:nvSpPr>
            <p:spPr bwMode="auto">
              <a:xfrm>
                <a:off x="1622777" y="4212330"/>
                <a:ext cx="161046" cy="72471"/>
              </a:xfrm>
              <a:custGeom>
                <a:avLst/>
                <a:gdLst>
                  <a:gd name="T0" fmla="*/ 0 w 100"/>
                  <a:gd name="T1" fmla="*/ 0 h 45"/>
                  <a:gd name="T2" fmla="*/ 100 w 100"/>
                  <a:gd name="T3" fmla="*/ 0 h 45"/>
                  <a:gd name="T4" fmla="*/ 100 w 100"/>
                  <a:gd name="T5" fmla="*/ 45 h 45"/>
                  <a:gd name="T6" fmla="*/ 0 w 100"/>
                  <a:gd name="T7" fmla="*/ 45 h 45"/>
                  <a:gd name="T8" fmla="*/ 0 w 100"/>
                  <a:gd name="T9" fmla="*/ 0 h 45"/>
                  <a:gd name="T10" fmla="*/ 0 w 100"/>
                  <a:gd name="T11" fmla="*/ 0 h 45"/>
                </a:gdLst>
                <a:ahLst/>
                <a:cxnLst>
                  <a:cxn ang="0">
                    <a:pos x="T0" y="T1"/>
                  </a:cxn>
                  <a:cxn ang="0">
                    <a:pos x="T2" y="T3"/>
                  </a:cxn>
                  <a:cxn ang="0">
                    <a:pos x="T4" y="T5"/>
                  </a:cxn>
                  <a:cxn ang="0">
                    <a:pos x="T6" y="T7"/>
                  </a:cxn>
                  <a:cxn ang="0">
                    <a:pos x="T8" y="T9"/>
                  </a:cxn>
                  <a:cxn ang="0">
                    <a:pos x="T10" y="T11"/>
                  </a:cxn>
                </a:cxnLst>
                <a:rect l="0" t="0" r="r" b="b"/>
                <a:pathLst>
                  <a:path w="100" h="45">
                    <a:moveTo>
                      <a:pt x="0" y="0"/>
                    </a:moveTo>
                    <a:lnTo>
                      <a:pt x="100" y="0"/>
                    </a:lnTo>
                    <a:lnTo>
                      <a:pt x="100"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1" name="Freeform 29">
                <a:extLst>
                  <a:ext uri="{FF2B5EF4-FFF2-40B4-BE49-F238E27FC236}">
                    <a16:creationId xmlns:a16="http://schemas.microsoft.com/office/drawing/2014/main" id="{916FD9E1-4B27-47DC-BD7B-069CB432303C}"/>
                  </a:ext>
                </a:extLst>
              </p:cNvPr>
              <p:cNvSpPr>
                <a:spLocks/>
              </p:cNvSpPr>
              <p:nvPr/>
            </p:nvSpPr>
            <p:spPr bwMode="auto">
              <a:xfrm>
                <a:off x="1371545"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2" name="Freeform 30">
                <a:extLst>
                  <a:ext uri="{FF2B5EF4-FFF2-40B4-BE49-F238E27FC236}">
                    <a16:creationId xmlns:a16="http://schemas.microsoft.com/office/drawing/2014/main" id="{B4BE53A6-C202-4DAE-812F-04AC26C7D3EF}"/>
                  </a:ext>
                </a:extLst>
              </p:cNvPr>
              <p:cNvSpPr>
                <a:spLocks/>
              </p:cNvSpPr>
              <p:nvPr/>
            </p:nvSpPr>
            <p:spPr bwMode="auto">
              <a:xfrm>
                <a:off x="1371545"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3" name="Freeform 31">
                <a:extLst>
                  <a:ext uri="{FF2B5EF4-FFF2-40B4-BE49-F238E27FC236}">
                    <a16:creationId xmlns:a16="http://schemas.microsoft.com/office/drawing/2014/main" id="{F246C574-3DC7-4E89-8F0D-9001EDC8B76B}"/>
                  </a:ext>
                </a:extLst>
              </p:cNvPr>
              <p:cNvSpPr>
                <a:spLocks/>
              </p:cNvSpPr>
              <p:nvPr/>
            </p:nvSpPr>
            <p:spPr bwMode="auto">
              <a:xfrm>
                <a:off x="1371545"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4" name="Freeform 32">
                <a:extLst>
                  <a:ext uri="{FF2B5EF4-FFF2-40B4-BE49-F238E27FC236}">
                    <a16:creationId xmlns:a16="http://schemas.microsoft.com/office/drawing/2014/main" id="{BB0DA318-2CD7-4778-97E0-E0DF3F1EDECE}"/>
                  </a:ext>
                </a:extLst>
              </p:cNvPr>
              <p:cNvSpPr>
                <a:spLocks/>
              </p:cNvSpPr>
              <p:nvPr/>
            </p:nvSpPr>
            <p:spPr bwMode="auto">
              <a:xfrm>
                <a:off x="1969027"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5" name="Freeform 33">
                <a:extLst>
                  <a:ext uri="{FF2B5EF4-FFF2-40B4-BE49-F238E27FC236}">
                    <a16:creationId xmlns:a16="http://schemas.microsoft.com/office/drawing/2014/main" id="{A1AF9A78-9612-4282-8B72-B07DA777B19E}"/>
                  </a:ext>
                </a:extLst>
              </p:cNvPr>
              <p:cNvSpPr>
                <a:spLocks/>
              </p:cNvSpPr>
              <p:nvPr/>
            </p:nvSpPr>
            <p:spPr bwMode="auto">
              <a:xfrm>
                <a:off x="1882062"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6" name="Freeform 34">
                <a:extLst>
                  <a:ext uri="{FF2B5EF4-FFF2-40B4-BE49-F238E27FC236}">
                    <a16:creationId xmlns:a16="http://schemas.microsoft.com/office/drawing/2014/main" id="{5942A584-5791-42D4-BE98-AA5043743485}"/>
                  </a:ext>
                </a:extLst>
              </p:cNvPr>
              <p:cNvSpPr>
                <a:spLocks/>
              </p:cNvSpPr>
              <p:nvPr/>
            </p:nvSpPr>
            <p:spPr bwMode="auto">
              <a:xfrm>
                <a:off x="1969027"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7" name="Freeform 35">
                <a:extLst>
                  <a:ext uri="{FF2B5EF4-FFF2-40B4-BE49-F238E27FC236}">
                    <a16:creationId xmlns:a16="http://schemas.microsoft.com/office/drawing/2014/main" id="{6FEBF141-B9BB-46D8-8EAC-1E8BE7F3F09B}"/>
                  </a:ext>
                </a:extLst>
              </p:cNvPr>
              <p:cNvSpPr>
                <a:spLocks/>
              </p:cNvSpPr>
              <p:nvPr/>
            </p:nvSpPr>
            <p:spPr bwMode="auto">
              <a:xfrm>
                <a:off x="1725847" y="3466684"/>
                <a:ext cx="468645" cy="471867"/>
              </a:xfrm>
              <a:custGeom>
                <a:avLst/>
                <a:gdLst>
                  <a:gd name="T0" fmla="*/ 208 w 291"/>
                  <a:gd name="T1" fmla="*/ 0 h 293"/>
                  <a:gd name="T2" fmla="*/ 0 w 291"/>
                  <a:gd name="T3" fmla="*/ 196 h 293"/>
                  <a:gd name="T4" fmla="*/ 92 w 291"/>
                  <a:gd name="T5" fmla="*/ 293 h 293"/>
                  <a:gd name="T6" fmla="*/ 291 w 291"/>
                  <a:gd name="T7" fmla="*/ 94 h 293"/>
                  <a:gd name="T8" fmla="*/ 208 w 291"/>
                  <a:gd name="T9" fmla="*/ 0 h 293"/>
                  <a:gd name="T10" fmla="*/ 208 w 291"/>
                  <a:gd name="T11" fmla="*/ 0 h 293"/>
                  <a:gd name="T12" fmla="*/ 208 w 291"/>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91" h="293">
                    <a:moveTo>
                      <a:pt x="208" y="0"/>
                    </a:moveTo>
                    <a:lnTo>
                      <a:pt x="0" y="196"/>
                    </a:lnTo>
                    <a:lnTo>
                      <a:pt x="92" y="293"/>
                    </a:lnTo>
                    <a:lnTo>
                      <a:pt x="291" y="94"/>
                    </a:lnTo>
                    <a:lnTo>
                      <a:pt x="208" y="0"/>
                    </a:lnTo>
                    <a:lnTo>
                      <a:pt x="208" y="0"/>
                    </a:lnTo>
                    <a:lnTo>
                      <a:pt x="20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8" name="Freeform 36">
                <a:extLst>
                  <a:ext uri="{FF2B5EF4-FFF2-40B4-BE49-F238E27FC236}">
                    <a16:creationId xmlns:a16="http://schemas.microsoft.com/office/drawing/2014/main" id="{8E06B4B8-B73A-41C4-BC84-349F7E2A0913}"/>
                  </a:ext>
                </a:extLst>
              </p:cNvPr>
              <p:cNvSpPr>
                <a:spLocks/>
              </p:cNvSpPr>
              <p:nvPr/>
            </p:nvSpPr>
            <p:spPr bwMode="auto">
              <a:xfrm>
                <a:off x="1619556" y="3849975"/>
                <a:ext cx="190035" cy="172320"/>
              </a:xfrm>
              <a:custGeom>
                <a:avLst/>
                <a:gdLst>
                  <a:gd name="T0" fmla="*/ 35 w 118"/>
                  <a:gd name="T1" fmla="*/ 0 h 107"/>
                  <a:gd name="T2" fmla="*/ 0 w 118"/>
                  <a:gd name="T3" fmla="*/ 107 h 107"/>
                  <a:gd name="T4" fmla="*/ 118 w 118"/>
                  <a:gd name="T5" fmla="*/ 81 h 107"/>
                  <a:gd name="T6" fmla="*/ 35 w 118"/>
                  <a:gd name="T7" fmla="*/ 0 h 107"/>
                  <a:gd name="T8" fmla="*/ 35 w 118"/>
                  <a:gd name="T9" fmla="*/ 0 h 107"/>
                  <a:gd name="T10" fmla="*/ 35 w 118"/>
                  <a:gd name="T11" fmla="*/ 0 h 107"/>
                </a:gdLst>
                <a:ahLst/>
                <a:cxnLst>
                  <a:cxn ang="0">
                    <a:pos x="T0" y="T1"/>
                  </a:cxn>
                  <a:cxn ang="0">
                    <a:pos x="T2" y="T3"/>
                  </a:cxn>
                  <a:cxn ang="0">
                    <a:pos x="T4" y="T5"/>
                  </a:cxn>
                  <a:cxn ang="0">
                    <a:pos x="T6" y="T7"/>
                  </a:cxn>
                  <a:cxn ang="0">
                    <a:pos x="T8" y="T9"/>
                  </a:cxn>
                  <a:cxn ang="0">
                    <a:pos x="T10" y="T11"/>
                  </a:cxn>
                </a:cxnLst>
                <a:rect l="0" t="0" r="r" b="b"/>
                <a:pathLst>
                  <a:path w="118" h="107">
                    <a:moveTo>
                      <a:pt x="35" y="0"/>
                    </a:moveTo>
                    <a:lnTo>
                      <a:pt x="0" y="107"/>
                    </a:lnTo>
                    <a:lnTo>
                      <a:pt x="118" y="81"/>
                    </a:lnTo>
                    <a:lnTo>
                      <a:pt x="35" y="0"/>
                    </a:lnTo>
                    <a:lnTo>
                      <a:pt x="35" y="0"/>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7C93031B-F06C-433E-87D1-6F0F3294C852}"/>
                  </a:ext>
                </a:extLst>
              </p:cNvPr>
              <p:cNvSpPr txBox="1"/>
              <p:nvPr/>
            </p:nvSpPr>
            <p:spPr>
              <a:xfrm>
                <a:off x="1291655" y="5736282"/>
                <a:ext cx="22240372" cy="2308324"/>
              </a:xfrm>
              <a:prstGeom prst="rect">
                <a:avLst/>
              </a:prstGeom>
              <a:noFill/>
            </p:spPr>
            <p:txBody>
              <a:bodyPr wrap="square">
                <a:spAutoFit/>
              </a:bodyPr>
              <a:lstStyle/>
              <a:p>
                <a:r>
                  <a:rPr lang="fr-FR" sz="4800" b="1" dirty="0" err="1">
                    <a:latin typeface="Tahoma" panose="020B0604030504040204" pitchFamily="34" charset="0"/>
                    <a:ea typeface="Tahoma" panose="020B0604030504040204" pitchFamily="34" charset="0"/>
                    <a:cs typeface="Tahoma" panose="020B0604030504040204" pitchFamily="34" charset="0"/>
                  </a:rPr>
                  <a:t>Hãy</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phát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biểu</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đảo</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của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 “</a:t>
                </a:r>
                <a:r>
                  <a:rPr lang="fr-FR" sz="4800" b="1" dirty="0" err="1">
                    <a:latin typeface="Tahoma" panose="020B0604030504040204" pitchFamily="34" charset="0"/>
                    <a:ea typeface="Tahoma" panose="020B0604030504040204" pitchFamily="34" charset="0"/>
                    <a:cs typeface="Tahoma" panose="020B0604030504040204" pitchFamily="34" charset="0"/>
                  </a:rPr>
                  <a:t>Nếu</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tam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giác</a:t>
                </a:r>
                <a:r>
                  <a:rPr lang="fr-FR" sz="4800" b="1" i="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𝑨𝑩𝑪</m:t>
                    </m:r>
                  </m:oMath>
                </a14:m>
                <a:r>
                  <a:rPr lang="fr-FR" sz="4800" b="1" dirty="0">
                    <a:latin typeface="Tahoma" panose="020B0604030504040204" pitchFamily="34" charset="0"/>
                    <a:ea typeface="Tahoma" panose="020B0604030504040204" pitchFamily="34" charset="0"/>
                    <a:cs typeface="Tahoma" panose="020B0604030504040204" pitchFamily="34" charset="0"/>
                  </a:rPr>
                  <a:t> là </a:t>
                </a:r>
                <a:r>
                  <a:rPr lang="fr-FR" sz="4800" b="1" dirty="0" err="1">
                    <a:latin typeface="Tahoma" panose="020B0604030504040204" pitchFamily="34" charset="0"/>
                    <a:ea typeface="Tahoma" panose="020B0604030504040204" pitchFamily="34" charset="0"/>
                    <a:cs typeface="Tahoma" panose="020B0604030504040204" pitchFamily="34" charset="0"/>
                  </a:rPr>
                  <a:t>tam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giác</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đều</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thì</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tam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giác</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𝑨𝑩𝑪</m:t>
                    </m:r>
                  </m:oMath>
                </a14:m>
                <a:r>
                  <a:rPr lang="fr-FR" sz="4800" b="1" i="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là </a:t>
                </a:r>
                <a:r>
                  <a:rPr lang="fr-FR" sz="4800" b="1" dirty="0" err="1">
                    <a:latin typeface="Tahoma" panose="020B0604030504040204" pitchFamily="34" charset="0"/>
                    <a:ea typeface="Tahoma" panose="020B0604030504040204" pitchFamily="34" charset="0"/>
                    <a:cs typeface="Tahoma" panose="020B0604030504040204" pitchFamily="34" charset="0"/>
                  </a:rPr>
                  <a:t>tam</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giác</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cân</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xác</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định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tính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đúng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sai</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của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đảo</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này</a:t>
                </a:r>
                <a:r>
                  <a:rPr lang="fr-FR"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79" name="TextBox 78">
                <a:extLst>
                  <a:ext uri="{FF2B5EF4-FFF2-40B4-BE49-F238E27FC236}">
                    <a16:creationId xmlns:a16="http://schemas.microsoft.com/office/drawing/2014/main" id="{7C93031B-F06C-433E-87D1-6F0F3294C852}"/>
                  </a:ext>
                </a:extLst>
              </p:cNvPr>
              <p:cNvSpPr txBox="1">
                <a:spLocks noRot="1" noChangeAspect="1" noMove="1" noResize="1" noEditPoints="1" noAdjustHandles="1" noChangeArrowheads="1" noChangeShapeType="1" noTextEdit="1"/>
              </p:cNvSpPr>
              <p:nvPr/>
            </p:nvSpPr>
            <p:spPr>
              <a:xfrm>
                <a:off x="1291655" y="5736282"/>
                <a:ext cx="22240372" cy="2308324"/>
              </a:xfrm>
              <a:prstGeom prst="rect">
                <a:avLst/>
              </a:prstGeom>
              <a:blipFill>
                <a:blip r:embed="rId4"/>
                <a:stretch>
                  <a:fillRect l="-1261" t="-6332" r="-1700" b="-12929"/>
                </a:stretch>
              </a:blipFill>
            </p:spPr>
            <p:txBody>
              <a:bodyPr/>
              <a:lstStyle/>
              <a:p>
                <a:r>
                  <a:rPr lang="en-US">
                    <a:noFill/>
                  </a:rPr>
                  <a:t> </a:t>
                </a:r>
              </a:p>
            </p:txBody>
          </p:sp>
        </mc:Fallback>
      </mc:AlternateContent>
      <p:sp>
        <p:nvSpPr>
          <p:cNvPr id="80" name="Rounded Rectangle 4">
            <a:extLst>
              <a:ext uri="{FF2B5EF4-FFF2-40B4-BE49-F238E27FC236}">
                <a16:creationId xmlns:a16="http://schemas.microsoft.com/office/drawing/2014/main" id="{60BF75B9-8E5D-4526-9D50-2E9BBC426B2C}"/>
              </a:ext>
            </a:extLst>
          </p:cNvPr>
          <p:cNvSpPr/>
          <p:nvPr/>
        </p:nvSpPr>
        <p:spPr>
          <a:xfrm>
            <a:off x="1066800" y="9215506"/>
            <a:ext cx="22310327" cy="3967094"/>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99FF99"/>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81" name="Group 80">
            <a:extLst>
              <a:ext uri="{FF2B5EF4-FFF2-40B4-BE49-F238E27FC236}">
                <a16:creationId xmlns:a16="http://schemas.microsoft.com/office/drawing/2014/main" id="{FC8842BF-BD13-47EC-A01B-D5CB2E509824}"/>
              </a:ext>
            </a:extLst>
          </p:cNvPr>
          <p:cNvGrpSpPr/>
          <p:nvPr/>
        </p:nvGrpSpPr>
        <p:grpSpPr>
          <a:xfrm>
            <a:off x="1686432" y="8877311"/>
            <a:ext cx="3600000" cy="828000"/>
            <a:chOff x="1275608" y="6322796"/>
            <a:chExt cx="3572909" cy="828631"/>
          </a:xfrm>
        </p:grpSpPr>
        <p:sp>
          <p:nvSpPr>
            <p:cNvPr id="82" name="Freeform 20">
              <a:extLst>
                <a:ext uri="{FF2B5EF4-FFF2-40B4-BE49-F238E27FC236}">
                  <a16:creationId xmlns:a16="http://schemas.microsoft.com/office/drawing/2014/main" id="{9DCB7188-C5D1-4562-B7E9-036039AD40E7}"/>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3" name="TextBox 82">
              <a:extLst>
                <a:ext uri="{FF2B5EF4-FFF2-40B4-BE49-F238E27FC236}">
                  <a16:creationId xmlns:a16="http://schemas.microsoft.com/office/drawing/2014/main" id="{3C5BC4FA-BAB5-4E66-A1A7-2C39A80EA8B6}"/>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84" name="Round Diagonal Corner Rectangle 8">
              <a:extLst>
                <a:ext uri="{FF2B5EF4-FFF2-40B4-BE49-F238E27FC236}">
                  <a16:creationId xmlns:a16="http://schemas.microsoft.com/office/drawing/2014/main" id="{DD02836A-CB9D-49AF-9B43-E2AE37577D4F}"/>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5" name="Freeform 9">
              <a:extLst>
                <a:ext uri="{FF2B5EF4-FFF2-40B4-BE49-F238E27FC236}">
                  <a16:creationId xmlns:a16="http://schemas.microsoft.com/office/drawing/2014/main" id="{F1DAE37F-C02F-41A4-AB7C-15856E498EB4}"/>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86" name="Rectangle 85">
                <a:extLst>
                  <a:ext uri="{FF2B5EF4-FFF2-40B4-BE49-F238E27FC236}">
                    <a16:creationId xmlns:a16="http://schemas.microsoft.com/office/drawing/2014/main" id="{AC37888B-97E9-42E3-82BD-29595758137A}"/>
                  </a:ext>
                </a:extLst>
              </p:cNvPr>
              <p:cNvSpPr/>
              <p:nvPr/>
            </p:nvSpPr>
            <p:spPr>
              <a:xfrm>
                <a:off x="1153028" y="9867911"/>
                <a:ext cx="22378999" cy="2308324"/>
              </a:xfrm>
              <a:prstGeom prst="rect">
                <a:avLst/>
              </a:prstGeom>
            </p:spPr>
            <p:txBody>
              <a:bodyPr wrap="square">
                <a:spAutoFit/>
              </a:bodyPr>
              <a:lstStyle/>
              <a:p>
                <a:pPr marL="685800" indent="-685800">
                  <a:buFont typeface="Wingdings" panose="05000000000000000000" pitchFamily="2" charset="2"/>
                  <a:buChar char="Ø"/>
                </a:pPr>
                <a:r>
                  <a:rPr lang="fr-FR" sz="4800" b="1">
                    <a:latin typeface="Tahoma" panose="020B0604030504040204" pitchFamily="34" charset="0"/>
                    <a:ea typeface="Tahoma" panose="020B0604030504040204" pitchFamily="34" charset="0"/>
                    <a:cs typeface="Tahoma" panose="020B0604030504040204" pitchFamily="34" charset="0"/>
                  </a:rPr>
                  <a:t>Mệnh đề đảo là : “ </a:t>
                </a:r>
                <a:r>
                  <a:rPr lang="fr-FR" sz="4800" b="1">
                    <a:solidFill>
                      <a:srgbClr val="FF0000"/>
                    </a:solidFill>
                    <a:latin typeface="Tahoma" panose="020B0604030504040204" pitchFamily="34" charset="0"/>
                    <a:ea typeface="Tahoma" panose="020B0604030504040204" pitchFamily="34" charset="0"/>
                    <a:cs typeface="Tahoma" panose="020B0604030504040204" pitchFamily="34" charset="0"/>
                  </a:rPr>
                  <a:t>Nếu</a:t>
                </a:r>
                <a:r>
                  <a:rPr lang="fr-FR" sz="4800" b="1">
                    <a:latin typeface="Tahoma" panose="020B0604030504040204" pitchFamily="34" charset="0"/>
                    <a:ea typeface="Tahoma" panose="020B0604030504040204" pitchFamily="34" charset="0"/>
                    <a:cs typeface="Tahoma" panose="020B0604030504040204" pitchFamily="34" charset="0"/>
                  </a:rPr>
                  <a:t> tam giác </a:t>
                </a:r>
                <a14:m>
                  <m:oMath xmlns:m="http://schemas.openxmlformats.org/officeDocument/2006/math">
                    <m:r>
                      <a:rPr lang="fr-FR" sz="4800" b="1" i="1">
                        <a:latin typeface="Cambria Math" panose="02040503050406030204" pitchFamily="18" charset="0"/>
                      </a:rPr>
                      <m:t>𝑨𝑩𝑪</m:t>
                    </m:r>
                  </m:oMath>
                </a14:m>
                <a:r>
                  <a:rPr lang="fr-FR" sz="4800" b="1">
                    <a:latin typeface="Tahoma" panose="020B0604030504040204" pitchFamily="34" charset="0"/>
                    <a:ea typeface="Tahoma" panose="020B0604030504040204" pitchFamily="34" charset="0"/>
                    <a:cs typeface="Tahoma" panose="020B0604030504040204" pitchFamily="34" charset="0"/>
                  </a:rPr>
                  <a:t> là tam giác cân </a:t>
                </a:r>
                <a:r>
                  <a:rPr lang="fr-FR" sz="4800" b="1">
                    <a:solidFill>
                      <a:srgbClr val="FF0000"/>
                    </a:solidFill>
                    <a:latin typeface="Tahoma" panose="020B0604030504040204" pitchFamily="34" charset="0"/>
                    <a:ea typeface="Tahoma" panose="020B0604030504040204" pitchFamily="34" charset="0"/>
                    <a:cs typeface="Tahoma" panose="020B0604030504040204" pitchFamily="34" charset="0"/>
                  </a:rPr>
                  <a:t>thì</a:t>
                </a:r>
                <a:r>
                  <a:rPr lang="fr-FR" sz="4800" b="1">
                    <a:latin typeface="Tahoma" panose="020B0604030504040204" pitchFamily="34" charset="0"/>
                    <a:ea typeface="Tahoma" panose="020B0604030504040204" pitchFamily="34" charset="0"/>
                    <a:cs typeface="Tahoma" panose="020B0604030504040204" pitchFamily="34" charset="0"/>
                  </a:rPr>
                  <a:t> tam giác </a:t>
                </a:r>
                <a14:m>
                  <m:oMath xmlns:m="http://schemas.openxmlformats.org/officeDocument/2006/math">
                    <m:r>
                      <a:rPr lang="fr-FR" sz="4800" b="1" i="1">
                        <a:latin typeface="Cambria Math" panose="02040503050406030204" pitchFamily="18" charset="0"/>
                      </a:rPr>
                      <m:t>𝑨𝑩𝑪</m:t>
                    </m:r>
                  </m:oMath>
                </a14:m>
                <a:r>
                  <a:rPr lang="fr-FR" sz="4800" b="1">
                    <a:latin typeface="Tahoma" panose="020B0604030504040204" pitchFamily="34" charset="0"/>
                    <a:ea typeface="Tahoma" panose="020B0604030504040204" pitchFamily="34" charset="0"/>
                    <a:cs typeface="Tahoma" panose="020B0604030504040204" pitchFamily="34" charset="0"/>
                  </a:rPr>
                  <a:t> là tam giác đều”.</a:t>
                </a:r>
                <a:endParaRPr lang="en-US" sz="4800" b="1">
                  <a:latin typeface="Tahoma" panose="020B0604030504040204" pitchFamily="34" charset="0"/>
                  <a:ea typeface="Tahoma" panose="020B0604030504040204" pitchFamily="34" charset="0"/>
                  <a:cs typeface="Tahoma" panose="020B0604030504040204" pitchFamily="34" charset="0"/>
                </a:endParaRPr>
              </a:p>
              <a:p>
                <a:pPr marL="685800" indent="-685800">
                  <a:buFont typeface="Wingdings" panose="05000000000000000000" pitchFamily="2" charset="2"/>
                  <a:buChar char="Ø"/>
                </a:pPr>
                <a:r>
                  <a:rPr lang="fr-FR" sz="4800" b="1">
                    <a:latin typeface="Tahoma" panose="020B0604030504040204" pitchFamily="34" charset="0"/>
                    <a:ea typeface="Tahoma" panose="020B0604030504040204" pitchFamily="34" charset="0"/>
                    <a:cs typeface="Tahoma" panose="020B0604030504040204" pitchFamily="34" charset="0"/>
                  </a:rPr>
                  <a:t>Mệnh đề đảo này là sai.</a:t>
                </a:r>
                <a:endParaRPr lang="en-US" sz="4800"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86" name="Rectangle 85">
                <a:extLst>
                  <a:ext uri="{FF2B5EF4-FFF2-40B4-BE49-F238E27FC236}">
                    <a16:creationId xmlns:a16="http://schemas.microsoft.com/office/drawing/2014/main" id="{AC37888B-97E9-42E3-82BD-29595758137A}"/>
                  </a:ext>
                </a:extLst>
              </p:cNvPr>
              <p:cNvSpPr>
                <a:spLocks noRot="1" noChangeAspect="1" noMove="1" noResize="1" noEditPoints="1" noAdjustHandles="1" noChangeArrowheads="1" noChangeShapeType="1" noTextEdit="1"/>
              </p:cNvSpPr>
              <p:nvPr/>
            </p:nvSpPr>
            <p:spPr>
              <a:xfrm>
                <a:off x="1153028" y="9867911"/>
                <a:ext cx="22378999" cy="2308324"/>
              </a:xfrm>
              <a:prstGeom prst="rect">
                <a:avLst/>
              </a:prstGeom>
              <a:blipFill>
                <a:blip r:embed="rId5"/>
                <a:stretch>
                  <a:fillRect l="-1117" t="-6349" b="-13228"/>
                </a:stretch>
              </a:blipFill>
            </p:spPr>
            <p:txBody>
              <a:bodyPr/>
              <a:lstStyle/>
              <a:p>
                <a:r>
                  <a:rPr lang="en-US">
                    <a:noFill/>
                  </a:rPr>
                  <a:t> </a:t>
                </a:r>
              </a:p>
            </p:txBody>
          </p:sp>
        </mc:Fallback>
      </mc:AlternateContent>
      <p:grpSp>
        <p:nvGrpSpPr>
          <p:cNvPr id="46" name="Group 45">
            <a:extLst>
              <a:ext uri="{FF2B5EF4-FFF2-40B4-BE49-F238E27FC236}">
                <a16:creationId xmlns:a16="http://schemas.microsoft.com/office/drawing/2014/main" id="{2D5F1879-E2C7-42CA-94F8-92FF592236D3}"/>
              </a:ext>
            </a:extLst>
          </p:cNvPr>
          <p:cNvGrpSpPr/>
          <p:nvPr/>
        </p:nvGrpSpPr>
        <p:grpSpPr>
          <a:xfrm>
            <a:off x="1055781" y="2501634"/>
            <a:ext cx="18592800" cy="830997"/>
            <a:chOff x="777875" y="1892299"/>
            <a:chExt cx="18592800" cy="830995"/>
          </a:xfrm>
        </p:grpSpPr>
        <p:sp>
          <p:nvSpPr>
            <p:cNvPr id="47" name="Rounded Rectangle 71">
              <a:extLst>
                <a:ext uri="{FF2B5EF4-FFF2-40B4-BE49-F238E27FC236}">
                  <a16:creationId xmlns:a16="http://schemas.microsoft.com/office/drawing/2014/main" id="{F0A35595-F802-4630-9930-199628F3A69D}"/>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0CE9F260-F6B5-4B60-B6CC-114DE5655D54}"/>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3.</a:t>
              </a:r>
            </a:p>
          </p:txBody>
        </p:sp>
        <p:sp>
          <p:nvSpPr>
            <p:cNvPr id="87" name="TextBox 86">
              <a:extLst>
                <a:ext uri="{FF2B5EF4-FFF2-40B4-BE49-F238E27FC236}">
                  <a16:creationId xmlns:a16="http://schemas.microsoft.com/office/drawing/2014/main" id="{73CC5716-B3FF-415B-9257-8D082F557E10}"/>
                </a:ext>
              </a:extLst>
            </p:cNvPr>
            <p:cNvSpPr txBox="1"/>
            <p:nvPr/>
          </p:nvSpPr>
          <p:spPr>
            <a:xfrm>
              <a:off x="2087561" y="1892299"/>
              <a:ext cx="17283114" cy="830995"/>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MỆNH ĐỀ KÉO THEO</a:t>
              </a:r>
              <a:r>
                <a:rPr lang="vi-VN" sz="4800" b="1" dirty="0">
                  <a:solidFill>
                    <a:srgbClr val="145F82"/>
                  </a:solidFill>
                  <a:latin typeface="Tahoma" pitchFamily="34" charset="0"/>
                  <a:ea typeface="Tahoma" pitchFamily="34" charset="0"/>
                  <a:cs typeface="Tahoma" pitchFamily="34" charset="0"/>
                </a:rPr>
                <a:t>,</a:t>
              </a:r>
              <a:r>
                <a:rPr lang="en-US" sz="4800" b="1" dirty="0">
                  <a:solidFill>
                    <a:srgbClr val="145F82"/>
                  </a:solidFill>
                  <a:latin typeface="Tahoma" pitchFamily="34" charset="0"/>
                  <a:ea typeface="Tahoma" pitchFamily="34" charset="0"/>
                  <a:cs typeface="Tahoma" pitchFamily="34" charset="0"/>
                </a:rPr>
                <a:t> MỆNH ĐỀ ĐẢO.</a:t>
              </a:r>
            </a:p>
          </p:txBody>
        </p:sp>
      </p:grpSp>
      <p:grpSp>
        <p:nvGrpSpPr>
          <p:cNvPr id="89" name="Group 88">
            <a:extLst>
              <a:ext uri="{FF2B5EF4-FFF2-40B4-BE49-F238E27FC236}">
                <a16:creationId xmlns:a16="http://schemas.microsoft.com/office/drawing/2014/main" id="{B781ABD9-381E-49CB-AA78-B3B6EB3F0FB1}"/>
              </a:ext>
            </a:extLst>
          </p:cNvPr>
          <p:cNvGrpSpPr/>
          <p:nvPr/>
        </p:nvGrpSpPr>
        <p:grpSpPr>
          <a:xfrm>
            <a:off x="2193087" y="3429000"/>
            <a:ext cx="10837113" cy="852016"/>
            <a:chOff x="895143" y="2795826"/>
            <a:chExt cx="10417389" cy="852016"/>
          </a:xfrm>
        </p:grpSpPr>
        <p:sp>
          <p:nvSpPr>
            <p:cNvPr id="90" name="TextBox 89">
              <a:extLst>
                <a:ext uri="{FF2B5EF4-FFF2-40B4-BE49-F238E27FC236}">
                  <a16:creationId xmlns:a16="http://schemas.microsoft.com/office/drawing/2014/main" id="{8F0DDE0E-1FE1-4720-B1B3-CA0A2FE692A9}"/>
                </a:ext>
              </a:extLst>
            </p:cNvPr>
            <p:cNvSpPr txBox="1"/>
            <p:nvPr/>
          </p:nvSpPr>
          <p:spPr>
            <a:xfrm>
              <a:off x="2320932" y="2816845"/>
              <a:ext cx="8991600" cy="830997"/>
            </a:xfrm>
            <a:prstGeom prst="rect">
              <a:avLst/>
            </a:prstGeom>
            <a:noFill/>
          </p:spPr>
          <p:txBody>
            <a:bodyPr wrap="square" rtlCol="0">
              <a:spAutoFit/>
            </a:bodyPr>
            <a:lstStyle/>
            <a:p>
              <a:r>
                <a:rPr lang="en-US" sz="4800" b="1" err="1">
                  <a:solidFill>
                    <a:srgbClr val="145F82"/>
                  </a:solidFill>
                  <a:latin typeface="Tahoma" pitchFamily="34" charset="0"/>
                  <a:ea typeface="Tahoma" pitchFamily="34" charset="0"/>
                  <a:cs typeface="Tahoma" pitchFamily="34" charset="0"/>
                </a:rPr>
                <a:t>Mệnh</a:t>
              </a:r>
              <a:r>
                <a:rPr lang="en-US" sz="4800" b="1">
                  <a:solidFill>
                    <a:srgbClr val="145F82"/>
                  </a:solidFill>
                  <a:latin typeface="Tahoma" pitchFamily="34" charset="0"/>
                  <a:ea typeface="Tahoma" pitchFamily="34" charset="0"/>
                  <a:cs typeface="Tahoma" pitchFamily="34" charset="0"/>
                </a:rPr>
                <a:t> đề đảo</a:t>
              </a:r>
              <a:endParaRPr lang="en-US" sz="4800" b="1" dirty="0">
                <a:solidFill>
                  <a:srgbClr val="145F82"/>
                </a:solidFill>
                <a:latin typeface="Tahoma" pitchFamily="34" charset="0"/>
                <a:ea typeface="Tahoma" pitchFamily="34" charset="0"/>
                <a:cs typeface="Tahoma" pitchFamily="34" charset="0"/>
              </a:endParaRPr>
            </a:p>
          </p:txBody>
        </p:sp>
        <p:sp>
          <p:nvSpPr>
            <p:cNvPr id="91" name="Rounded Rectangle 7">
              <a:extLst>
                <a:ext uri="{FF2B5EF4-FFF2-40B4-BE49-F238E27FC236}">
                  <a16:creationId xmlns:a16="http://schemas.microsoft.com/office/drawing/2014/main" id="{453540BB-AD80-4484-AD7B-7FF1CA70B442}"/>
                </a:ext>
              </a:extLst>
            </p:cNvPr>
            <p:cNvSpPr/>
            <p:nvPr/>
          </p:nvSpPr>
          <p:spPr>
            <a:xfrm>
              <a:off x="895143" y="2823876"/>
              <a:ext cx="895051"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a:extLst>
                <a:ext uri="{FF2B5EF4-FFF2-40B4-BE49-F238E27FC236}">
                  <a16:creationId xmlns:a16="http://schemas.microsoft.com/office/drawing/2014/main" id="{6E6F790B-41EE-4900-A105-57479C75D2FC}"/>
                </a:ext>
              </a:extLst>
            </p:cNvPr>
            <p:cNvSpPr txBox="1"/>
            <p:nvPr/>
          </p:nvSpPr>
          <p:spPr>
            <a:xfrm>
              <a:off x="919509" y="2795826"/>
              <a:ext cx="689099" cy="769441"/>
            </a:xfrm>
            <a:prstGeom prst="rect">
              <a:avLst/>
            </a:prstGeom>
            <a:noFill/>
          </p:spPr>
          <p:txBody>
            <a:bodyPr wrap="none" rtlCol="0">
              <a:spAutoFit/>
            </a:bodyPr>
            <a:lstStyle/>
            <a:p>
              <a:pPr algn="ctr"/>
              <a:r>
                <a:rPr lang="en-US" sz="4400" b="1">
                  <a:solidFill>
                    <a:schemeClr val="bg1"/>
                  </a:solidFill>
                  <a:latin typeface="Tahoma" pitchFamily="34" charset="0"/>
                  <a:ea typeface="Tahoma" pitchFamily="34" charset="0"/>
                  <a:cs typeface="Tahoma" pitchFamily="34" charset="0"/>
                </a:rPr>
                <a:t>b.</a:t>
              </a:r>
            </a:p>
          </p:txBody>
        </p:sp>
      </p:grpSp>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66284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inVertical)">
                                      <p:cBhvr>
                                        <p:cTn id="7" dur="500"/>
                                        <p:tgtEl>
                                          <p:spTgt spid="46"/>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89"/>
                                        </p:tgtEl>
                                        <p:attrNameLst>
                                          <p:attrName>style.visibility</p:attrName>
                                        </p:attrNameLst>
                                      </p:cBhvr>
                                      <p:to>
                                        <p:strVal val="visible"/>
                                      </p:to>
                                    </p:set>
                                    <p:animEffect transition="in" filter="barn(inVertical)">
                                      <p:cBhvr>
                                        <p:cTn id="11" dur="500"/>
                                        <p:tgtEl>
                                          <p:spTgt spid="8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0"/>
                                        </p:tgtEl>
                                        <p:attrNameLst>
                                          <p:attrName>style.visibility</p:attrName>
                                        </p:attrNameLst>
                                      </p:cBhvr>
                                      <p:to>
                                        <p:strVal val="visible"/>
                                      </p:to>
                                    </p:set>
                                    <p:animEffect transition="in" filter="wipe(left)">
                                      <p:cBhvr>
                                        <p:cTn id="16" dur="500"/>
                                        <p:tgtEl>
                                          <p:spTgt spid="50"/>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49"/>
                                        </p:tgtEl>
                                        <p:attrNameLst>
                                          <p:attrName>style.visibility</p:attrName>
                                        </p:attrNameLst>
                                      </p:cBhvr>
                                      <p:to>
                                        <p:strVal val="visible"/>
                                      </p:to>
                                    </p:set>
                                    <p:animEffect transition="in" filter="wipe(left)">
                                      <p:cBhvr>
                                        <p:cTn id="20" dur="500"/>
                                        <p:tgtEl>
                                          <p:spTgt spid="49"/>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79"/>
                                        </p:tgtEl>
                                        <p:attrNameLst>
                                          <p:attrName>style.visibility</p:attrName>
                                        </p:attrNameLst>
                                      </p:cBhvr>
                                      <p:to>
                                        <p:strVal val="visible"/>
                                      </p:to>
                                    </p:set>
                                    <p:animEffect transition="in" filter="wipe(left)">
                                      <p:cBhvr>
                                        <p:cTn id="24" dur="500"/>
                                        <p:tgtEl>
                                          <p:spTgt spid="79"/>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81"/>
                                        </p:tgtEl>
                                        <p:attrNameLst>
                                          <p:attrName>style.visibility</p:attrName>
                                        </p:attrNameLst>
                                      </p:cBhvr>
                                      <p:to>
                                        <p:strVal val="visible"/>
                                      </p:to>
                                    </p:set>
                                    <p:animEffect transition="in" filter="barn(inVertical)">
                                      <p:cBhvr>
                                        <p:cTn id="29" dur="500"/>
                                        <p:tgtEl>
                                          <p:spTgt spid="81"/>
                                        </p:tgtEl>
                                      </p:cBhvr>
                                    </p:animEffect>
                                  </p:childTnLst>
                                </p:cTn>
                              </p:par>
                            </p:childTnLst>
                          </p:cTn>
                        </p:par>
                        <p:par>
                          <p:cTn id="30" fill="hold">
                            <p:stCondLst>
                              <p:cond delay="500"/>
                            </p:stCondLst>
                            <p:childTnLst>
                              <p:par>
                                <p:cTn id="31" presetID="22" presetClass="entr" presetSubtype="4" fill="hold" grpId="0" nodeType="afterEffect">
                                  <p:stCondLst>
                                    <p:cond delay="0"/>
                                  </p:stCondLst>
                                  <p:childTnLst>
                                    <p:set>
                                      <p:cBhvr>
                                        <p:cTn id="32" dur="1" fill="hold">
                                          <p:stCondLst>
                                            <p:cond delay="0"/>
                                          </p:stCondLst>
                                        </p:cTn>
                                        <p:tgtEl>
                                          <p:spTgt spid="80"/>
                                        </p:tgtEl>
                                        <p:attrNameLst>
                                          <p:attrName>style.visibility</p:attrName>
                                        </p:attrNameLst>
                                      </p:cBhvr>
                                      <p:to>
                                        <p:strVal val="visible"/>
                                      </p:to>
                                    </p:set>
                                    <p:animEffect transition="in" filter="wipe(down)">
                                      <p:cBhvr>
                                        <p:cTn id="33" dur="500"/>
                                        <p:tgtEl>
                                          <p:spTgt spid="80"/>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86">
                                            <p:txEl>
                                              <p:pRg st="0" end="0"/>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8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79" grpId="0"/>
      <p:bldP spid="8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Rectangle 13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nvGrpSpPr>
          <p:cNvPr id="46" name="Group 45">
            <a:extLst>
              <a:ext uri="{FF2B5EF4-FFF2-40B4-BE49-F238E27FC236}">
                <a16:creationId xmlns:a16="http://schemas.microsoft.com/office/drawing/2014/main" id="{2D5F1879-E2C7-42CA-94F8-92FF592236D3}"/>
              </a:ext>
            </a:extLst>
          </p:cNvPr>
          <p:cNvGrpSpPr/>
          <p:nvPr/>
        </p:nvGrpSpPr>
        <p:grpSpPr>
          <a:xfrm>
            <a:off x="1055781" y="2501634"/>
            <a:ext cx="18592800" cy="830997"/>
            <a:chOff x="777875" y="1892299"/>
            <a:chExt cx="18592800" cy="830995"/>
          </a:xfrm>
        </p:grpSpPr>
        <p:sp>
          <p:nvSpPr>
            <p:cNvPr id="47" name="Rounded Rectangle 71">
              <a:extLst>
                <a:ext uri="{FF2B5EF4-FFF2-40B4-BE49-F238E27FC236}">
                  <a16:creationId xmlns:a16="http://schemas.microsoft.com/office/drawing/2014/main" id="{F0A35595-F802-4630-9930-199628F3A69D}"/>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0CE9F260-F6B5-4B60-B6CC-114DE5655D54}"/>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3.</a:t>
              </a:r>
            </a:p>
          </p:txBody>
        </p:sp>
        <p:sp>
          <p:nvSpPr>
            <p:cNvPr id="87" name="TextBox 86">
              <a:extLst>
                <a:ext uri="{FF2B5EF4-FFF2-40B4-BE49-F238E27FC236}">
                  <a16:creationId xmlns:a16="http://schemas.microsoft.com/office/drawing/2014/main" id="{73CC5716-B3FF-415B-9257-8D082F557E10}"/>
                </a:ext>
              </a:extLst>
            </p:cNvPr>
            <p:cNvSpPr txBox="1"/>
            <p:nvPr/>
          </p:nvSpPr>
          <p:spPr>
            <a:xfrm>
              <a:off x="2087561" y="1892299"/>
              <a:ext cx="17283114" cy="830995"/>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MỆNH ĐỀ KÉO THEO</a:t>
              </a:r>
              <a:r>
                <a:rPr lang="vi-VN" sz="4800" b="1" dirty="0">
                  <a:solidFill>
                    <a:srgbClr val="145F82"/>
                  </a:solidFill>
                  <a:latin typeface="Tahoma" pitchFamily="34" charset="0"/>
                  <a:ea typeface="Tahoma" pitchFamily="34" charset="0"/>
                  <a:cs typeface="Tahoma" pitchFamily="34" charset="0"/>
                </a:rPr>
                <a:t>,</a:t>
              </a:r>
              <a:r>
                <a:rPr lang="en-US" sz="4800" b="1" dirty="0">
                  <a:solidFill>
                    <a:srgbClr val="145F82"/>
                  </a:solidFill>
                  <a:latin typeface="Tahoma" pitchFamily="34" charset="0"/>
                  <a:ea typeface="Tahoma" pitchFamily="34" charset="0"/>
                  <a:cs typeface="Tahoma" pitchFamily="34" charset="0"/>
                </a:rPr>
                <a:t> MỆNH ĐỀ ĐẢO.</a:t>
              </a:r>
            </a:p>
          </p:txBody>
        </p:sp>
      </p:grpSp>
      <p:grpSp>
        <p:nvGrpSpPr>
          <p:cNvPr id="89" name="Group 88">
            <a:extLst>
              <a:ext uri="{FF2B5EF4-FFF2-40B4-BE49-F238E27FC236}">
                <a16:creationId xmlns:a16="http://schemas.microsoft.com/office/drawing/2014/main" id="{B781ABD9-381E-49CB-AA78-B3B6EB3F0FB1}"/>
              </a:ext>
            </a:extLst>
          </p:cNvPr>
          <p:cNvGrpSpPr/>
          <p:nvPr/>
        </p:nvGrpSpPr>
        <p:grpSpPr>
          <a:xfrm>
            <a:off x="2193087" y="3429000"/>
            <a:ext cx="10837113" cy="852016"/>
            <a:chOff x="895143" y="2795826"/>
            <a:chExt cx="10417389" cy="852016"/>
          </a:xfrm>
        </p:grpSpPr>
        <p:sp>
          <p:nvSpPr>
            <p:cNvPr id="90" name="TextBox 89">
              <a:extLst>
                <a:ext uri="{FF2B5EF4-FFF2-40B4-BE49-F238E27FC236}">
                  <a16:creationId xmlns:a16="http://schemas.microsoft.com/office/drawing/2014/main" id="{8F0DDE0E-1FE1-4720-B1B3-CA0A2FE692A9}"/>
                </a:ext>
              </a:extLst>
            </p:cNvPr>
            <p:cNvSpPr txBox="1"/>
            <p:nvPr/>
          </p:nvSpPr>
          <p:spPr>
            <a:xfrm>
              <a:off x="2320932" y="2816845"/>
              <a:ext cx="8991600" cy="830997"/>
            </a:xfrm>
            <a:prstGeom prst="rect">
              <a:avLst/>
            </a:prstGeom>
            <a:noFill/>
          </p:spPr>
          <p:txBody>
            <a:bodyPr wrap="square" rtlCol="0">
              <a:spAutoFit/>
            </a:bodyPr>
            <a:lstStyle/>
            <a:p>
              <a:r>
                <a:rPr lang="en-US" sz="4800" b="1" err="1">
                  <a:solidFill>
                    <a:srgbClr val="145F82"/>
                  </a:solidFill>
                  <a:latin typeface="Tahoma" pitchFamily="34" charset="0"/>
                  <a:ea typeface="Tahoma" pitchFamily="34" charset="0"/>
                  <a:cs typeface="Tahoma" pitchFamily="34" charset="0"/>
                </a:rPr>
                <a:t>Mệnh</a:t>
              </a:r>
              <a:r>
                <a:rPr lang="en-US" sz="4800" b="1">
                  <a:solidFill>
                    <a:srgbClr val="145F82"/>
                  </a:solidFill>
                  <a:latin typeface="Tahoma" pitchFamily="34" charset="0"/>
                  <a:ea typeface="Tahoma" pitchFamily="34" charset="0"/>
                  <a:cs typeface="Tahoma" pitchFamily="34" charset="0"/>
                </a:rPr>
                <a:t> đề đảo</a:t>
              </a:r>
              <a:endParaRPr lang="en-US" sz="4800" b="1" dirty="0">
                <a:solidFill>
                  <a:srgbClr val="145F82"/>
                </a:solidFill>
                <a:latin typeface="Tahoma" pitchFamily="34" charset="0"/>
                <a:ea typeface="Tahoma" pitchFamily="34" charset="0"/>
                <a:cs typeface="Tahoma" pitchFamily="34" charset="0"/>
              </a:endParaRPr>
            </a:p>
          </p:txBody>
        </p:sp>
        <p:sp>
          <p:nvSpPr>
            <p:cNvPr id="91" name="Rounded Rectangle 7">
              <a:extLst>
                <a:ext uri="{FF2B5EF4-FFF2-40B4-BE49-F238E27FC236}">
                  <a16:creationId xmlns:a16="http://schemas.microsoft.com/office/drawing/2014/main" id="{453540BB-AD80-4484-AD7B-7FF1CA70B442}"/>
                </a:ext>
              </a:extLst>
            </p:cNvPr>
            <p:cNvSpPr/>
            <p:nvPr/>
          </p:nvSpPr>
          <p:spPr>
            <a:xfrm>
              <a:off x="895143" y="2823876"/>
              <a:ext cx="895051"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a:extLst>
                <a:ext uri="{FF2B5EF4-FFF2-40B4-BE49-F238E27FC236}">
                  <a16:creationId xmlns:a16="http://schemas.microsoft.com/office/drawing/2014/main" id="{6E6F790B-41EE-4900-A105-57479C75D2FC}"/>
                </a:ext>
              </a:extLst>
            </p:cNvPr>
            <p:cNvSpPr txBox="1"/>
            <p:nvPr/>
          </p:nvSpPr>
          <p:spPr>
            <a:xfrm>
              <a:off x="919509" y="2795826"/>
              <a:ext cx="689099" cy="769441"/>
            </a:xfrm>
            <a:prstGeom prst="rect">
              <a:avLst/>
            </a:prstGeom>
            <a:noFill/>
          </p:spPr>
          <p:txBody>
            <a:bodyPr wrap="none" rtlCol="0">
              <a:spAutoFit/>
            </a:bodyPr>
            <a:lstStyle/>
            <a:p>
              <a:pPr algn="ctr"/>
              <a:r>
                <a:rPr lang="en-US" sz="4400" b="1">
                  <a:solidFill>
                    <a:schemeClr val="bg1"/>
                  </a:solidFill>
                  <a:latin typeface="Tahoma" pitchFamily="34" charset="0"/>
                  <a:ea typeface="Tahoma" pitchFamily="34" charset="0"/>
                  <a:cs typeface="Tahoma" pitchFamily="34" charset="0"/>
                </a:rPr>
                <a:t>b.</a:t>
              </a:r>
            </a:p>
          </p:txBody>
        </p:sp>
      </p:grpSp>
      <p:sp>
        <p:nvSpPr>
          <p:cNvPr id="88" name="TextBox 87">
            <a:extLst>
              <a:ext uri="{FF2B5EF4-FFF2-40B4-BE49-F238E27FC236}">
                <a16:creationId xmlns:a16="http://schemas.microsoft.com/office/drawing/2014/main" id="{BEB16565-AED8-436E-97D3-653F82BDB085}"/>
              </a:ext>
            </a:extLst>
          </p:cNvPr>
          <p:cNvSpPr txBox="1"/>
          <p:nvPr/>
        </p:nvSpPr>
        <p:spPr>
          <a:xfrm>
            <a:off x="1839065" y="6622550"/>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93" name="Rounded Rectangle 61">
            <a:extLst>
              <a:ext uri="{FF2B5EF4-FFF2-40B4-BE49-F238E27FC236}">
                <a16:creationId xmlns:a16="http://schemas.microsoft.com/office/drawing/2014/main" id="{88CE27B6-8770-4F0E-9F42-0B34F0AF4B12}"/>
              </a:ext>
            </a:extLst>
          </p:cNvPr>
          <p:cNvSpPr/>
          <p:nvPr/>
        </p:nvSpPr>
        <p:spPr>
          <a:xfrm>
            <a:off x="1055781" y="4708744"/>
            <a:ext cx="22261419" cy="5959255"/>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94" name="Group 67">
            <a:extLst>
              <a:ext uri="{FF2B5EF4-FFF2-40B4-BE49-F238E27FC236}">
                <a16:creationId xmlns:a16="http://schemas.microsoft.com/office/drawing/2014/main" id="{CA992FA2-46D8-476D-8DB6-20CB92A1E6F4}"/>
              </a:ext>
            </a:extLst>
          </p:cNvPr>
          <p:cNvGrpSpPr/>
          <p:nvPr/>
        </p:nvGrpSpPr>
        <p:grpSpPr>
          <a:xfrm>
            <a:off x="1526208" y="4344007"/>
            <a:ext cx="5103191" cy="940513"/>
            <a:chOff x="1311958" y="3405486"/>
            <a:chExt cx="5103191" cy="940513"/>
          </a:xfrm>
        </p:grpSpPr>
        <p:sp>
          <p:nvSpPr>
            <p:cNvPr id="95" name="Freeform 20">
              <a:extLst>
                <a:ext uri="{FF2B5EF4-FFF2-40B4-BE49-F238E27FC236}">
                  <a16:creationId xmlns:a16="http://schemas.microsoft.com/office/drawing/2014/main" id="{62562820-422F-4147-9BAF-12BC396DF6FE}"/>
                </a:ext>
              </a:extLst>
            </p:cNvPr>
            <p:cNvSpPr>
              <a:spLocks/>
            </p:cNvSpPr>
            <p:nvPr/>
          </p:nvSpPr>
          <p:spPr bwMode="auto">
            <a:xfrm rot="5400000">
              <a:off x="3847215" y="1745253"/>
              <a:ext cx="793396" cy="4342472"/>
            </a:xfrm>
            <a:prstGeom prst="round2SameRect">
              <a:avLst/>
            </a:prstGeom>
            <a:solidFill>
              <a:srgbClr val="70AD47">
                <a:lumMod val="75000"/>
              </a:srgbClr>
            </a:solidFill>
            <a:ln w="57150">
              <a:solidFill>
                <a:srgbClr val="70AD47">
                  <a:lumMod val="75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96" name="TextBox 95">
              <a:extLst>
                <a:ext uri="{FF2B5EF4-FFF2-40B4-BE49-F238E27FC236}">
                  <a16:creationId xmlns:a16="http://schemas.microsoft.com/office/drawing/2014/main" id="{57B5FFB4-6374-4AE3-A338-D11D9F6535B8}"/>
                </a:ext>
              </a:extLst>
            </p:cNvPr>
            <p:cNvSpPr txBox="1"/>
            <p:nvPr/>
          </p:nvSpPr>
          <p:spPr>
            <a:xfrm>
              <a:off x="2316645" y="3484582"/>
              <a:ext cx="3661580" cy="8002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600" b="1" kern="0" dirty="0" err="1">
                  <a:solidFill>
                    <a:prstClr val="white"/>
                  </a:solidFill>
                  <a:latin typeface="Tahoma" pitchFamily="34" charset="0"/>
                  <a:ea typeface="Tahoma" pitchFamily="34" charset="0"/>
                  <a:cs typeface="Tahoma" pitchFamily="34" charset="0"/>
                </a:rPr>
                <a:t>Luyện</a:t>
              </a:r>
              <a:r>
                <a:rPr lang="en-US" sz="4600" b="1" kern="0" dirty="0">
                  <a:solidFill>
                    <a:prstClr val="white"/>
                  </a:solidFill>
                  <a:latin typeface="Tahoma" pitchFamily="34" charset="0"/>
                  <a:ea typeface="Tahoma" pitchFamily="34" charset="0"/>
                  <a:cs typeface="Tahoma" pitchFamily="34" charset="0"/>
                </a:rPr>
                <a:t> </a:t>
              </a:r>
              <a:r>
                <a:rPr lang="en-US" sz="4600" b="1" kern="0" dirty="0" err="1">
                  <a:solidFill>
                    <a:prstClr val="white"/>
                  </a:solidFill>
                  <a:latin typeface="Tahoma" pitchFamily="34" charset="0"/>
                  <a:ea typeface="Tahoma" pitchFamily="34" charset="0"/>
                  <a:cs typeface="Tahoma" pitchFamily="34" charset="0"/>
                </a:rPr>
                <a:t>tập</a:t>
              </a:r>
              <a:r>
                <a:rPr kumimoji="0" lang="en-US" sz="4600" b="1" i="0" u="none" strike="noStrike" kern="0" cap="none" spc="0" normalizeH="0" baseline="0" noProof="0" dirty="0">
                  <a:ln>
                    <a:noFill/>
                  </a:ln>
                  <a:solidFill>
                    <a:prstClr val="white"/>
                  </a:solidFill>
                  <a:effectLst/>
                  <a:uLnTx/>
                  <a:uFillTx/>
                  <a:latin typeface="Tahoma" pitchFamily="34" charset="0"/>
                  <a:ea typeface="Tahoma" pitchFamily="34" charset="0"/>
                  <a:cs typeface="Tahoma" pitchFamily="34" charset="0"/>
                </a:rPr>
                <a:t> 3</a:t>
              </a:r>
            </a:p>
          </p:txBody>
        </p:sp>
        <p:grpSp>
          <p:nvGrpSpPr>
            <p:cNvPr id="98" name="Group 70">
              <a:extLst>
                <a:ext uri="{FF2B5EF4-FFF2-40B4-BE49-F238E27FC236}">
                  <a16:creationId xmlns:a16="http://schemas.microsoft.com/office/drawing/2014/main" id="{453ACB8F-A05A-4F5D-AA9A-EB94B17767C8}"/>
                </a:ext>
              </a:extLst>
            </p:cNvPr>
            <p:cNvGrpSpPr/>
            <p:nvPr/>
          </p:nvGrpSpPr>
          <p:grpSpPr>
            <a:xfrm>
              <a:off x="1311958" y="3405486"/>
              <a:ext cx="950173" cy="940513"/>
              <a:chOff x="1311958" y="3405486"/>
              <a:chExt cx="950173" cy="940513"/>
            </a:xfrm>
          </p:grpSpPr>
          <p:sp>
            <p:nvSpPr>
              <p:cNvPr id="99" name="Rectangle 98">
                <a:extLst>
                  <a:ext uri="{FF2B5EF4-FFF2-40B4-BE49-F238E27FC236}">
                    <a16:creationId xmlns:a16="http://schemas.microsoft.com/office/drawing/2014/main" id="{63DE80E2-D65E-4A64-BBE5-03BB24035245}"/>
                  </a:ext>
                </a:extLst>
              </p:cNvPr>
              <p:cNvSpPr/>
              <p:nvPr/>
            </p:nvSpPr>
            <p:spPr>
              <a:xfrm>
                <a:off x="1406975" y="3672018"/>
                <a:ext cx="596676" cy="54031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0" name="Freeform 13">
                <a:extLst>
                  <a:ext uri="{FF2B5EF4-FFF2-40B4-BE49-F238E27FC236}">
                    <a16:creationId xmlns:a16="http://schemas.microsoft.com/office/drawing/2014/main" id="{A9F26329-697D-4E49-8BDA-8E50AA55DE88}"/>
                  </a:ext>
                </a:extLst>
              </p:cNvPr>
              <p:cNvSpPr>
                <a:spLocks noEditPoints="1"/>
              </p:cNvSpPr>
              <p:nvPr/>
            </p:nvSpPr>
            <p:spPr bwMode="auto">
              <a:xfrm>
                <a:off x="1311958" y="3581027"/>
                <a:ext cx="190035" cy="268948"/>
              </a:xfrm>
              <a:custGeom>
                <a:avLst/>
                <a:gdLst>
                  <a:gd name="T0" fmla="*/ 34 w 50"/>
                  <a:gd name="T1" fmla="*/ 16 h 71"/>
                  <a:gd name="T2" fmla="*/ 34 w 50"/>
                  <a:gd name="T3" fmla="*/ 55 h 71"/>
                  <a:gd name="T4" fmla="*/ 16 w 50"/>
                  <a:gd name="T5" fmla="*/ 55 h 71"/>
                  <a:gd name="T6" fmla="*/ 16 w 50"/>
                  <a:gd name="T7" fmla="*/ 16 h 71"/>
                  <a:gd name="T8" fmla="*/ 34 w 50"/>
                  <a:gd name="T9" fmla="*/ 16 h 71"/>
                  <a:gd name="T10" fmla="*/ 34 w 50"/>
                  <a:gd name="T11" fmla="*/ 0 h 71"/>
                  <a:gd name="T12" fmla="*/ 16 w 50"/>
                  <a:gd name="T13" fmla="*/ 0 h 71"/>
                  <a:gd name="T14" fmla="*/ 0 w 50"/>
                  <a:gd name="T15" fmla="*/ 16 h 71"/>
                  <a:gd name="T16" fmla="*/ 0 w 50"/>
                  <a:gd name="T17" fmla="*/ 55 h 71"/>
                  <a:gd name="T18" fmla="*/ 16 w 50"/>
                  <a:gd name="T19" fmla="*/ 71 h 71"/>
                  <a:gd name="T20" fmla="*/ 34 w 50"/>
                  <a:gd name="T21" fmla="*/ 71 h 71"/>
                  <a:gd name="T22" fmla="*/ 50 w 50"/>
                  <a:gd name="T23" fmla="*/ 55 h 71"/>
                  <a:gd name="T24" fmla="*/ 50 w 50"/>
                  <a:gd name="T25" fmla="*/ 16 h 71"/>
                  <a:gd name="T26" fmla="*/ 34 w 50"/>
                  <a:gd name="T2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1">
                    <a:moveTo>
                      <a:pt x="34" y="16"/>
                    </a:moveTo>
                    <a:cubicBezTo>
                      <a:pt x="34" y="55"/>
                      <a:pt x="34" y="55"/>
                      <a:pt x="34" y="55"/>
                    </a:cubicBezTo>
                    <a:cubicBezTo>
                      <a:pt x="16" y="55"/>
                      <a:pt x="16" y="55"/>
                      <a:pt x="16" y="55"/>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5"/>
                      <a:pt x="0" y="55"/>
                      <a:pt x="0" y="55"/>
                    </a:cubicBezTo>
                    <a:cubicBezTo>
                      <a:pt x="0" y="64"/>
                      <a:pt x="7" y="71"/>
                      <a:pt x="16" y="71"/>
                    </a:cubicBezTo>
                    <a:cubicBezTo>
                      <a:pt x="34" y="71"/>
                      <a:pt x="34" y="71"/>
                      <a:pt x="34" y="71"/>
                    </a:cubicBezTo>
                    <a:cubicBezTo>
                      <a:pt x="43" y="71"/>
                      <a:pt x="50" y="64"/>
                      <a:pt x="50" y="55"/>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1" name="Freeform 14">
                <a:extLst>
                  <a:ext uri="{FF2B5EF4-FFF2-40B4-BE49-F238E27FC236}">
                    <a16:creationId xmlns:a16="http://schemas.microsoft.com/office/drawing/2014/main" id="{A20501BE-41DF-4534-9BE6-C1C8DF53F883}"/>
                  </a:ext>
                </a:extLst>
              </p:cNvPr>
              <p:cNvSpPr>
                <a:spLocks noEditPoints="1"/>
              </p:cNvSpPr>
              <p:nvPr/>
            </p:nvSpPr>
            <p:spPr bwMode="auto">
              <a:xfrm>
                <a:off x="1311958" y="3581027"/>
                <a:ext cx="277000" cy="181983"/>
              </a:xfrm>
              <a:custGeom>
                <a:avLst/>
                <a:gdLst>
                  <a:gd name="T0" fmla="*/ 57 w 73"/>
                  <a:gd name="T1" fmla="*/ 16 h 48"/>
                  <a:gd name="T2" fmla="*/ 57 w 73"/>
                  <a:gd name="T3" fmla="*/ 32 h 48"/>
                  <a:gd name="T4" fmla="*/ 16 w 73"/>
                  <a:gd name="T5" fmla="*/ 32 h 48"/>
                  <a:gd name="T6" fmla="*/ 16 w 73"/>
                  <a:gd name="T7" fmla="*/ 16 h 48"/>
                  <a:gd name="T8" fmla="*/ 57 w 73"/>
                  <a:gd name="T9" fmla="*/ 16 h 48"/>
                  <a:gd name="T10" fmla="*/ 57 w 73"/>
                  <a:gd name="T11" fmla="*/ 0 h 48"/>
                  <a:gd name="T12" fmla="*/ 16 w 73"/>
                  <a:gd name="T13" fmla="*/ 0 h 48"/>
                  <a:gd name="T14" fmla="*/ 0 w 73"/>
                  <a:gd name="T15" fmla="*/ 16 h 48"/>
                  <a:gd name="T16" fmla="*/ 0 w 73"/>
                  <a:gd name="T17" fmla="*/ 32 h 48"/>
                  <a:gd name="T18" fmla="*/ 16 w 73"/>
                  <a:gd name="T19" fmla="*/ 48 h 48"/>
                  <a:gd name="T20" fmla="*/ 57 w 73"/>
                  <a:gd name="T21" fmla="*/ 48 h 48"/>
                  <a:gd name="T22" fmla="*/ 73 w 73"/>
                  <a:gd name="T23" fmla="*/ 32 h 48"/>
                  <a:gd name="T24" fmla="*/ 73 w 73"/>
                  <a:gd name="T25" fmla="*/ 16 h 48"/>
                  <a:gd name="T26" fmla="*/ 57 w 73"/>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8">
                    <a:moveTo>
                      <a:pt x="57" y="16"/>
                    </a:moveTo>
                    <a:cubicBezTo>
                      <a:pt x="57" y="32"/>
                      <a:pt x="57" y="32"/>
                      <a:pt x="57" y="32"/>
                    </a:cubicBezTo>
                    <a:cubicBezTo>
                      <a:pt x="16" y="32"/>
                      <a:pt x="16" y="32"/>
                      <a:pt x="16" y="32"/>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2"/>
                      <a:pt x="0" y="32"/>
                      <a:pt x="0" y="32"/>
                    </a:cubicBezTo>
                    <a:cubicBezTo>
                      <a:pt x="0" y="41"/>
                      <a:pt x="7" y="48"/>
                      <a:pt x="16" y="48"/>
                    </a:cubicBezTo>
                    <a:cubicBezTo>
                      <a:pt x="57" y="48"/>
                      <a:pt x="57" y="48"/>
                      <a:pt x="57" y="48"/>
                    </a:cubicBezTo>
                    <a:cubicBezTo>
                      <a:pt x="66" y="48"/>
                      <a:pt x="73" y="41"/>
                      <a:pt x="73" y="32"/>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2" name="Freeform 15">
                <a:extLst>
                  <a:ext uri="{FF2B5EF4-FFF2-40B4-BE49-F238E27FC236}">
                    <a16:creationId xmlns:a16="http://schemas.microsoft.com/office/drawing/2014/main" id="{8246A808-5CC7-44D9-95B0-4FCA8B340C4E}"/>
                  </a:ext>
                </a:extLst>
              </p:cNvPr>
              <p:cNvSpPr>
                <a:spLocks noEditPoints="1"/>
              </p:cNvSpPr>
              <p:nvPr/>
            </p:nvSpPr>
            <p:spPr bwMode="auto">
              <a:xfrm>
                <a:off x="1563190" y="3581027"/>
                <a:ext cx="285052" cy="181983"/>
              </a:xfrm>
              <a:custGeom>
                <a:avLst/>
                <a:gdLst>
                  <a:gd name="T0" fmla="*/ 58 w 75"/>
                  <a:gd name="T1" fmla="*/ 16 h 48"/>
                  <a:gd name="T2" fmla="*/ 43 w 75"/>
                  <a:gd name="T3" fmla="*/ 32 h 48"/>
                  <a:gd name="T4" fmla="*/ 16 w 75"/>
                  <a:gd name="T5" fmla="*/ 32 h 48"/>
                  <a:gd name="T6" fmla="*/ 16 w 75"/>
                  <a:gd name="T7" fmla="*/ 16 h 48"/>
                  <a:gd name="T8" fmla="*/ 58 w 75"/>
                  <a:gd name="T9" fmla="*/ 16 h 48"/>
                  <a:gd name="T10" fmla="*/ 58 w 75"/>
                  <a:gd name="T11" fmla="*/ 0 h 48"/>
                  <a:gd name="T12" fmla="*/ 16 w 75"/>
                  <a:gd name="T13" fmla="*/ 0 h 48"/>
                  <a:gd name="T14" fmla="*/ 0 w 75"/>
                  <a:gd name="T15" fmla="*/ 16 h 48"/>
                  <a:gd name="T16" fmla="*/ 0 w 75"/>
                  <a:gd name="T17" fmla="*/ 32 h 48"/>
                  <a:gd name="T18" fmla="*/ 16 w 75"/>
                  <a:gd name="T19" fmla="*/ 48 h 48"/>
                  <a:gd name="T20" fmla="*/ 43 w 75"/>
                  <a:gd name="T21" fmla="*/ 48 h 48"/>
                  <a:gd name="T22" fmla="*/ 55 w 75"/>
                  <a:gd name="T23" fmla="*/ 43 h 48"/>
                  <a:gd name="T24" fmla="*/ 70 w 75"/>
                  <a:gd name="T25" fmla="*/ 26 h 48"/>
                  <a:gd name="T26" fmla="*/ 73 w 75"/>
                  <a:gd name="T27" fmla="*/ 9 h 48"/>
                  <a:gd name="T28" fmla="*/ 58 w 75"/>
                  <a:gd name="T2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8">
                    <a:moveTo>
                      <a:pt x="58" y="16"/>
                    </a:moveTo>
                    <a:cubicBezTo>
                      <a:pt x="43" y="32"/>
                      <a:pt x="43" y="32"/>
                      <a:pt x="43" y="32"/>
                    </a:cubicBezTo>
                    <a:cubicBezTo>
                      <a:pt x="16" y="32"/>
                      <a:pt x="16" y="32"/>
                      <a:pt x="16" y="32"/>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2"/>
                      <a:pt x="0" y="32"/>
                      <a:pt x="0" y="32"/>
                    </a:cubicBezTo>
                    <a:cubicBezTo>
                      <a:pt x="0" y="41"/>
                      <a:pt x="8" y="48"/>
                      <a:pt x="16" y="48"/>
                    </a:cubicBezTo>
                    <a:cubicBezTo>
                      <a:pt x="43" y="48"/>
                      <a:pt x="43" y="48"/>
                      <a:pt x="43" y="48"/>
                    </a:cubicBezTo>
                    <a:cubicBezTo>
                      <a:pt x="48" y="48"/>
                      <a:pt x="52" y="46"/>
                      <a:pt x="55" y="43"/>
                    </a:cubicBezTo>
                    <a:cubicBezTo>
                      <a:pt x="70" y="26"/>
                      <a:pt x="70" y="26"/>
                      <a:pt x="70" y="26"/>
                    </a:cubicBezTo>
                    <a:cubicBezTo>
                      <a:pt x="74" y="22"/>
                      <a:pt x="75" y="15"/>
                      <a:pt x="73" y="9"/>
                    </a:cubicBezTo>
                    <a:cubicBezTo>
                      <a:pt x="70" y="3"/>
                      <a:pt x="64"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3" name="Freeform 16">
                <a:extLst>
                  <a:ext uri="{FF2B5EF4-FFF2-40B4-BE49-F238E27FC236}">
                    <a16:creationId xmlns:a16="http://schemas.microsoft.com/office/drawing/2014/main" id="{00E8FF9D-D017-44FE-9E0F-8506A5CE5AC8}"/>
                  </a:ext>
                </a:extLst>
              </p:cNvPr>
              <p:cNvSpPr>
                <a:spLocks noEditPoints="1"/>
              </p:cNvSpPr>
              <p:nvPr/>
            </p:nvSpPr>
            <p:spPr bwMode="auto">
              <a:xfrm>
                <a:off x="1563190" y="4151132"/>
                <a:ext cx="280221" cy="194867"/>
              </a:xfrm>
              <a:custGeom>
                <a:avLst/>
                <a:gdLst>
                  <a:gd name="T0" fmla="*/ 58 w 74"/>
                  <a:gd name="T1" fmla="*/ 16 h 51"/>
                  <a:gd name="T2" fmla="*/ 58 w 74"/>
                  <a:gd name="T3" fmla="*/ 35 h 51"/>
                  <a:gd name="T4" fmla="*/ 16 w 74"/>
                  <a:gd name="T5" fmla="*/ 35 h 51"/>
                  <a:gd name="T6" fmla="*/ 16 w 74"/>
                  <a:gd name="T7" fmla="*/ 16 h 51"/>
                  <a:gd name="T8" fmla="*/ 58 w 74"/>
                  <a:gd name="T9" fmla="*/ 16 h 51"/>
                  <a:gd name="T10" fmla="*/ 58 w 74"/>
                  <a:gd name="T11" fmla="*/ 0 h 51"/>
                  <a:gd name="T12" fmla="*/ 16 w 74"/>
                  <a:gd name="T13" fmla="*/ 0 h 51"/>
                  <a:gd name="T14" fmla="*/ 0 w 74"/>
                  <a:gd name="T15" fmla="*/ 16 h 51"/>
                  <a:gd name="T16" fmla="*/ 0 w 74"/>
                  <a:gd name="T17" fmla="*/ 35 h 51"/>
                  <a:gd name="T18" fmla="*/ 16 w 74"/>
                  <a:gd name="T19" fmla="*/ 51 h 51"/>
                  <a:gd name="T20" fmla="*/ 58 w 74"/>
                  <a:gd name="T21" fmla="*/ 51 h 51"/>
                  <a:gd name="T22" fmla="*/ 74 w 74"/>
                  <a:gd name="T23" fmla="*/ 35 h 51"/>
                  <a:gd name="T24" fmla="*/ 74 w 74"/>
                  <a:gd name="T25" fmla="*/ 16 h 51"/>
                  <a:gd name="T26" fmla="*/ 58 w 74"/>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1">
                    <a:moveTo>
                      <a:pt x="58" y="16"/>
                    </a:moveTo>
                    <a:cubicBezTo>
                      <a:pt x="58" y="35"/>
                      <a:pt x="58" y="35"/>
                      <a:pt x="58" y="35"/>
                    </a:cubicBezTo>
                    <a:cubicBezTo>
                      <a:pt x="16" y="35"/>
                      <a:pt x="16" y="35"/>
                      <a:pt x="16" y="35"/>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5"/>
                      <a:pt x="0" y="35"/>
                      <a:pt x="0" y="35"/>
                    </a:cubicBezTo>
                    <a:cubicBezTo>
                      <a:pt x="0" y="43"/>
                      <a:pt x="8" y="51"/>
                      <a:pt x="16" y="51"/>
                    </a:cubicBezTo>
                    <a:cubicBezTo>
                      <a:pt x="58" y="51"/>
                      <a:pt x="58" y="51"/>
                      <a:pt x="58" y="51"/>
                    </a:cubicBezTo>
                    <a:cubicBezTo>
                      <a:pt x="67" y="51"/>
                      <a:pt x="74" y="43"/>
                      <a:pt x="74" y="35"/>
                    </a:cubicBezTo>
                    <a:cubicBezTo>
                      <a:pt x="74" y="16"/>
                      <a:pt x="74" y="16"/>
                      <a:pt x="74" y="16"/>
                    </a:cubicBezTo>
                    <a:cubicBezTo>
                      <a:pt x="74" y="7"/>
                      <a:pt x="67"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4" name="Freeform 17">
                <a:extLst>
                  <a:ext uri="{FF2B5EF4-FFF2-40B4-BE49-F238E27FC236}">
                    <a16:creationId xmlns:a16="http://schemas.microsoft.com/office/drawing/2014/main" id="{D075B917-E156-44EE-ADBE-1F877F17E521}"/>
                  </a:ext>
                </a:extLst>
              </p:cNvPr>
              <p:cNvSpPr>
                <a:spLocks noEditPoints="1"/>
              </p:cNvSpPr>
              <p:nvPr/>
            </p:nvSpPr>
            <p:spPr bwMode="auto">
              <a:xfrm>
                <a:off x="1311958" y="4064167"/>
                <a:ext cx="19003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5" name="Freeform 18">
                <a:extLst>
                  <a:ext uri="{FF2B5EF4-FFF2-40B4-BE49-F238E27FC236}">
                    <a16:creationId xmlns:a16="http://schemas.microsoft.com/office/drawing/2014/main" id="{5E32C569-BF4F-4578-9B76-D4AD165E5619}"/>
                  </a:ext>
                </a:extLst>
              </p:cNvPr>
              <p:cNvSpPr>
                <a:spLocks noEditPoints="1"/>
              </p:cNvSpPr>
              <p:nvPr/>
            </p:nvSpPr>
            <p:spPr bwMode="auto">
              <a:xfrm>
                <a:off x="1311958" y="4151132"/>
                <a:ext cx="27700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6" name="Freeform 19">
                <a:extLst>
                  <a:ext uri="{FF2B5EF4-FFF2-40B4-BE49-F238E27FC236}">
                    <a16:creationId xmlns:a16="http://schemas.microsoft.com/office/drawing/2014/main" id="{3FD9F97C-0D03-42FB-9917-300DE3A87C2A}"/>
                  </a:ext>
                </a:extLst>
              </p:cNvPr>
              <p:cNvSpPr>
                <a:spLocks noEditPoints="1"/>
              </p:cNvSpPr>
              <p:nvPr/>
            </p:nvSpPr>
            <p:spPr bwMode="auto">
              <a:xfrm>
                <a:off x="1311958" y="3820986"/>
                <a:ext cx="19003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7" name="Freeform 20">
                <a:extLst>
                  <a:ext uri="{FF2B5EF4-FFF2-40B4-BE49-F238E27FC236}">
                    <a16:creationId xmlns:a16="http://schemas.microsoft.com/office/drawing/2014/main" id="{D856FE2E-22FA-47DE-A2A3-B48DC5558F0E}"/>
                  </a:ext>
                </a:extLst>
              </p:cNvPr>
              <p:cNvSpPr>
                <a:spLocks noEditPoints="1"/>
              </p:cNvSpPr>
              <p:nvPr/>
            </p:nvSpPr>
            <p:spPr bwMode="auto">
              <a:xfrm>
                <a:off x="1907830" y="4064167"/>
                <a:ext cx="19164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8" name="Freeform 21">
                <a:extLst>
                  <a:ext uri="{FF2B5EF4-FFF2-40B4-BE49-F238E27FC236}">
                    <a16:creationId xmlns:a16="http://schemas.microsoft.com/office/drawing/2014/main" id="{F72334BA-BDA3-4F76-ADAC-86950F3A7A07}"/>
                  </a:ext>
                </a:extLst>
              </p:cNvPr>
              <p:cNvSpPr>
                <a:spLocks noEditPoints="1"/>
              </p:cNvSpPr>
              <p:nvPr/>
            </p:nvSpPr>
            <p:spPr bwMode="auto">
              <a:xfrm>
                <a:off x="1820865" y="4151132"/>
                <a:ext cx="27861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9" name="Freeform 22">
                <a:extLst>
                  <a:ext uri="{FF2B5EF4-FFF2-40B4-BE49-F238E27FC236}">
                    <a16:creationId xmlns:a16="http://schemas.microsoft.com/office/drawing/2014/main" id="{1B394DE1-AF37-4ADD-9CE8-D919A6FC58A6}"/>
                  </a:ext>
                </a:extLst>
              </p:cNvPr>
              <p:cNvSpPr>
                <a:spLocks noEditPoints="1"/>
              </p:cNvSpPr>
              <p:nvPr/>
            </p:nvSpPr>
            <p:spPr bwMode="auto">
              <a:xfrm>
                <a:off x="1907830" y="3820986"/>
                <a:ext cx="19164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10" name="Freeform 23">
                <a:extLst>
                  <a:ext uri="{FF2B5EF4-FFF2-40B4-BE49-F238E27FC236}">
                    <a16:creationId xmlns:a16="http://schemas.microsoft.com/office/drawing/2014/main" id="{B390BFE4-7449-4C0E-8C2C-5A7EA18D2CA4}"/>
                  </a:ext>
                </a:extLst>
              </p:cNvPr>
              <p:cNvSpPr>
                <a:spLocks noEditPoints="1"/>
              </p:cNvSpPr>
              <p:nvPr/>
            </p:nvSpPr>
            <p:spPr bwMode="auto">
              <a:xfrm>
                <a:off x="1661428" y="3405486"/>
                <a:ext cx="600703" cy="594262"/>
              </a:xfrm>
              <a:custGeom>
                <a:avLst/>
                <a:gdLst>
                  <a:gd name="T0" fmla="*/ 105 w 158"/>
                  <a:gd name="T1" fmla="*/ 16 h 156"/>
                  <a:gd name="T2" fmla="*/ 140 w 158"/>
                  <a:gd name="T3" fmla="*/ 56 h 156"/>
                  <a:gd name="T4" fmla="*/ 56 w 158"/>
                  <a:gd name="T5" fmla="*/ 140 h 156"/>
                  <a:gd name="T6" fmla="*/ 17 w 158"/>
                  <a:gd name="T7" fmla="*/ 99 h 156"/>
                  <a:gd name="T8" fmla="*/ 105 w 158"/>
                  <a:gd name="T9" fmla="*/ 16 h 156"/>
                  <a:gd name="T10" fmla="*/ 105 w 158"/>
                  <a:gd name="T11" fmla="*/ 0 h 156"/>
                  <a:gd name="T12" fmla="*/ 94 w 158"/>
                  <a:gd name="T13" fmla="*/ 5 h 156"/>
                  <a:gd name="T14" fmla="*/ 6 w 158"/>
                  <a:gd name="T15" fmla="*/ 87 h 156"/>
                  <a:gd name="T16" fmla="*/ 5 w 158"/>
                  <a:gd name="T17" fmla="*/ 109 h 156"/>
                  <a:gd name="T18" fmla="*/ 44 w 158"/>
                  <a:gd name="T19" fmla="*/ 151 h 156"/>
                  <a:gd name="T20" fmla="*/ 55 w 158"/>
                  <a:gd name="T21" fmla="*/ 156 h 156"/>
                  <a:gd name="T22" fmla="*/ 56 w 158"/>
                  <a:gd name="T23" fmla="*/ 156 h 156"/>
                  <a:gd name="T24" fmla="*/ 67 w 158"/>
                  <a:gd name="T25" fmla="*/ 152 h 156"/>
                  <a:gd name="T26" fmla="*/ 151 w 158"/>
                  <a:gd name="T27" fmla="*/ 67 h 156"/>
                  <a:gd name="T28" fmla="*/ 152 w 158"/>
                  <a:gd name="T29" fmla="*/ 45 h 156"/>
                  <a:gd name="T30" fmla="*/ 117 w 158"/>
                  <a:gd name="T31" fmla="*/ 6 h 156"/>
                  <a:gd name="T32" fmla="*/ 105 w 158"/>
                  <a:gd name="T33" fmla="*/ 0 h 156"/>
                  <a:gd name="T34" fmla="*/ 105 w 158"/>
                  <a:gd name="T3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 h="156">
                    <a:moveTo>
                      <a:pt x="105" y="16"/>
                    </a:moveTo>
                    <a:cubicBezTo>
                      <a:pt x="140" y="56"/>
                      <a:pt x="140" y="56"/>
                      <a:pt x="140" y="56"/>
                    </a:cubicBezTo>
                    <a:cubicBezTo>
                      <a:pt x="56" y="140"/>
                      <a:pt x="56" y="140"/>
                      <a:pt x="56" y="140"/>
                    </a:cubicBezTo>
                    <a:cubicBezTo>
                      <a:pt x="17" y="99"/>
                      <a:pt x="17" y="99"/>
                      <a:pt x="17" y="99"/>
                    </a:cubicBezTo>
                    <a:cubicBezTo>
                      <a:pt x="105" y="16"/>
                      <a:pt x="105" y="16"/>
                      <a:pt x="105" y="16"/>
                    </a:cubicBezTo>
                    <a:moveTo>
                      <a:pt x="105" y="0"/>
                    </a:moveTo>
                    <a:cubicBezTo>
                      <a:pt x="101" y="0"/>
                      <a:pt x="97" y="2"/>
                      <a:pt x="94" y="5"/>
                    </a:cubicBezTo>
                    <a:cubicBezTo>
                      <a:pt x="6" y="87"/>
                      <a:pt x="6" y="87"/>
                      <a:pt x="6" y="87"/>
                    </a:cubicBezTo>
                    <a:cubicBezTo>
                      <a:pt x="0" y="93"/>
                      <a:pt x="0" y="103"/>
                      <a:pt x="5" y="109"/>
                    </a:cubicBezTo>
                    <a:cubicBezTo>
                      <a:pt x="44" y="151"/>
                      <a:pt x="44" y="151"/>
                      <a:pt x="44" y="151"/>
                    </a:cubicBezTo>
                    <a:cubicBezTo>
                      <a:pt x="47" y="154"/>
                      <a:pt x="51" y="156"/>
                      <a:pt x="55" y="156"/>
                    </a:cubicBezTo>
                    <a:cubicBezTo>
                      <a:pt x="55" y="156"/>
                      <a:pt x="56" y="156"/>
                      <a:pt x="56" y="156"/>
                    </a:cubicBezTo>
                    <a:cubicBezTo>
                      <a:pt x="60" y="156"/>
                      <a:pt x="64" y="155"/>
                      <a:pt x="67" y="152"/>
                    </a:cubicBezTo>
                    <a:cubicBezTo>
                      <a:pt x="151" y="67"/>
                      <a:pt x="151" y="67"/>
                      <a:pt x="151" y="67"/>
                    </a:cubicBezTo>
                    <a:cubicBezTo>
                      <a:pt x="157" y="61"/>
                      <a:pt x="158" y="52"/>
                      <a:pt x="152" y="45"/>
                    </a:cubicBezTo>
                    <a:cubicBezTo>
                      <a:pt x="117" y="6"/>
                      <a:pt x="117" y="6"/>
                      <a:pt x="117" y="6"/>
                    </a:cubicBezTo>
                    <a:cubicBezTo>
                      <a:pt x="114" y="3"/>
                      <a:pt x="110" y="1"/>
                      <a:pt x="105" y="0"/>
                    </a:cubicBezTo>
                    <a:cubicBezTo>
                      <a:pt x="105" y="0"/>
                      <a:pt x="105" y="0"/>
                      <a:pt x="105"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11" name="Freeform 24">
                <a:extLst>
                  <a:ext uri="{FF2B5EF4-FFF2-40B4-BE49-F238E27FC236}">
                    <a16:creationId xmlns:a16="http://schemas.microsoft.com/office/drawing/2014/main" id="{9CD46C3C-2415-406A-88B0-C5B1E9964134}"/>
                  </a:ext>
                </a:extLst>
              </p:cNvPr>
              <p:cNvSpPr>
                <a:spLocks noEditPoints="1"/>
              </p:cNvSpPr>
              <p:nvPr/>
            </p:nvSpPr>
            <p:spPr bwMode="auto">
              <a:xfrm>
                <a:off x="1555138" y="3790388"/>
                <a:ext cx="318872" cy="293105"/>
              </a:xfrm>
              <a:custGeom>
                <a:avLst/>
                <a:gdLst>
                  <a:gd name="T0" fmla="*/ 32 w 84"/>
                  <a:gd name="T1" fmla="*/ 16 h 77"/>
                  <a:gd name="T2" fmla="*/ 67 w 84"/>
                  <a:gd name="T3" fmla="*/ 50 h 77"/>
                  <a:gd name="T4" fmla="*/ 17 w 84"/>
                  <a:gd name="T5" fmla="*/ 61 h 77"/>
                  <a:gd name="T6" fmla="*/ 32 w 84"/>
                  <a:gd name="T7" fmla="*/ 16 h 77"/>
                  <a:gd name="T8" fmla="*/ 32 w 84"/>
                  <a:gd name="T9" fmla="*/ 0 h 77"/>
                  <a:gd name="T10" fmla="*/ 28 w 84"/>
                  <a:gd name="T11" fmla="*/ 1 h 77"/>
                  <a:gd name="T12" fmla="*/ 17 w 84"/>
                  <a:gd name="T13" fmla="*/ 11 h 77"/>
                  <a:gd name="T14" fmla="*/ 2 w 84"/>
                  <a:gd name="T15" fmla="*/ 56 h 77"/>
                  <a:gd name="T16" fmla="*/ 5 w 84"/>
                  <a:gd name="T17" fmla="*/ 72 h 77"/>
                  <a:gd name="T18" fmla="*/ 17 w 84"/>
                  <a:gd name="T19" fmla="*/ 77 h 77"/>
                  <a:gd name="T20" fmla="*/ 20 w 84"/>
                  <a:gd name="T21" fmla="*/ 76 h 77"/>
                  <a:gd name="T22" fmla="*/ 71 w 84"/>
                  <a:gd name="T23" fmla="*/ 65 h 77"/>
                  <a:gd name="T24" fmla="*/ 83 w 84"/>
                  <a:gd name="T25" fmla="*/ 54 h 77"/>
                  <a:gd name="T26" fmla="*/ 78 w 84"/>
                  <a:gd name="T27" fmla="*/ 38 h 77"/>
                  <a:gd name="T28" fmla="*/ 43 w 84"/>
                  <a:gd name="T29" fmla="*/ 5 h 77"/>
                  <a:gd name="T30" fmla="*/ 32 w 84"/>
                  <a:gd name="T3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77">
                    <a:moveTo>
                      <a:pt x="32" y="16"/>
                    </a:moveTo>
                    <a:cubicBezTo>
                      <a:pt x="67" y="50"/>
                      <a:pt x="67" y="50"/>
                      <a:pt x="67" y="50"/>
                    </a:cubicBezTo>
                    <a:cubicBezTo>
                      <a:pt x="17" y="61"/>
                      <a:pt x="17" y="61"/>
                      <a:pt x="17" y="61"/>
                    </a:cubicBezTo>
                    <a:cubicBezTo>
                      <a:pt x="32" y="16"/>
                      <a:pt x="32" y="16"/>
                      <a:pt x="32" y="16"/>
                    </a:cubicBezTo>
                    <a:moveTo>
                      <a:pt x="32" y="0"/>
                    </a:moveTo>
                    <a:cubicBezTo>
                      <a:pt x="31" y="0"/>
                      <a:pt x="29" y="0"/>
                      <a:pt x="28" y="1"/>
                    </a:cubicBezTo>
                    <a:cubicBezTo>
                      <a:pt x="23" y="2"/>
                      <a:pt x="18" y="6"/>
                      <a:pt x="17" y="11"/>
                    </a:cubicBezTo>
                    <a:cubicBezTo>
                      <a:pt x="2" y="56"/>
                      <a:pt x="2" y="56"/>
                      <a:pt x="2" y="56"/>
                    </a:cubicBezTo>
                    <a:cubicBezTo>
                      <a:pt x="0" y="61"/>
                      <a:pt x="1" y="67"/>
                      <a:pt x="5" y="72"/>
                    </a:cubicBezTo>
                    <a:cubicBezTo>
                      <a:pt x="8" y="75"/>
                      <a:pt x="12" y="77"/>
                      <a:pt x="17" y="77"/>
                    </a:cubicBezTo>
                    <a:cubicBezTo>
                      <a:pt x="18" y="77"/>
                      <a:pt x="19" y="77"/>
                      <a:pt x="20" y="76"/>
                    </a:cubicBezTo>
                    <a:cubicBezTo>
                      <a:pt x="71" y="65"/>
                      <a:pt x="71" y="65"/>
                      <a:pt x="71" y="65"/>
                    </a:cubicBezTo>
                    <a:cubicBezTo>
                      <a:pt x="77" y="64"/>
                      <a:pt x="81" y="59"/>
                      <a:pt x="83" y="54"/>
                    </a:cubicBezTo>
                    <a:cubicBezTo>
                      <a:pt x="84" y="48"/>
                      <a:pt x="83" y="42"/>
                      <a:pt x="78" y="38"/>
                    </a:cubicBezTo>
                    <a:cubicBezTo>
                      <a:pt x="43" y="5"/>
                      <a:pt x="43" y="5"/>
                      <a:pt x="43" y="5"/>
                    </a:cubicBezTo>
                    <a:cubicBezTo>
                      <a:pt x="40" y="2"/>
                      <a:pt x="36" y="0"/>
                      <a:pt x="32"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16" name="Freeform 25">
                <a:extLst>
                  <a:ext uri="{FF2B5EF4-FFF2-40B4-BE49-F238E27FC236}">
                    <a16:creationId xmlns:a16="http://schemas.microsoft.com/office/drawing/2014/main" id="{7C75A94E-45C5-4B59-B0E2-BE5F1EAD94A1}"/>
                  </a:ext>
                </a:extLst>
              </p:cNvPr>
              <p:cNvSpPr>
                <a:spLocks/>
              </p:cNvSpPr>
              <p:nvPr/>
            </p:nvSpPr>
            <p:spPr bwMode="auto">
              <a:xfrm>
                <a:off x="1371545" y="3642225"/>
                <a:ext cx="69249" cy="148163"/>
              </a:xfrm>
              <a:custGeom>
                <a:avLst/>
                <a:gdLst>
                  <a:gd name="T0" fmla="*/ 0 w 43"/>
                  <a:gd name="T1" fmla="*/ 0 h 92"/>
                  <a:gd name="T2" fmla="*/ 43 w 43"/>
                  <a:gd name="T3" fmla="*/ 0 h 92"/>
                  <a:gd name="T4" fmla="*/ 43 w 43"/>
                  <a:gd name="T5" fmla="*/ 92 h 92"/>
                  <a:gd name="T6" fmla="*/ 0 w 43"/>
                  <a:gd name="T7" fmla="*/ 92 h 92"/>
                  <a:gd name="T8" fmla="*/ 0 w 43"/>
                  <a:gd name="T9" fmla="*/ 0 h 92"/>
                  <a:gd name="T10" fmla="*/ 0 w 43"/>
                  <a:gd name="T11" fmla="*/ 0 h 92"/>
                </a:gdLst>
                <a:ahLst/>
                <a:cxnLst>
                  <a:cxn ang="0">
                    <a:pos x="T0" y="T1"/>
                  </a:cxn>
                  <a:cxn ang="0">
                    <a:pos x="T2" y="T3"/>
                  </a:cxn>
                  <a:cxn ang="0">
                    <a:pos x="T4" y="T5"/>
                  </a:cxn>
                  <a:cxn ang="0">
                    <a:pos x="T6" y="T7"/>
                  </a:cxn>
                  <a:cxn ang="0">
                    <a:pos x="T8" y="T9"/>
                  </a:cxn>
                  <a:cxn ang="0">
                    <a:pos x="T10" y="T11"/>
                  </a:cxn>
                </a:cxnLst>
                <a:rect l="0" t="0" r="r" b="b"/>
                <a:pathLst>
                  <a:path w="43" h="92">
                    <a:moveTo>
                      <a:pt x="0" y="0"/>
                    </a:moveTo>
                    <a:lnTo>
                      <a:pt x="43" y="0"/>
                    </a:lnTo>
                    <a:lnTo>
                      <a:pt x="43" y="92"/>
                    </a:lnTo>
                    <a:lnTo>
                      <a:pt x="0" y="92"/>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17" name="Freeform 26">
                <a:extLst>
                  <a:ext uri="{FF2B5EF4-FFF2-40B4-BE49-F238E27FC236}">
                    <a16:creationId xmlns:a16="http://schemas.microsoft.com/office/drawing/2014/main" id="{9F45CA70-B57F-4906-82D2-D6C31F86E562}"/>
                  </a:ext>
                </a:extLst>
              </p:cNvPr>
              <p:cNvSpPr>
                <a:spLocks/>
              </p:cNvSpPr>
              <p:nvPr/>
            </p:nvSpPr>
            <p:spPr bwMode="auto">
              <a:xfrm>
                <a:off x="1371545" y="3642225"/>
                <a:ext cx="156215" cy="59588"/>
              </a:xfrm>
              <a:custGeom>
                <a:avLst/>
                <a:gdLst>
                  <a:gd name="T0" fmla="*/ 0 w 97"/>
                  <a:gd name="T1" fmla="*/ 0 h 37"/>
                  <a:gd name="T2" fmla="*/ 97 w 97"/>
                  <a:gd name="T3" fmla="*/ 0 h 37"/>
                  <a:gd name="T4" fmla="*/ 97 w 97"/>
                  <a:gd name="T5" fmla="*/ 37 h 37"/>
                  <a:gd name="T6" fmla="*/ 0 w 97"/>
                  <a:gd name="T7" fmla="*/ 37 h 37"/>
                  <a:gd name="T8" fmla="*/ 0 w 97"/>
                  <a:gd name="T9" fmla="*/ 0 h 37"/>
                  <a:gd name="T10" fmla="*/ 0 w 97"/>
                  <a:gd name="T11" fmla="*/ 0 h 37"/>
                </a:gdLst>
                <a:ahLst/>
                <a:cxnLst>
                  <a:cxn ang="0">
                    <a:pos x="T0" y="T1"/>
                  </a:cxn>
                  <a:cxn ang="0">
                    <a:pos x="T2" y="T3"/>
                  </a:cxn>
                  <a:cxn ang="0">
                    <a:pos x="T4" y="T5"/>
                  </a:cxn>
                  <a:cxn ang="0">
                    <a:pos x="T6" y="T7"/>
                  </a:cxn>
                  <a:cxn ang="0">
                    <a:pos x="T8" y="T9"/>
                  </a:cxn>
                  <a:cxn ang="0">
                    <a:pos x="T10" y="T11"/>
                  </a:cxn>
                </a:cxnLst>
                <a:rect l="0" t="0" r="r" b="b"/>
                <a:pathLst>
                  <a:path w="97" h="37">
                    <a:moveTo>
                      <a:pt x="0" y="0"/>
                    </a:moveTo>
                    <a:lnTo>
                      <a:pt x="97" y="0"/>
                    </a:lnTo>
                    <a:lnTo>
                      <a:pt x="97" y="37"/>
                    </a:lnTo>
                    <a:lnTo>
                      <a:pt x="0" y="37"/>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18" name="Freeform 27">
                <a:extLst>
                  <a:ext uri="{FF2B5EF4-FFF2-40B4-BE49-F238E27FC236}">
                    <a16:creationId xmlns:a16="http://schemas.microsoft.com/office/drawing/2014/main" id="{419410B5-E746-4998-8806-6FB97F51D3B9}"/>
                  </a:ext>
                </a:extLst>
              </p:cNvPr>
              <p:cNvSpPr>
                <a:spLocks/>
              </p:cNvSpPr>
              <p:nvPr/>
            </p:nvSpPr>
            <p:spPr bwMode="auto">
              <a:xfrm>
                <a:off x="1622777" y="3642225"/>
                <a:ext cx="161046" cy="59588"/>
              </a:xfrm>
              <a:custGeom>
                <a:avLst/>
                <a:gdLst>
                  <a:gd name="T0" fmla="*/ 0 w 100"/>
                  <a:gd name="T1" fmla="*/ 37 h 37"/>
                  <a:gd name="T2" fmla="*/ 0 w 100"/>
                  <a:gd name="T3" fmla="*/ 0 h 37"/>
                  <a:gd name="T4" fmla="*/ 100 w 100"/>
                  <a:gd name="T5" fmla="*/ 0 h 37"/>
                  <a:gd name="T6" fmla="*/ 64 w 100"/>
                  <a:gd name="T7" fmla="*/ 37 h 37"/>
                  <a:gd name="T8" fmla="*/ 0 w 100"/>
                  <a:gd name="T9" fmla="*/ 37 h 37"/>
                  <a:gd name="T10" fmla="*/ 0 w 100"/>
                  <a:gd name="T11" fmla="*/ 37 h 37"/>
                  <a:gd name="T12" fmla="*/ 0 w 100"/>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100" h="37">
                    <a:moveTo>
                      <a:pt x="0" y="37"/>
                    </a:moveTo>
                    <a:lnTo>
                      <a:pt x="0" y="0"/>
                    </a:lnTo>
                    <a:lnTo>
                      <a:pt x="100" y="0"/>
                    </a:lnTo>
                    <a:lnTo>
                      <a:pt x="64" y="37"/>
                    </a:lnTo>
                    <a:lnTo>
                      <a:pt x="0" y="37"/>
                    </a:lnTo>
                    <a:lnTo>
                      <a:pt x="0" y="37"/>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19" name="Freeform 28">
                <a:extLst>
                  <a:ext uri="{FF2B5EF4-FFF2-40B4-BE49-F238E27FC236}">
                    <a16:creationId xmlns:a16="http://schemas.microsoft.com/office/drawing/2014/main" id="{D0C0ABC3-3F7B-4BDF-841C-626C6195B03C}"/>
                  </a:ext>
                </a:extLst>
              </p:cNvPr>
              <p:cNvSpPr>
                <a:spLocks/>
              </p:cNvSpPr>
              <p:nvPr/>
            </p:nvSpPr>
            <p:spPr bwMode="auto">
              <a:xfrm>
                <a:off x="1622777" y="4212330"/>
                <a:ext cx="161046" cy="72471"/>
              </a:xfrm>
              <a:custGeom>
                <a:avLst/>
                <a:gdLst>
                  <a:gd name="T0" fmla="*/ 0 w 100"/>
                  <a:gd name="T1" fmla="*/ 0 h 45"/>
                  <a:gd name="T2" fmla="*/ 100 w 100"/>
                  <a:gd name="T3" fmla="*/ 0 h 45"/>
                  <a:gd name="T4" fmla="*/ 100 w 100"/>
                  <a:gd name="T5" fmla="*/ 45 h 45"/>
                  <a:gd name="T6" fmla="*/ 0 w 100"/>
                  <a:gd name="T7" fmla="*/ 45 h 45"/>
                  <a:gd name="T8" fmla="*/ 0 w 100"/>
                  <a:gd name="T9" fmla="*/ 0 h 45"/>
                  <a:gd name="T10" fmla="*/ 0 w 100"/>
                  <a:gd name="T11" fmla="*/ 0 h 45"/>
                </a:gdLst>
                <a:ahLst/>
                <a:cxnLst>
                  <a:cxn ang="0">
                    <a:pos x="T0" y="T1"/>
                  </a:cxn>
                  <a:cxn ang="0">
                    <a:pos x="T2" y="T3"/>
                  </a:cxn>
                  <a:cxn ang="0">
                    <a:pos x="T4" y="T5"/>
                  </a:cxn>
                  <a:cxn ang="0">
                    <a:pos x="T6" y="T7"/>
                  </a:cxn>
                  <a:cxn ang="0">
                    <a:pos x="T8" y="T9"/>
                  </a:cxn>
                  <a:cxn ang="0">
                    <a:pos x="T10" y="T11"/>
                  </a:cxn>
                </a:cxnLst>
                <a:rect l="0" t="0" r="r" b="b"/>
                <a:pathLst>
                  <a:path w="100" h="45">
                    <a:moveTo>
                      <a:pt x="0" y="0"/>
                    </a:moveTo>
                    <a:lnTo>
                      <a:pt x="100" y="0"/>
                    </a:lnTo>
                    <a:lnTo>
                      <a:pt x="100"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20" name="Freeform 29">
                <a:extLst>
                  <a:ext uri="{FF2B5EF4-FFF2-40B4-BE49-F238E27FC236}">
                    <a16:creationId xmlns:a16="http://schemas.microsoft.com/office/drawing/2014/main" id="{056BBB78-8554-465F-92DD-79042FA25EBC}"/>
                  </a:ext>
                </a:extLst>
              </p:cNvPr>
              <p:cNvSpPr>
                <a:spLocks/>
              </p:cNvSpPr>
              <p:nvPr/>
            </p:nvSpPr>
            <p:spPr bwMode="auto">
              <a:xfrm>
                <a:off x="1371545"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21" name="Freeform 30">
                <a:extLst>
                  <a:ext uri="{FF2B5EF4-FFF2-40B4-BE49-F238E27FC236}">
                    <a16:creationId xmlns:a16="http://schemas.microsoft.com/office/drawing/2014/main" id="{2050BDA0-BFAC-425E-A048-6265A6D61672}"/>
                  </a:ext>
                </a:extLst>
              </p:cNvPr>
              <p:cNvSpPr>
                <a:spLocks/>
              </p:cNvSpPr>
              <p:nvPr/>
            </p:nvSpPr>
            <p:spPr bwMode="auto">
              <a:xfrm>
                <a:off x="1371545"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22" name="Freeform 31">
                <a:extLst>
                  <a:ext uri="{FF2B5EF4-FFF2-40B4-BE49-F238E27FC236}">
                    <a16:creationId xmlns:a16="http://schemas.microsoft.com/office/drawing/2014/main" id="{35606E64-DBE4-475A-89ED-A5D60575964D}"/>
                  </a:ext>
                </a:extLst>
              </p:cNvPr>
              <p:cNvSpPr>
                <a:spLocks/>
              </p:cNvSpPr>
              <p:nvPr/>
            </p:nvSpPr>
            <p:spPr bwMode="auto">
              <a:xfrm>
                <a:off x="1371545"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23" name="Freeform 32">
                <a:extLst>
                  <a:ext uri="{FF2B5EF4-FFF2-40B4-BE49-F238E27FC236}">
                    <a16:creationId xmlns:a16="http://schemas.microsoft.com/office/drawing/2014/main" id="{5268B77F-66CC-4465-8A48-D9D771F17252}"/>
                  </a:ext>
                </a:extLst>
              </p:cNvPr>
              <p:cNvSpPr>
                <a:spLocks/>
              </p:cNvSpPr>
              <p:nvPr/>
            </p:nvSpPr>
            <p:spPr bwMode="auto">
              <a:xfrm>
                <a:off x="1969027"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24" name="Freeform 33">
                <a:extLst>
                  <a:ext uri="{FF2B5EF4-FFF2-40B4-BE49-F238E27FC236}">
                    <a16:creationId xmlns:a16="http://schemas.microsoft.com/office/drawing/2014/main" id="{57977794-24EF-4FCB-A2E8-B23576982EE7}"/>
                  </a:ext>
                </a:extLst>
              </p:cNvPr>
              <p:cNvSpPr>
                <a:spLocks/>
              </p:cNvSpPr>
              <p:nvPr/>
            </p:nvSpPr>
            <p:spPr bwMode="auto">
              <a:xfrm>
                <a:off x="1882062"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25" name="Freeform 34">
                <a:extLst>
                  <a:ext uri="{FF2B5EF4-FFF2-40B4-BE49-F238E27FC236}">
                    <a16:creationId xmlns:a16="http://schemas.microsoft.com/office/drawing/2014/main" id="{B54508A9-900B-40F4-982B-BD5AFAE8430D}"/>
                  </a:ext>
                </a:extLst>
              </p:cNvPr>
              <p:cNvSpPr>
                <a:spLocks/>
              </p:cNvSpPr>
              <p:nvPr/>
            </p:nvSpPr>
            <p:spPr bwMode="auto">
              <a:xfrm>
                <a:off x="1969027"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26" name="Freeform 35">
                <a:extLst>
                  <a:ext uri="{FF2B5EF4-FFF2-40B4-BE49-F238E27FC236}">
                    <a16:creationId xmlns:a16="http://schemas.microsoft.com/office/drawing/2014/main" id="{0807C442-D4B7-4437-B7B7-569611FB999C}"/>
                  </a:ext>
                </a:extLst>
              </p:cNvPr>
              <p:cNvSpPr>
                <a:spLocks/>
              </p:cNvSpPr>
              <p:nvPr/>
            </p:nvSpPr>
            <p:spPr bwMode="auto">
              <a:xfrm>
                <a:off x="1725847" y="3466684"/>
                <a:ext cx="468645" cy="471867"/>
              </a:xfrm>
              <a:custGeom>
                <a:avLst/>
                <a:gdLst>
                  <a:gd name="T0" fmla="*/ 208 w 291"/>
                  <a:gd name="T1" fmla="*/ 0 h 293"/>
                  <a:gd name="T2" fmla="*/ 0 w 291"/>
                  <a:gd name="T3" fmla="*/ 196 h 293"/>
                  <a:gd name="T4" fmla="*/ 92 w 291"/>
                  <a:gd name="T5" fmla="*/ 293 h 293"/>
                  <a:gd name="T6" fmla="*/ 291 w 291"/>
                  <a:gd name="T7" fmla="*/ 94 h 293"/>
                  <a:gd name="T8" fmla="*/ 208 w 291"/>
                  <a:gd name="T9" fmla="*/ 0 h 293"/>
                  <a:gd name="T10" fmla="*/ 208 w 291"/>
                  <a:gd name="T11" fmla="*/ 0 h 293"/>
                  <a:gd name="T12" fmla="*/ 208 w 291"/>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91" h="293">
                    <a:moveTo>
                      <a:pt x="208" y="0"/>
                    </a:moveTo>
                    <a:lnTo>
                      <a:pt x="0" y="196"/>
                    </a:lnTo>
                    <a:lnTo>
                      <a:pt x="92" y="293"/>
                    </a:lnTo>
                    <a:lnTo>
                      <a:pt x="291" y="94"/>
                    </a:lnTo>
                    <a:lnTo>
                      <a:pt x="208" y="0"/>
                    </a:lnTo>
                    <a:lnTo>
                      <a:pt x="208" y="0"/>
                    </a:lnTo>
                    <a:lnTo>
                      <a:pt x="20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27" name="Freeform 36">
                <a:extLst>
                  <a:ext uri="{FF2B5EF4-FFF2-40B4-BE49-F238E27FC236}">
                    <a16:creationId xmlns:a16="http://schemas.microsoft.com/office/drawing/2014/main" id="{1A297683-31C7-42FE-9475-F87B67628B38}"/>
                  </a:ext>
                </a:extLst>
              </p:cNvPr>
              <p:cNvSpPr>
                <a:spLocks/>
              </p:cNvSpPr>
              <p:nvPr/>
            </p:nvSpPr>
            <p:spPr bwMode="auto">
              <a:xfrm>
                <a:off x="1619556" y="3849975"/>
                <a:ext cx="190035" cy="172320"/>
              </a:xfrm>
              <a:custGeom>
                <a:avLst/>
                <a:gdLst>
                  <a:gd name="T0" fmla="*/ 35 w 118"/>
                  <a:gd name="T1" fmla="*/ 0 h 107"/>
                  <a:gd name="T2" fmla="*/ 0 w 118"/>
                  <a:gd name="T3" fmla="*/ 107 h 107"/>
                  <a:gd name="T4" fmla="*/ 118 w 118"/>
                  <a:gd name="T5" fmla="*/ 81 h 107"/>
                  <a:gd name="T6" fmla="*/ 35 w 118"/>
                  <a:gd name="T7" fmla="*/ 0 h 107"/>
                  <a:gd name="T8" fmla="*/ 35 w 118"/>
                  <a:gd name="T9" fmla="*/ 0 h 107"/>
                  <a:gd name="T10" fmla="*/ 35 w 118"/>
                  <a:gd name="T11" fmla="*/ 0 h 107"/>
                </a:gdLst>
                <a:ahLst/>
                <a:cxnLst>
                  <a:cxn ang="0">
                    <a:pos x="T0" y="T1"/>
                  </a:cxn>
                  <a:cxn ang="0">
                    <a:pos x="T2" y="T3"/>
                  </a:cxn>
                  <a:cxn ang="0">
                    <a:pos x="T4" y="T5"/>
                  </a:cxn>
                  <a:cxn ang="0">
                    <a:pos x="T6" y="T7"/>
                  </a:cxn>
                  <a:cxn ang="0">
                    <a:pos x="T8" y="T9"/>
                  </a:cxn>
                  <a:cxn ang="0">
                    <a:pos x="T10" y="T11"/>
                  </a:cxn>
                </a:cxnLst>
                <a:rect l="0" t="0" r="r" b="b"/>
                <a:pathLst>
                  <a:path w="118" h="107">
                    <a:moveTo>
                      <a:pt x="35" y="0"/>
                    </a:moveTo>
                    <a:lnTo>
                      <a:pt x="0" y="107"/>
                    </a:lnTo>
                    <a:lnTo>
                      <a:pt x="118" y="81"/>
                    </a:lnTo>
                    <a:lnTo>
                      <a:pt x="35" y="0"/>
                    </a:lnTo>
                    <a:lnTo>
                      <a:pt x="35" y="0"/>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E46D5D4F-0883-42E6-9F6E-741453E80B4E}"/>
                  </a:ext>
                </a:extLst>
              </p:cNvPr>
              <p:cNvSpPr txBox="1"/>
              <p:nvPr/>
            </p:nvSpPr>
            <p:spPr>
              <a:xfrm>
                <a:off x="1462486" y="5364540"/>
                <a:ext cx="21854714" cy="1569660"/>
              </a:xfrm>
              <a:prstGeom prst="rect">
                <a:avLst/>
              </a:prstGeom>
              <a:noFill/>
            </p:spPr>
            <p:txBody>
              <a:bodyPr wrap="square">
                <a:spAutoFit/>
              </a:bodyPr>
              <a:lstStyle/>
              <a:p>
                <a:r>
                  <a:rPr lang="fr-FR" sz="4800" b="1" dirty="0">
                    <a:latin typeface="Tahoma" panose="020B0604030504040204" pitchFamily="34" charset="0"/>
                    <a:ea typeface="Tahoma" panose="020B0604030504040204" pitchFamily="34" charset="0"/>
                    <a:cs typeface="Tahoma" panose="020B0604030504040204" pitchFamily="34" charset="0"/>
                  </a:rPr>
                  <a:t>Cho </a:t>
                </a:r>
                <a:r>
                  <a:rPr lang="fr-FR" sz="4800" b="1" dirty="0" err="1">
                    <a:latin typeface="Tahoma" panose="020B0604030504040204" pitchFamily="34" charset="0"/>
                    <a:ea typeface="Tahoma" panose="020B0604030504040204" pitchFamily="34" charset="0"/>
                    <a:cs typeface="Tahoma" panose="020B0604030504040204" pitchFamily="34" charset="0"/>
                  </a:rPr>
                  <a:t>các</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𝑷</m:t>
                    </m:r>
                  </m:oMath>
                </a14:m>
                <a:r>
                  <a:rPr lang="fr-FR" sz="4800" b="1" dirty="0">
                    <a:latin typeface="Tahoma" panose="020B0604030504040204" pitchFamily="34" charset="0"/>
                    <a:ea typeface="Tahoma" panose="020B0604030504040204" pitchFamily="34" charset="0"/>
                    <a:cs typeface="Tahoma" panose="020B0604030504040204" pitchFamily="34" charset="0"/>
                  </a:rPr>
                  <a:t> : “</a:t>
                </a:r>
                <a14:m>
                  <m:oMath xmlns:m="http://schemas.openxmlformats.org/officeDocument/2006/math">
                    <m:r>
                      <a:rPr lang="fr-FR" sz="4800" b="1" i="1">
                        <a:latin typeface="Cambria Math" panose="02040503050406030204" pitchFamily="18" charset="0"/>
                      </a:rPr>
                      <m:t>𝒂</m:t>
                    </m:r>
                  </m:oMath>
                </a14:m>
                <a:r>
                  <a:rPr lang="vi-VN"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𝒃</m:t>
                    </m:r>
                    <m:r>
                      <a:rPr lang="vi-VN" sz="4800" b="1" i="1" smtClean="0">
                        <a:latin typeface="Cambria Math" panose="02040503050406030204" pitchFamily="18" charset="0"/>
                      </a:rPr>
                      <m:t> </m:t>
                    </m:r>
                  </m:oMath>
                </a14:m>
                <a:r>
                  <a:rPr lang="fr-FR" sz="4800" b="1" dirty="0">
                    <a:latin typeface="Tahoma" panose="020B0604030504040204" pitchFamily="34" charset="0"/>
                    <a:ea typeface="Tahoma" panose="020B0604030504040204" pitchFamily="34" charset="0"/>
                    <a:cs typeface="Tahoma" panose="020B0604030504040204" pitchFamily="34" charset="0"/>
                  </a:rPr>
                  <a:t>chia </a:t>
                </a:r>
                <a:r>
                  <a:rPr lang="fr-FR" sz="4800" b="1" dirty="0" err="1">
                    <a:latin typeface="Tahoma" panose="020B0604030504040204" pitchFamily="34" charset="0"/>
                    <a:ea typeface="Tahoma" panose="020B0604030504040204" pitchFamily="34" charset="0"/>
                    <a:cs typeface="Tahoma" panose="020B0604030504040204" pitchFamily="34" charset="0"/>
                  </a:rPr>
                  <a:t>hết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cho</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𝒄</m:t>
                    </m:r>
                  </m:oMath>
                </a14:m>
                <a:r>
                  <a:rPr lang="vi-VN" sz="4800" b="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 ;     </a:t>
                </a:r>
              </a:p>
              <a:p>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𝑸</m:t>
                    </m:r>
                  </m:oMath>
                </a14:m>
                <a:r>
                  <a:rPr lang="fr-FR" sz="4800" b="1" i="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a:t>
                </a:r>
                <a:r>
                  <a:rPr lang="fr-FR" sz="4800" b="1" i="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a:t>
                </a:r>
                <a14:m>
                  <m:oMath xmlns:m="http://schemas.openxmlformats.org/officeDocument/2006/math">
                    <m:r>
                      <a:rPr lang="fr-FR" sz="4800" b="1" i="1">
                        <a:latin typeface="Cambria Math" panose="02040503050406030204" pitchFamily="18" charset="0"/>
                      </a:rPr>
                      <m:t>𝒂</m:t>
                    </m:r>
                    <m:r>
                      <a:rPr lang="fr-FR" sz="4800" b="1" i="1">
                        <a:latin typeface="Cambria Math" panose="02040503050406030204" pitchFamily="18" charset="0"/>
                      </a:rPr>
                      <m:t>+</m:t>
                    </m:r>
                    <m:r>
                      <a:rPr lang="fr-FR" sz="4800" b="1" i="1">
                        <a:latin typeface="Cambria Math" panose="02040503050406030204" pitchFamily="18" charset="0"/>
                      </a:rPr>
                      <m:t>𝒃</m:t>
                    </m:r>
                    <m:r>
                      <a:rPr lang="vi-VN" sz="4800" b="1" i="1" smtClean="0">
                        <a:latin typeface="Cambria Math" panose="02040503050406030204" pitchFamily="18" charset="0"/>
                      </a:rPr>
                      <m:t> </m:t>
                    </m:r>
                  </m:oMath>
                </a14:m>
                <a:r>
                  <a:rPr lang="fr-FR" sz="4800" b="1" dirty="0">
                    <a:latin typeface="Tahoma" panose="020B0604030504040204" pitchFamily="34" charset="0"/>
                    <a:ea typeface="Tahoma" panose="020B0604030504040204" pitchFamily="34" charset="0"/>
                    <a:cs typeface="Tahoma" panose="020B0604030504040204" pitchFamily="34" charset="0"/>
                  </a:rPr>
                  <a:t>chia </a:t>
                </a:r>
                <a:r>
                  <a:rPr lang="fr-FR" sz="4800" b="1" dirty="0" err="1">
                    <a:latin typeface="Tahoma" panose="020B0604030504040204" pitchFamily="34" charset="0"/>
                    <a:ea typeface="Tahoma" panose="020B0604030504040204" pitchFamily="34" charset="0"/>
                    <a:cs typeface="Tahoma" panose="020B0604030504040204" pitchFamily="34" charset="0"/>
                  </a:rPr>
                  <a:t>hết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cho</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𝒄</m:t>
                    </m:r>
                    <m:r>
                      <a:rPr lang="vi-VN" sz="4800" b="1" i="1" smtClean="0">
                        <a:latin typeface="Cambria Math" panose="02040503050406030204" pitchFamily="18" charset="0"/>
                      </a:rPr>
                      <m:t> </m:t>
                    </m:r>
                  </m:oMath>
                </a14:m>
                <a:r>
                  <a:rPr lang="fr-FR" sz="4800" b="1" dirty="0">
                    <a:latin typeface="Tahoma" panose="020B0604030504040204" pitchFamily="34" charset="0"/>
                    <a:ea typeface="Tahoma" panose="020B0604030504040204" pitchFamily="34" charset="0"/>
                    <a:cs typeface="Tahoma" panose="020B0604030504040204" pitchFamily="34" charset="0"/>
                  </a:rPr>
                  <a:t>” </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28" name="TextBox 127">
                <a:extLst>
                  <a:ext uri="{FF2B5EF4-FFF2-40B4-BE49-F238E27FC236}">
                    <a16:creationId xmlns:a16="http://schemas.microsoft.com/office/drawing/2014/main" id="{E46D5D4F-0883-42E6-9F6E-741453E80B4E}"/>
                  </a:ext>
                </a:extLst>
              </p:cNvPr>
              <p:cNvSpPr txBox="1">
                <a:spLocks noRot="1" noChangeAspect="1" noMove="1" noResize="1" noEditPoints="1" noAdjustHandles="1" noChangeArrowheads="1" noChangeShapeType="1" noTextEdit="1"/>
              </p:cNvSpPr>
              <p:nvPr/>
            </p:nvSpPr>
            <p:spPr>
              <a:xfrm>
                <a:off x="1462486" y="5364540"/>
                <a:ext cx="21854714" cy="1569660"/>
              </a:xfrm>
              <a:prstGeom prst="rect">
                <a:avLst/>
              </a:prstGeom>
              <a:blipFill>
                <a:blip r:embed="rId4"/>
                <a:stretch>
                  <a:fillRect l="-1283" t="-9302" b="-189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F1EBDB14-7786-44FA-97CC-EA82EC677E84}"/>
                  </a:ext>
                </a:extLst>
              </p:cNvPr>
              <p:cNvSpPr txBox="1"/>
              <p:nvPr/>
            </p:nvSpPr>
            <p:spPr>
              <a:xfrm>
                <a:off x="1566745" y="7377276"/>
                <a:ext cx="21854714" cy="3046988"/>
              </a:xfrm>
              <a:prstGeom prst="rect">
                <a:avLst/>
              </a:prstGeom>
              <a:noFill/>
            </p:spPr>
            <p:txBody>
              <a:bodyPr wrap="square">
                <a:spAutoFit/>
              </a:bodyPr>
              <a:lstStyle/>
              <a:p>
                <a:r>
                  <a:rPr lang="fr-FR" sz="4800" b="1">
                    <a:latin typeface="Tahoma" panose="020B0604030504040204" pitchFamily="34" charset="0"/>
                    <a:ea typeface="Tahoma" panose="020B0604030504040204" pitchFamily="34" charset="0"/>
                    <a:cs typeface="Tahoma" panose="020B0604030504040204" pitchFamily="34" charset="0"/>
                  </a:rPr>
                  <a:t>a) Hãy phát biểu định lí </a:t>
                </a:r>
                <a14:m>
                  <m:oMath xmlns:m="http://schemas.openxmlformats.org/officeDocument/2006/math">
                    <m:r>
                      <a:rPr lang="fr-FR" sz="4800" b="1" i="1">
                        <a:latin typeface="Cambria Math" panose="02040503050406030204" pitchFamily="18" charset="0"/>
                      </a:rPr>
                      <m:t>𝑷</m:t>
                    </m:r>
                    <m:r>
                      <a:rPr lang="fr-FR" sz="4800" b="1" i="1">
                        <a:latin typeface="Cambria Math" panose="02040503050406030204" pitchFamily="18" charset="0"/>
                      </a:rPr>
                      <m:t>⇒</m:t>
                    </m:r>
                    <m:r>
                      <a:rPr lang="fr-FR" sz="4800" b="1" i="1">
                        <a:latin typeface="Cambria Math" panose="02040503050406030204" pitchFamily="18" charset="0"/>
                      </a:rPr>
                      <m:t>𝑸</m:t>
                    </m:r>
                  </m:oMath>
                </a14:m>
                <a:r>
                  <a:rPr lang="fr-FR" sz="4800" b="1">
                    <a:latin typeface="Tahoma" panose="020B0604030504040204" pitchFamily="34" charset="0"/>
                    <a:ea typeface="Tahoma" panose="020B0604030504040204" pitchFamily="34" charset="0"/>
                    <a:cs typeface="Tahoma" panose="020B0604030504040204" pitchFamily="34" charset="0"/>
                  </a:rPr>
                  <a:t>. Nêu giả thiết, kết luận của định lí và phát biểu định lí này dưới dạng điều kiện cần, điều kiện đủ.</a:t>
                </a:r>
                <a:endParaRPr lang="en-US" sz="4800" b="1">
                  <a:latin typeface="Tahoma" panose="020B0604030504040204" pitchFamily="34" charset="0"/>
                  <a:ea typeface="Tahoma" panose="020B0604030504040204" pitchFamily="34" charset="0"/>
                  <a:cs typeface="Tahoma" panose="020B0604030504040204" pitchFamily="34" charset="0"/>
                </a:endParaRPr>
              </a:p>
              <a:p>
                <a:r>
                  <a:rPr lang="fr-FR" sz="4800" b="1">
                    <a:latin typeface="Tahoma" panose="020B0604030504040204" pitchFamily="34" charset="0"/>
                    <a:ea typeface="Tahoma" panose="020B0604030504040204" pitchFamily="34" charset="0"/>
                    <a:cs typeface="Tahoma" panose="020B0604030504040204" pitchFamily="34" charset="0"/>
                  </a:rPr>
                  <a:t>b) Hãy phát biểu mệnh đề đảo của mệnh đề </a:t>
                </a:r>
                <a14:m>
                  <m:oMath xmlns:m="http://schemas.openxmlformats.org/officeDocument/2006/math">
                    <m:r>
                      <a:rPr lang="fr-FR" sz="4800" b="1" i="1">
                        <a:latin typeface="Cambria Math" panose="02040503050406030204" pitchFamily="18" charset="0"/>
                      </a:rPr>
                      <m:t>𝑷</m:t>
                    </m:r>
                    <m:r>
                      <a:rPr lang="fr-FR" sz="4800" b="1" i="1">
                        <a:latin typeface="Cambria Math" panose="02040503050406030204" pitchFamily="18" charset="0"/>
                      </a:rPr>
                      <m:t>⇒</m:t>
                    </m:r>
                    <m:r>
                      <a:rPr lang="fr-FR" sz="4800" b="1" i="1">
                        <a:latin typeface="Cambria Math" panose="02040503050406030204" pitchFamily="18" charset="0"/>
                      </a:rPr>
                      <m:t>𝑸</m:t>
                    </m:r>
                  </m:oMath>
                </a14:m>
                <a:r>
                  <a:rPr lang="fr-FR" sz="4800" b="1">
                    <a:latin typeface="Tahoma" panose="020B0604030504040204" pitchFamily="34" charset="0"/>
                    <a:ea typeface="Tahoma" panose="020B0604030504040204" pitchFamily="34" charset="0"/>
                    <a:cs typeface="Tahoma" panose="020B0604030504040204" pitchFamily="34" charset="0"/>
                  </a:rPr>
                  <a:t> xác định tính đúng sai của mệnh đề đảo này.</a:t>
                </a:r>
                <a:endParaRPr lang="en-US" sz="4800"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36" name="TextBox 135">
                <a:extLst>
                  <a:ext uri="{FF2B5EF4-FFF2-40B4-BE49-F238E27FC236}">
                    <a16:creationId xmlns:a16="http://schemas.microsoft.com/office/drawing/2014/main" id="{F1EBDB14-7786-44FA-97CC-EA82EC677E84}"/>
                  </a:ext>
                </a:extLst>
              </p:cNvPr>
              <p:cNvSpPr txBox="1">
                <a:spLocks noRot="1" noChangeAspect="1" noMove="1" noResize="1" noEditPoints="1" noAdjustHandles="1" noChangeArrowheads="1" noChangeShapeType="1" noTextEdit="1"/>
              </p:cNvSpPr>
              <p:nvPr/>
            </p:nvSpPr>
            <p:spPr>
              <a:xfrm>
                <a:off x="1566745" y="7377276"/>
                <a:ext cx="21854714" cy="3046988"/>
              </a:xfrm>
              <a:prstGeom prst="rect">
                <a:avLst/>
              </a:prstGeom>
              <a:blipFill>
                <a:blip r:embed="rId5"/>
                <a:stretch>
                  <a:fillRect l="-1255" t="-4800" b="-9600"/>
                </a:stretch>
              </a:blipFill>
            </p:spPr>
            <p:txBody>
              <a:bodyPr/>
              <a:lstStyle/>
              <a:p>
                <a:r>
                  <a:rPr lang="en-US">
                    <a:noFill/>
                  </a:rPr>
                  <a:t> </a:t>
                </a:r>
              </a:p>
            </p:txBody>
          </p:sp>
        </mc:Fallback>
      </mc:AlternateContent>
      <p:sp>
        <p:nvSpPr>
          <p:cNvPr id="138" name="Rounded Rectangle 13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42" name="TextBox 14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5394728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inVertical)">
                                      <p:cBhvr>
                                        <p:cTn id="7" dur="500"/>
                                        <p:tgtEl>
                                          <p:spTgt spid="46"/>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89"/>
                                        </p:tgtEl>
                                        <p:attrNameLst>
                                          <p:attrName>style.visibility</p:attrName>
                                        </p:attrNameLst>
                                      </p:cBhvr>
                                      <p:to>
                                        <p:strVal val="visible"/>
                                      </p:to>
                                    </p:set>
                                    <p:animEffect transition="in" filter="barn(inVertical)">
                                      <p:cBhvr>
                                        <p:cTn id="11" dur="500"/>
                                        <p:tgtEl>
                                          <p:spTgt spid="8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94"/>
                                        </p:tgtEl>
                                        <p:attrNameLst>
                                          <p:attrName>style.visibility</p:attrName>
                                        </p:attrNameLst>
                                      </p:cBhvr>
                                      <p:to>
                                        <p:strVal val="visible"/>
                                      </p:to>
                                    </p:set>
                                    <p:animEffect transition="in" filter="wipe(down)">
                                      <p:cBhvr>
                                        <p:cTn id="16" dur="500"/>
                                        <p:tgtEl>
                                          <p:spTgt spid="94"/>
                                        </p:tgtEl>
                                      </p:cBhvr>
                                    </p:animEffect>
                                  </p:childTnLst>
                                </p:cTn>
                              </p:par>
                            </p:childTnLst>
                          </p:cTn>
                        </p:par>
                        <p:par>
                          <p:cTn id="17" fill="hold">
                            <p:stCondLst>
                              <p:cond delay="500"/>
                            </p:stCondLst>
                            <p:childTnLst>
                              <p:par>
                                <p:cTn id="18" presetID="1" presetClass="entr" presetSubtype="0" fill="hold" nodeType="afterEffect">
                                  <p:stCondLst>
                                    <p:cond delay="0"/>
                                  </p:stCondLst>
                                  <p:childTnLst>
                                    <p:set>
                                      <p:cBhvr>
                                        <p:cTn id="19" dur="1" fill="hold">
                                          <p:stCondLst>
                                            <p:cond delay="0"/>
                                          </p:stCondLst>
                                        </p:cTn>
                                        <p:tgtEl>
                                          <p:spTgt spid="128">
                                            <p:txEl>
                                              <p:pRg st="0" end="0"/>
                                            </p:txEl>
                                          </p:spTgt>
                                        </p:tgtEl>
                                        <p:attrNameLst>
                                          <p:attrName>style.visibility</p:attrName>
                                        </p:attrNameLst>
                                      </p:cBhvr>
                                      <p:to>
                                        <p:strVal val="visible"/>
                                      </p:to>
                                    </p:set>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0"/>
                                          </p:stCondLst>
                                        </p:cTn>
                                        <p:tgtEl>
                                          <p:spTgt spid="128">
                                            <p:txEl>
                                              <p:pRg st="1" end="1"/>
                                            </p:txEl>
                                          </p:spTgt>
                                        </p:tgtEl>
                                        <p:attrNameLst>
                                          <p:attrName>style.visibility</p:attrName>
                                        </p:attrNameLst>
                                      </p:cBhvr>
                                      <p:to>
                                        <p:strVal val="visible"/>
                                      </p:to>
                                    </p:set>
                                  </p:childTnLst>
                                </p:cTn>
                              </p:par>
                            </p:childTnLst>
                          </p:cTn>
                        </p:par>
                        <p:par>
                          <p:cTn id="23" fill="hold">
                            <p:stCondLst>
                              <p:cond delay="500"/>
                            </p:stCondLst>
                            <p:childTnLst>
                              <p:par>
                                <p:cTn id="24" presetID="1" presetClass="entr" presetSubtype="0" fill="hold" nodeType="afterEffect">
                                  <p:stCondLst>
                                    <p:cond delay="0"/>
                                  </p:stCondLst>
                                  <p:childTnLst>
                                    <p:set>
                                      <p:cBhvr>
                                        <p:cTn id="25" dur="1" fill="hold">
                                          <p:stCondLst>
                                            <p:cond delay="0"/>
                                          </p:stCondLst>
                                        </p:cTn>
                                        <p:tgtEl>
                                          <p:spTgt spid="136">
                                            <p:txEl>
                                              <p:pRg st="0" end="0"/>
                                            </p:txEl>
                                          </p:spTgt>
                                        </p:tgtEl>
                                        <p:attrNameLst>
                                          <p:attrName>style.visibility</p:attrName>
                                        </p:attrNameLst>
                                      </p:cBhvr>
                                      <p:to>
                                        <p:strVal val="visible"/>
                                      </p:to>
                                    </p:set>
                                  </p:childTnLst>
                                </p:cTn>
                              </p:par>
                            </p:childTnLst>
                          </p:cTn>
                        </p:par>
                        <p:par>
                          <p:cTn id="26" fill="hold">
                            <p:stCondLst>
                              <p:cond delay="500"/>
                            </p:stCondLst>
                            <p:childTnLst>
                              <p:par>
                                <p:cTn id="27" presetID="1" presetClass="entr" presetSubtype="0" fill="hold" nodeType="afterEffect">
                                  <p:stCondLst>
                                    <p:cond delay="0"/>
                                  </p:stCondLst>
                                  <p:childTnLst>
                                    <p:set>
                                      <p:cBhvr>
                                        <p:cTn id="28" dur="1" fill="hold">
                                          <p:stCondLst>
                                            <p:cond delay="0"/>
                                          </p:stCondLst>
                                        </p:cTn>
                                        <p:tgtEl>
                                          <p:spTgt spid="13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Rectangle 13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nvGrpSpPr>
          <p:cNvPr id="46" name="Group 45">
            <a:extLst>
              <a:ext uri="{FF2B5EF4-FFF2-40B4-BE49-F238E27FC236}">
                <a16:creationId xmlns:a16="http://schemas.microsoft.com/office/drawing/2014/main" id="{2D5F1879-E2C7-42CA-94F8-92FF592236D3}"/>
              </a:ext>
            </a:extLst>
          </p:cNvPr>
          <p:cNvGrpSpPr/>
          <p:nvPr/>
        </p:nvGrpSpPr>
        <p:grpSpPr>
          <a:xfrm>
            <a:off x="1055781" y="2501634"/>
            <a:ext cx="18592800" cy="830997"/>
            <a:chOff x="777875" y="1892299"/>
            <a:chExt cx="18592800" cy="830995"/>
          </a:xfrm>
        </p:grpSpPr>
        <p:sp>
          <p:nvSpPr>
            <p:cNvPr id="47" name="Rounded Rectangle 71">
              <a:extLst>
                <a:ext uri="{FF2B5EF4-FFF2-40B4-BE49-F238E27FC236}">
                  <a16:creationId xmlns:a16="http://schemas.microsoft.com/office/drawing/2014/main" id="{F0A35595-F802-4630-9930-199628F3A69D}"/>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0CE9F260-F6B5-4B60-B6CC-114DE5655D54}"/>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3.</a:t>
              </a:r>
            </a:p>
          </p:txBody>
        </p:sp>
        <p:sp>
          <p:nvSpPr>
            <p:cNvPr id="87" name="TextBox 86">
              <a:extLst>
                <a:ext uri="{FF2B5EF4-FFF2-40B4-BE49-F238E27FC236}">
                  <a16:creationId xmlns:a16="http://schemas.microsoft.com/office/drawing/2014/main" id="{73CC5716-B3FF-415B-9257-8D082F557E10}"/>
                </a:ext>
              </a:extLst>
            </p:cNvPr>
            <p:cNvSpPr txBox="1"/>
            <p:nvPr/>
          </p:nvSpPr>
          <p:spPr>
            <a:xfrm>
              <a:off x="2087561" y="1892299"/>
              <a:ext cx="17283114" cy="830995"/>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MỆNH ĐỀ KÉO THEO</a:t>
              </a:r>
              <a:r>
                <a:rPr lang="vi-VN" sz="4800" b="1" dirty="0">
                  <a:solidFill>
                    <a:srgbClr val="145F82"/>
                  </a:solidFill>
                  <a:latin typeface="Tahoma" pitchFamily="34" charset="0"/>
                  <a:ea typeface="Tahoma" pitchFamily="34" charset="0"/>
                  <a:cs typeface="Tahoma" pitchFamily="34" charset="0"/>
                </a:rPr>
                <a:t>,</a:t>
              </a:r>
              <a:r>
                <a:rPr lang="en-US" sz="4800" b="1" dirty="0">
                  <a:solidFill>
                    <a:srgbClr val="145F82"/>
                  </a:solidFill>
                  <a:latin typeface="Tahoma" pitchFamily="34" charset="0"/>
                  <a:ea typeface="Tahoma" pitchFamily="34" charset="0"/>
                  <a:cs typeface="Tahoma" pitchFamily="34" charset="0"/>
                </a:rPr>
                <a:t> MỆNH ĐỀ ĐẢO.</a:t>
              </a:r>
            </a:p>
          </p:txBody>
        </p:sp>
      </p:grpSp>
      <p:grpSp>
        <p:nvGrpSpPr>
          <p:cNvPr id="89" name="Group 88">
            <a:extLst>
              <a:ext uri="{FF2B5EF4-FFF2-40B4-BE49-F238E27FC236}">
                <a16:creationId xmlns:a16="http://schemas.microsoft.com/office/drawing/2014/main" id="{B781ABD9-381E-49CB-AA78-B3B6EB3F0FB1}"/>
              </a:ext>
            </a:extLst>
          </p:cNvPr>
          <p:cNvGrpSpPr/>
          <p:nvPr/>
        </p:nvGrpSpPr>
        <p:grpSpPr>
          <a:xfrm>
            <a:off x="2193087" y="3429000"/>
            <a:ext cx="10837113" cy="852016"/>
            <a:chOff x="895143" y="2795826"/>
            <a:chExt cx="10417389" cy="852016"/>
          </a:xfrm>
        </p:grpSpPr>
        <p:sp>
          <p:nvSpPr>
            <p:cNvPr id="90" name="TextBox 89">
              <a:extLst>
                <a:ext uri="{FF2B5EF4-FFF2-40B4-BE49-F238E27FC236}">
                  <a16:creationId xmlns:a16="http://schemas.microsoft.com/office/drawing/2014/main" id="{8F0DDE0E-1FE1-4720-B1B3-CA0A2FE692A9}"/>
                </a:ext>
              </a:extLst>
            </p:cNvPr>
            <p:cNvSpPr txBox="1"/>
            <p:nvPr/>
          </p:nvSpPr>
          <p:spPr>
            <a:xfrm>
              <a:off x="2320932" y="2816845"/>
              <a:ext cx="8991600" cy="830997"/>
            </a:xfrm>
            <a:prstGeom prst="rect">
              <a:avLst/>
            </a:prstGeom>
            <a:noFill/>
          </p:spPr>
          <p:txBody>
            <a:bodyPr wrap="square" rtlCol="0">
              <a:spAutoFit/>
            </a:bodyPr>
            <a:lstStyle/>
            <a:p>
              <a:r>
                <a:rPr lang="en-US" sz="4800" b="1" err="1">
                  <a:solidFill>
                    <a:srgbClr val="145F82"/>
                  </a:solidFill>
                  <a:latin typeface="Tahoma" pitchFamily="34" charset="0"/>
                  <a:ea typeface="Tahoma" pitchFamily="34" charset="0"/>
                  <a:cs typeface="Tahoma" pitchFamily="34" charset="0"/>
                </a:rPr>
                <a:t>Mệnh</a:t>
              </a:r>
              <a:r>
                <a:rPr lang="en-US" sz="4800" b="1">
                  <a:solidFill>
                    <a:srgbClr val="145F82"/>
                  </a:solidFill>
                  <a:latin typeface="Tahoma" pitchFamily="34" charset="0"/>
                  <a:ea typeface="Tahoma" pitchFamily="34" charset="0"/>
                  <a:cs typeface="Tahoma" pitchFamily="34" charset="0"/>
                </a:rPr>
                <a:t> đề đảo</a:t>
              </a:r>
              <a:endParaRPr lang="en-US" sz="4800" b="1" dirty="0">
                <a:solidFill>
                  <a:srgbClr val="145F82"/>
                </a:solidFill>
                <a:latin typeface="Tahoma" pitchFamily="34" charset="0"/>
                <a:ea typeface="Tahoma" pitchFamily="34" charset="0"/>
                <a:cs typeface="Tahoma" pitchFamily="34" charset="0"/>
              </a:endParaRPr>
            </a:p>
          </p:txBody>
        </p:sp>
        <p:sp>
          <p:nvSpPr>
            <p:cNvPr id="91" name="Rounded Rectangle 7">
              <a:extLst>
                <a:ext uri="{FF2B5EF4-FFF2-40B4-BE49-F238E27FC236}">
                  <a16:creationId xmlns:a16="http://schemas.microsoft.com/office/drawing/2014/main" id="{453540BB-AD80-4484-AD7B-7FF1CA70B442}"/>
                </a:ext>
              </a:extLst>
            </p:cNvPr>
            <p:cNvSpPr/>
            <p:nvPr/>
          </p:nvSpPr>
          <p:spPr>
            <a:xfrm>
              <a:off x="895143" y="2823876"/>
              <a:ext cx="895051"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a:extLst>
                <a:ext uri="{FF2B5EF4-FFF2-40B4-BE49-F238E27FC236}">
                  <a16:creationId xmlns:a16="http://schemas.microsoft.com/office/drawing/2014/main" id="{6E6F790B-41EE-4900-A105-57479C75D2FC}"/>
                </a:ext>
              </a:extLst>
            </p:cNvPr>
            <p:cNvSpPr txBox="1"/>
            <p:nvPr/>
          </p:nvSpPr>
          <p:spPr>
            <a:xfrm>
              <a:off x="919509" y="2795826"/>
              <a:ext cx="689099" cy="769441"/>
            </a:xfrm>
            <a:prstGeom prst="rect">
              <a:avLst/>
            </a:prstGeom>
            <a:noFill/>
          </p:spPr>
          <p:txBody>
            <a:bodyPr wrap="none" rtlCol="0">
              <a:spAutoFit/>
            </a:bodyPr>
            <a:lstStyle/>
            <a:p>
              <a:pPr algn="ctr"/>
              <a:r>
                <a:rPr lang="en-US" sz="4400" b="1">
                  <a:solidFill>
                    <a:schemeClr val="bg1"/>
                  </a:solidFill>
                  <a:latin typeface="Tahoma" pitchFamily="34" charset="0"/>
                  <a:ea typeface="Tahoma" pitchFamily="34" charset="0"/>
                  <a:cs typeface="Tahoma" pitchFamily="34" charset="0"/>
                </a:rPr>
                <a:t>b.</a:t>
              </a:r>
            </a:p>
          </p:txBody>
        </p:sp>
      </p:grpSp>
      <p:sp>
        <p:nvSpPr>
          <p:cNvPr id="129" name="Rounded Rectangle 4">
            <a:extLst>
              <a:ext uri="{FF2B5EF4-FFF2-40B4-BE49-F238E27FC236}">
                <a16:creationId xmlns:a16="http://schemas.microsoft.com/office/drawing/2014/main" id="{E065736F-B75E-47C8-B9D3-C7F09449FD2C}"/>
              </a:ext>
            </a:extLst>
          </p:cNvPr>
          <p:cNvSpPr/>
          <p:nvPr/>
        </p:nvSpPr>
        <p:spPr>
          <a:xfrm>
            <a:off x="1055781" y="8567794"/>
            <a:ext cx="22261419" cy="4866992"/>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99FF99"/>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30" name="Group 129">
            <a:extLst>
              <a:ext uri="{FF2B5EF4-FFF2-40B4-BE49-F238E27FC236}">
                <a16:creationId xmlns:a16="http://schemas.microsoft.com/office/drawing/2014/main" id="{9D06AA7F-C5C4-4A61-9C78-C53561C07503}"/>
              </a:ext>
            </a:extLst>
          </p:cNvPr>
          <p:cNvGrpSpPr/>
          <p:nvPr/>
        </p:nvGrpSpPr>
        <p:grpSpPr>
          <a:xfrm>
            <a:off x="1691088" y="8229600"/>
            <a:ext cx="3600000" cy="828000"/>
            <a:chOff x="1275608" y="6322796"/>
            <a:chExt cx="3572909" cy="828631"/>
          </a:xfrm>
        </p:grpSpPr>
        <p:sp>
          <p:nvSpPr>
            <p:cNvPr id="131" name="Freeform 20">
              <a:extLst>
                <a:ext uri="{FF2B5EF4-FFF2-40B4-BE49-F238E27FC236}">
                  <a16:creationId xmlns:a16="http://schemas.microsoft.com/office/drawing/2014/main" id="{ED5D75CE-20EF-46C8-925F-1937179F267A}"/>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32" name="TextBox 131">
              <a:extLst>
                <a:ext uri="{FF2B5EF4-FFF2-40B4-BE49-F238E27FC236}">
                  <a16:creationId xmlns:a16="http://schemas.microsoft.com/office/drawing/2014/main" id="{8ED76252-DA06-4F5E-89FD-D5E725FBAE5A}"/>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133" name="Round Diagonal Corner Rectangle 8">
              <a:extLst>
                <a:ext uri="{FF2B5EF4-FFF2-40B4-BE49-F238E27FC236}">
                  <a16:creationId xmlns:a16="http://schemas.microsoft.com/office/drawing/2014/main" id="{95ADACD8-A8C4-4A75-8747-485D19AB7040}"/>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34" name="Freeform 9">
              <a:extLst>
                <a:ext uri="{FF2B5EF4-FFF2-40B4-BE49-F238E27FC236}">
                  <a16:creationId xmlns:a16="http://schemas.microsoft.com/office/drawing/2014/main" id="{82E08364-5858-4D32-BC4A-9F5ED138975B}"/>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135" name="Rectangle 134">
                <a:extLst>
                  <a:ext uri="{FF2B5EF4-FFF2-40B4-BE49-F238E27FC236}">
                    <a16:creationId xmlns:a16="http://schemas.microsoft.com/office/drawing/2014/main" id="{AE6348A3-7F5C-42F7-9667-33D41CEF6DA9}"/>
                  </a:ext>
                </a:extLst>
              </p:cNvPr>
              <p:cNvSpPr/>
              <p:nvPr/>
            </p:nvSpPr>
            <p:spPr>
              <a:xfrm>
                <a:off x="1026674" y="8496778"/>
                <a:ext cx="22261419" cy="5047536"/>
              </a:xfrm>
              <a:prstGeom prst="rect">
                <a:avLst/>
              </a:prstGeom>
            </p:spPr>
            <p:txBody>
              <a:bodyPr wrap="square">
                <a:spAutoFit/>
              </a:bodyPr>
              <a:lstStyle/>
              <a:p>
                <a:r>
                  <a:rPr lang="fr-FR" sz="4600" b="1" dirty="0">
                    <a:latin typeface="Tahoma" panose="020B0604030504040204" pitchFamily="34" charset="0"/>
                    <a:ea typeface="Tahoma" panose="020B0604030504040204" pitchFamily="34" charset="0"/>
                    <a:cs typeface="Tahoma" panose="020B0604030504040204" pitchFamily="34" charset="0"/>
                  </a:rPr>
                  <a:t>		a) </a:t>
                </a:r>
                <a:r>
                  <a:rPr lang="fr-FR" sz="4600" b="1" dirty="0" err="1">
                    <a:latin typeface="Tahoma" panose="020B0604030504040204" pitchFamily="34" charset="0"/>
                    <a:ea typeface="Tahoma" panose="020B0604030504040204" pitchFamily="34" charset="0"/>
                    <a:cs typeface="Tahoma" panose="020B0604030504040204" pitchFamily="34" charset="0"/>
                  </a:rPr>
                  <a:t>Phát</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biểu</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định</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lí</a:t>
                </a:r>
                <a:r>
                  <a:rPr lang="fr-FR"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600" b="1" i="1">
                        <a:latin typeface="Cambria Math" panose="02040503050406030204" pitchFamily="18" charset="0"/>
                      </a:rPr>
                      <m:t>𝑷</m:t>
                    </m:r>
                    <m:r>
                      <a:rPr lang="fr-FR" sz="4600" b="1" i="1">
                        <a:latin typeface="Cambria Math" panose="02040503050406030204" pitchFamily="18" charset="0"/>
                      </a:rPr>
                      <m:t>⇒</m:t>
                    </m:r>
                    <m:r>
                      <a:rPr lang="fr-FR" sz="4600" b="1" i="1">
                        <a:latin typeface="Cambria Math" panose="02040503050406030204" pitchFamily="18" charset="0"/>
                      </a:rPr>
                      <m:t>𝑸</m:t>
                    </m:r>
                  </m:oMath>
                </a14:m>
                <a:r>
                  <a:rPr lang="fr-FR" sz="4600" b="1" dirty="0">
                    <a:latin typeface="Tahoma" panose="020B0604030504040204" pitchFamily="34" charset="0"/>
                    <a:ea typeface="Tahoma" panose="020B0604030504040204" pitchFamily="34" charset="0"/>
                    <a:cs typeface="Tahoma" panose="020B0604030504040204" pitchFamily="34" charset="0"/>
                  </a:rPr>
                  <a:t> là  </a:t>
                </a:r>
                <a:r>
                  <a:rPr lang="vi-VN" sz="4600" b="1" dirty="0">
                    <a:latin typeface="Tahoma" panose="020B0604030504040204" pitchFamily="34" charset="0"/>
                    <a:ea typeface="Tahoma" panose="020B0604030504040204" pitchFamily="34" charset="0"/>
                    <a:cs typeface="Tahoma" panose="020B0604030504040204" pitchFamily="34" charset="0"/>
                  </a:rPr>
                  <a:t>n</a:t>
                </a:r>
                <a:r>
                  <a:rPr lang="fr-FR" sz="4600" b="1" dirty="0" err="1">
                    <a:latin typeface="Tahoma" panose="020B0604030504040204" pitchFamily="34" charset="0"/>
                    <a:ea typeface="Tahoma" panose="020B0604030504040204" pitchFamily="34" charset="0"/>
                    <a:cs typeface="Tahoma" panose="020B0604030504040204" pitchFamily="34" charset="0"/>
                  </a:rPr>
                  <a:t>ếu</a:t>
                </a:r>
                <a:r>
                  <a:rPr lang="fr-FR"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600" b="1" i="1">
                        <a:latin typeface="Cambria Math" panose="02040503050406030204" pitchFamily="18" charset="0"/>
                      </a:rPr>
                      <m:t>𝒂</m:t>
                    </m:r>
                  </m:oMath>
                </a14:m>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và</a:t>
                </a:r>
                <a:r>
                  <a:rPr lang="fr-FR"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600" b="1" i="1">
                        <a:latin typeface="Cambria Math" panose="02040503050406030204" pitchFamily="18" charset="0"/>
                      </a:rPr>
                      <m:t>𝒃</m:t>
                    </m:r>
                  </m:oMath>
                </a14:m>
                <a:r>
                  <a:rPr lang="fr-FR" sz="4600" b="1" dirty="0">
                    <a:latin typeface="Tahoma" panose="020B0604030504040204" pitchFamily="34" charset="0"/>
                    <a:ea typeface="Tahoma" panose="020B0604030504040204" pitchFamily="34" charset="0"/>
                    <a:cs typeface="Tahoma" panose="020B0604030504040204" pitchFamily="34" charset="0"/>
                  </a:rPr>
                  <a:t> chia </a:t>
                </a:r>
                <a:r>
                  <a:rPr lang="fr-FR" sz="4600" b="1" dirty="0" err="1">
                    <a:latin typeface="Tahoma" panose="020B0604030504040204" pitchFamily="34" charset="0"/>
                    <a:ea typeface="Tahoma" panose="020B0604030504040204" pitchFamily="34" charset="0"/>
                    <a:cs typeface="Tahoma" panose="020B0604030504040204" pitchFamily="34" charset="0"/>
                  </a:rPr>
                  <a:t>hết</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cho</a:t>
                </a:r>
                <a:r>
                  <a:rPr lang="fr-FR"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600" b="1" i="1">
                        <a:latin typeface="Cambria Math" panose="02040503050406030204" pitchFamily="18" charset="0"/>
                      </a:rPr>
                      <m:t>𝒄</m:t>
                    </m:r>
                  </m:oMath>
                </a14:m>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thì</a:t>
                </a:r>
                <a:r>
                  <a:rPr lang="fr-FR" sz="4600" b="1" dirty="0">
                    <a:latin typeface="Tahoma" panose="020B0604030504040204" pitchFamily="34" charset="0"/>
                    <a:ea typeface="Tahoma" panose="020B0604030504040204" pitchFamily="34" charset="0"/>
                    <a:cs typeface="Tahoma" panose="020B0604030504040204" pitchFamily="34" charset="0"/>
                  </a:rPr>
                  <a:t> </a:t>
                </a:r>
                <a:endParaRPr lang="vi-VN" sz="4600" b="1" i="1" dirty="0">
                  <a:latin typeface="Cambria Math" panose="02040503050406030204" pitchFamily="18" charset="0"/>
                </a:endParaRPr>
              </a:p>
              <a:p>
                <a14:m>
                  <m:oMath xmlns:m="http://schemas.openxmlformats.org/officeDocument/2006/math">
                    <m:r>
                      <a:rPr lang="fr-FR" sz="4600" b="1" i="1">
                        <a:latin typeface="Cambria Math" panose="02040503050406030204" pitchFamily="18" charset="0"/>
                      </a:rPr>
                      <m:t>𝒂</m:t>
                    </m:r>
                    <m:r>
                      <a:rPr lang="fr-FR" sz="4600" b="1" i="1">
                        <a:latin typeface="Cambria Math" panose="02040503050406030204" pitchFamily="18" charset="0"/>
                      </a:rPr>
                      <m:t>+</m:t>
                    </m:r>
                    <m:r>
                      <a:rPr lang="fr-FR" sz="4600" b="1" i="1">
                        <a:latin typeface="Cambria Math" panose="02040503050406030204" pitchFamily="18" charset="0"/>
                      </a:rPr>
                      <m:t>𝒃</m:t>
                    </m:r>
                  </m:oMath>
                </a14:m>
                <a:r>
                  <a:rPr lang="fr-FR" sz="4600" b="1" dirty="0">
                    <a:latin typeface="Tahoma" panose="020B0604030504040204" pitchFamily="34" charset="0"/>
                    <a:ea typeface="Tahoma" panose="020B0604030504040204" pitchFamily="34" charset="0"/>
                    <a:cs typeface="Tahoma" panose="020B0604030504040204" pitchFamily="34" charset="0"/>
                  </a:rPr>
                  <a:t> chia </a:t>
                </a:r>
                <a:r>
                  <a:rPr lang="fr-FR" sz="4600" b="1" dirty="0" err="1">
                    <a:latin typeface="Tahoma" panose="020B0604030504040204" pitchFamily="34" charset="0"/>
                    <a:ea typeface="Tahoma" panose="020B0604030504040204" pitchFamily="34" charset="0"/>
                    <a:cs typeface="Tahoma" panose="020B0604030504040204" pitchFamily="34" charset="0"/>
                  </a:rPr>
                  <a:t>hết</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cho</a:t>
                </a:r>
                <a:r>
                  <a:rPr lang="fr-FR"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600" b="1" i="1">
                        <a:latin typeface="Cambria Math" panose="02040503050406030204" pitchFamily="18" charset="0"/>
                      </a:rPr>
                      <m:t>𝒄</m:t>
                    </m:r>
                  </m:oMath>
                </a14:m>
                <a:r>
                  <a:rPr lang="fr-FR" sz="4600" b="1" dirty="0">
                    <a:latin typeface="Tahoma" panose="020B0604030504040204" pitchFamily="34" charset="0"/>
                    <a:ea typeface="Tahoma" panose="020B0604030504040204" pitchFamily="34" charset="0"/>
                    <a:cs typeface="Tahoma" panose="020B0604030504040204" pitchFamily="34" charset="0"/>
                  </a:rPr>
                  <a:t>.</a:t>
                </a:r>
                <a:endParaRPr lang="en-US" sz="4600" b="1" dirty="0">
                  <a:latin typeface="Tahoma" panose="020B0604030504040204" pitchFamily="34" charset="0"/>
                  <a:ea typeface="Tahoma" panose="020B0604030504040204" pitchFamily="34" charset="0"/>
                  <a:cs typeface="Tahoma" panose="020B0604030504040204" pitchFamily="34" charset="0"/>
                </a:endParaRPr>
              </a:p>
              <a:p>
                <a:r>
                  <a:rPr lang="fr-FR" sz="4600" b="1" dirty="0" err="1">
                    <a:latin typeface="Tahoma" panose="020B0604030504040204" pitchFamily="34" charset="0"/>
                    <a:ea typeface="Tahoma" panose="020B0604030504040204" pitchFamily="34" charset="0"/>
                    <a:cs typeface="Tahoma" panose="020B0604030504040204" pitchFamily="34" charset="0"/>
                  </a:rPr>
                  <a:t>Trong</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đó</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giả</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thiết</a:t>
                </a:r>
                <a:r>
                  <a:rPr lang="fr-FR" sz="4600" b="1" dirty="0">
                    <a:latin typeface="Tahoma" panose="020B0604030504040204" pitchFamily="34" charset="0"/>
                    <a:ea typeface="Tahoma" panose="020B0604030504040204" pitchFamily="34" charset="0"/>
                    <a:cs typeface="Tahoma" panose="020B0604030504040204" pitchFamily="34" charset="0"/>
                  </a:rPr>
                  <a:t> là </a:t>
                </a:r>
                <a14:m>
                  <m:oMath xmlns:m="http://schemas.openxmlformats.org/officeDocument/2006/math">
                    <m:r>
                      <a:rPr lang="fr-FR" sz="4600" b="1" i="1">
                        <a:latin typeface="Cambria Math" panose="02040503050406030204" pitchFamily="18" charset="0"/>
                      </a:rPr>
                      <m:t>𝒂</m:t>
                    </m:r>
                    <m:r>
                      <a:rPr lang="vi-VN" sz="4600" b="1" i="1" smtClean="0">
                        <a:latin typeface="Cambria Math" panose="02040503050406030204" pitchFamily="18" charset="0"/>
                      </a:rPr>
                      <m:t> </m:t>
                    </m:r>
                  </m:oMath>
                </a14:m>
                <a:r>
                  <a:rPr lang="fr-FR" sz="4600" b="1" dirty="0" err="1">
                    <a:latin typeface="Tahoma" panose="020B0604030504040204" pitchFamily="34" charset="0"/>
                    <a:ea typeface="Tahoma" panose="020B0604030504040204" pitchFamily="34" charset="0"/>
                    <a:cs typeface="Tahoma" panose="020B0604030504040204" pitchFamily="34" charset="0"/>
                  </a:rPr>
                  <a:t>và</a:t>
                </a:r>
                <a:r>
                  <a:rPr lang="fr-FR"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600" b="1" i="1">
                        <a:latin typeface="Cambria Math" panose="02040503050406030204" pitchFamily="18" charset="0"/>
                      </a:rPr>
                      <m:t>𝒃</m:t>
                    </m:r>
                  </m:oMath>
                </a14:m>
                <a:r>
                  <a:rPr lang="fr-FR" sz="4600" b="1" dirty="0">
                    <a:latin typeface="Tahoma" panose="020B0604030504040204" pitchFamily="34" charset="0"/>
                    <a:ea typeface="Tahoma" panose="020B0604030504040204" pitchFamily="34" charset="0"/>
                    <a:cs typeface="Tahoma" panose="020B0604030504040204" pitchFamily="34" charset="0"/>
                  </a:rPr>
                  <a:t> chia </a:t>
                </a:r>
                <a:r>
                  <a:rPr lang="fr-FR" sz="4600" b="1" dirty="0" err="1">
                    <a:latin typeface="Tahoma" panose="020B0604030504040204" pitchFamily="34" charset="0"/>
                    <a:ea typeface="Tahoma" panose="020B0604030504040204" pitchFamily="34" charset="0"/>
                    <a:cs typeface="Tahoma" panose="020B0604030504040204" pitchFamily="34" charset="0"/>
                  </a:rPr>
                  <a:t>hết</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cho</a:t>
                </a:r>
                <a:r>
                  <a:rPr lang="fr-FR"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600" b="1" i="1">
                        <a:latin typeface="Cambria Math" panose="02040503050406030204" pitchFamily="18" charset="0"/>
                      </a:rPr>
                      <m:t>𝒄</m:t>
                    </m:r>
                  </m:oMath>
                </a14:m>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kết</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luận</a:t>
                </a:r>
                <a:r>
                  <a:rPr lang="fr-FR" sz="4600" b="1" dirty="0">
                    <a:latin typeface="Tahoma" panose="020B0604030504040204" pitchFamily="34" charset="0"/>
                    <a:ea typeface="Tahoma" panose="020B0604030504040204" pitchFamily="34" charset="0"/>
                    <a:cs typeface="Tahoma" panose="020B0604030504040204" pitchFamily="34" charset="0"/>
                  </a:rPr>
                  <a:t> là </a:t>
                </a:r>
                <a14:m>
                  <m:oMath xmlns:m="http://schemas.openxmlformats.org/officeDocument/2006/math">
                    <m:r>
                      <a:rPr lang="fr-FR" sz="4600" b="1" i="1">
                        <a:latin typeface="Cambria Math" panose="02040503050406030204" pitchFamily="18" charset="0"/>
                      </a:rPr>
                      <m:t>𝒂</m:t>
                    </m:r>
                    <m:r>
                      <a:rPr lang="fr-FR" sz="4600" b="1" i="1">
                        <a:latin typeface="Cambria Math" panose="02040503050406030204" pitchFamily="18" charset="0"/>
                      </a:rPr>
                      <m:t>+</m:t>
                    </m:r>
                    <m:r>
                      <a:rPr lang="fr-FR" sz="4600" b="1" i="1">
                        <a:latin typeface="Cambria Math" panose="02040503050406030204" pitchFamily="18" charset="0"/>
                      </a:rPr>
                      <m:t>𝒃</m:t>
                    </m:r>
                  </m:oMath>
                </a14:m>
                <a:r>
                  <a:rPr lang="fr-FR" sz="4600" b="1" dirty="0">
                    <a:latin typeface="Tahoma" panose="020B0604030504040204" pitchFamily="34" charset="0"/>
                    <a:ea typeface="Tahoma" panose="020B0604030504040204" pitchFamily="34" charset="0"/>
                    <a:cs typeface="Tahoma" panose="020B0604030504040204" pitchFamily="34" charset="0"/>
                  </a:rPr>
                  <a:t> chia </a:t>
                </a:r>
                <a:r>
                  <a:rPr lang="fr-FR" sz="4600" b="1" dirty="0" err="1">
                    <a:latin typeface="Tahoma" panose="020B0604030504040204" pitchFamily="34" charset="0"/>
                    <a:ea typeface="Tahoma" panose="020B0604030504040204" pitchFamily="34" charset="0"/>
                    <a:cs typeface="Tahoma" panose="020B0604030504040204" pitchFamily="34" charset="0"/>
                  </a:rPr>
                  <a:t>hết</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cho</a:t>
                </a:r>
                <a:r>
                  <a:rPr lang="fr-FR"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600" b="1" i="1">
                        <a:latin typeface="Cambria Math" panose="02040503050406030204" pitchFamily="18" charset="0"/>
                      </a:rPr>
                      <m:t>𝒄</m:t>
                    </m:r>
                  </m:oMath>
                </a14:m>
                <a:r>
                  <a:rPr lang="fr-FR" sz="4600" b="1" dirty="0">
                    <a:latin typeface="Tahoma" panose="020B0604030504040204" pitchFamily="34" charset="0"/>
                    <a:ea typeface="Tahoma" panose="020B0604030504040204" pitchFamily="34" charset="0"/>
                    <a:cs typeface="Tahoma" panose="020B0604030504040204" pitchFamily="34" charset="0"/>
                  </a:rPr>
                  <a:t>.</a:t>
                </a:r>
                <a:endParaRPr lang="en-US" sz="4600" b="1" dirty="0">
                  <a:latin typeface="Tahoma" panose="020B0604030504040204" pitchFamily="34" charset="0"/>
                  <a:ea typeface="Tahoma" panose="020B0604030504040204" pitchFamily="34" charset="0"/>
                  <a:cs typeface="Tahoma" panose="020B0604030504040204" pitchFamily="34" charset="0"/>
                </a:endParaRPr>
              </a:p>
              <a:p>
                <a:r>
                  <a:rPr lang="fr-FR" sz="4600" b="1" dirty="0" err="1">
                    <a:latin typeface="Tahoma" panose="020B0604030504040204" pitchFamily="34" charset="0"/>
                    <a:ea typeface="Tahoma" panose="020B0604030504040204" pitchFamily="34" charset="0"/>
                    <a:cs typeface="Tahoma" panose="020B0604030504040204" pitchFamily="34" charset="0"/>
                  </a:rPr>
                  <a:t>Phát</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biểu</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định</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lý</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dưới</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dạng</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điều</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kiện</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cần</a:t>
                </a:r>
                <a:r>
                  <a:rPr lang="fr-FR"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600" b="1" i="1">
                        <a:latin typeface="Cambria Math" panose="02040503050406030204" pitchFamily="18" charset="0"/>
                      </a:rPr>
                      <m:t>𝒂</m:t>
                    </m:r>
                    <m:r>
                      <a:rPr lang="fr-FR" sz="4600" b="1" i="1">
                        <a:latin typeface="Cambria Math" panose="02040503050406030204" pitchFamily="18" charset="0"/>
                      </a:rPr>
                      <m:t>+</m:t>
                    </m:r>
                    <m:r>
                      <a:rPr lang="fr-FR" sz="4600" b="1" i="1">
                        <a:latin typeface="Cambria Math" panose="02040503050406030204" pitchFamily="18" charset="0"/>
                      </a:rPr>
                      <m:t>𝒃</m:t>
                    </m:r>
                  </m:oMath>
                </a14:m>
                <a:r>
                  <a:rPr lang="fr-FR" sz="4600" b="1" dirty="0">
                    <a:latin typeface="Tahoma" panose="020B0604030504040204" pitchFamily="34" charset="0"/>
                    <a:ea typeface="Tahoma" panose="020B0604030504040204" pitchFamily="34" charset="0"/>
                    <a:cs typeface="Tahoma" panose="020B0604030504040204" pitchFamily="34" charset="0"/>
                  </a:rPr>
                  <a:t> chia </a:t>
                </a:r>
                <a:r>
                  <a:rPr lang="fr-FR" sz="4600" b="1" dirty="0" err="1">
                    <a:latin typeface="Tahoma" panose="020B0604030504040204" pitchFamily="34" charset="0"/>
                    <a:ea typeface="Tahoma" panose="020B0604030504040204" pitchFamily="34" charset="0"/>
                    <a:cs typeface="Tahoma" panose="020B0604030504040204" pitchFamily="34" charset="0"/>
                  </a:rPr>
                  <a:t>hết</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cho</a:t>
                </a:r>
                <a:r>
                  <a:rPr lang="fr-FR"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600" b="1" i="1">
                        <a:latin typeface="Cambria Math" panose="02040503050406030204" pitchFamily="18" charset="0"/>
                      </a:rPr>
                      <m:t>𝒄</m:t>
                    </m:r>
                  </m:oMath>
                </a14:m>
                <a:r>
                  <a:rPr lang="fr-FR" sz="4600" b="1" dirty="0">
                    <a:latin typeface="Tahoma" panose="020B0604030504040204" pitchFamily="34" charset="0"/>
                    <a:ea typeface="Tahoma" panose="020B0604030504040204" pitchFamily="34" charset="0"/>
                    <a:cs typeface="Tahoma" panose="020B0604030504040204" pitchFamily="34" charset="0"/>
                  </a:rPr>
                  <a:t> là </a:t>
                </a:r>
                <a:r>
                  <a:rPr lang="fr-FR" sz="4600" b="1" dirty="0" err="1">
                    <a:latin typeface="Tahoma" panose="020B0604030504040204" pitchFamily="34" charset="0"/>
                    <a:ea typeface="Tahoma" panose="020B0604030504040204" pitchFamily="34" charset="0"/>
                    <a:cs typeface="Tahoma" panose="020B0604030504040204" pitchFamily="34" charset="0"/>
                  </a:rPr>
                  <a:t>điều</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kiện</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cần</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để</a:t>
                </a:r>
                <a:r>
                  <a:rPr lang="fr-FR"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600" b="1" i="1">
                        <a:latin typeface="Cambria Math" panose="02040503050406030204" pitchFamily="18" charset="0"/>
                      </a:rPr>
                      <m:t>𝒂</m:t>
                    </m:r>
                  </m:oMath>
                </a14:m>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và</a:t>
                </a:r>
                <a:r>
                  <a:rPr lang="fr-FR"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600" b="1" i="1">
                        <a:latin typeface="Cambria Math" panose="02040503050406030204" pitchFamily="18" charset="0"/>
                      </a:rPr>
                      <m:t>𝒃</m:t>
                    </m:r>
                    <m:r>
                      <a:rPr lang="en-US" sz="4600" b="1" i="1" smtClean="0">
                        <a:latin typeface="Cambria Math" panose="02040503050406030204" pitchFamily="18" charset="0"/>
                      </a:rPr>
                      <m:t> </m:t>
                    </m:r>
                  </m:oMath>
                </a14:m>
                <a:r>
                  <a:rPr lang="fr-FR" sz="4600" b="1" dirty="0">
                    <a:latin typeface="Tahoma" panose="020B0604030504040204" pitchFamily="34" charset="0"/>
                    <a:ea typeface="Tahoma" panose="020B0604030504040204" pitchFamily="34" charset="0"/>
                    <a:cs typeface="Tahoma" panose="020B0604030504040204" pitchFamily="34" charset="0"/>
                  </a:rPr>
                  <a:t>chia </a:t>
                </a:r>
                <a:r>
                  <a:rPr lang="fr-FR" sz="4600" b="1" dirty="0" err="1">
                    <a:latin typeface="Tahoma" panose="020B0604030504040204" pitchFamily="34" charset="0"/>
                    <a:ea typeface="Tahoma" panose="020B0604030504040204" pitchFamily="34" charset="0"/>
                    <a:cs typeface="Tahoma" panose="020B0604030504040204" pitchFamily="34" charset="0"/>
                  </a:rPr>
                  <a:t>hết</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cho</a:t>
                </a:r>
                <a:r>
                  <a:rPr lang="fr-FR"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600" b="1" i="1">
                        <a:latin typeface="Cambria Math" panose="02040503050406030204" pitchFamily="18" charset="0"/>
                      </a:rPr>
                      <m:t>𝒄</m:t>
                    </m:r>
                  </m:oMath>
                </a14:m>
                <a:r>
                  <a:rPr lang="fr-FR" sz="4600" b="1" dirty="0">
                    <a:latin typeface="Tahoma" panose="020B0604030504040204" pitchFamily="34" charset="0"/>
                    <a:ea typeface="Tahoma" panose="020B0604030504040204" pitchFamily="34" charset="0"/>
                    <a:cs typeface="Tahoma" panose="020B0604030504040204" pitchFamily="34" charset="0"/>
                  </a:rPr>
                  <a:t>.</a:t>
                </a:r>
                <a:endParaRPr lang="en-US" sz="4600" b="1" dirty="0">
                  <a:latin typeface="Tahoma" panose="020B0604030504040204" pitchFamily="34" charset="0"/>
                  <a:ea typeface="Tahoma" panose="020B0604030504040204" pitchFamily="34" charset="0"/>
                  <a:cs typeface="Tahoma" panose="020B0604030504040204" pitchFamily="34" charset="0"/>
                </a:endParaRPr>
              </a:p>
              <a:p>
                <a:r>
                  <a:rPr lang="fr-FR" sz="4600" b="1" dirty="0" err="1">
                    <a:latin typeface="Tahoma" panose="020B0604030504040204" pitchFamily="34" charset="0"/>
                    <a:ea typeface="Tahoma" panose="020B0604030504040204" pitchFamily="34" charset="0"/>
                    <a:cs typeface="Tahoma" panose="020B0604030504040204" pitchFamily="34" charset="0"/>
                  </a:rPr>
                  <a:t>Phát</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biểu</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định</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lý</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dưới</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dạng</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điều</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kiện</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đủ</a:t>
                </a:r>
                <a:r>
                  <a:rPr lang="fr-FR" sz="4600" b="1" dirty="0">
                    <a:latin typeface="Tahoma" panose="020B0604030504040204" pitchFamily="34" charset="0"/>
                    <a:ea typeface="Tahoma" panose="020B0604030504040204" pitchFamily="34" charset="0"/>
                    <a:cs typeface="Tahoma" panose="020B0604030504040204" pitchFamily="34" charset="0"/>
                  </a:rPr>
                  <a:t> : </a:t>
                </a:r>
                <a14:m>
                  <m:oMath xmlns:m="http://schemas.openxmlformats.org/officeDocument/2006/math">
                    <m:r>
                      <a:rPr lang="fr-FR" sz="4600" b="1" i="1">
                        <a:latin typeface="Cambria Math" panose="02040503050406030204" pitchFamily="18" charset="0"/>
                      </a:rPr>
                      <m:t>𝒂</m:t>
                    </m:r>
                  </m:oMath>
                </a14:m>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và</a:t>
                </a:r>
                <a:r>
                  <a:rPr lang="fr-FR"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600" b="1" i="1">
                        <a:latin typeface="Cambria Math" panose="02040503050406030204" pitchFamily="18" charset="0"/>
                      </a:rPr>
                      <m:t>𝒃</m:t>
                    </m:r>
                  </m:oMath>
                </a14:m>
                <a:r>
                  <a:rPr lang="fr-FR" sz="4600" b="1" dirty="0">
                    <a:latin typeface="Tahoma" panose="020B0604030504040204" pitchFamily="34" charset="0"/>
                    <a:ea typeface="Tahoma" panose="020B0604030504040204" pitchFamily="34" charset="0"/>
                    <a:cs typeface="Tahoma" panose="020B0604030504040204" pitchFamily="34" charset="0"/>
                  </a:rPr>
                  <a:t> chia </a:t>
                </a:r>
                <a:r>
                  <a:rPr lang="fr-FR" sz="4600" b="1" dirty="0" err="1">
                    <a:latin typeface="Tahoma" panose="020B0604030504040204" pitchFamily="34" charset="0"/>
                    <a:ea typeface="Tahoma" panose="020B0604030504040204" pitchFamily="34" charset="0"/>
                    <a:cs typeface="Tahoma" panose="020B0604030504040204" pitchFamily="34" charset="0"/>
                  </a:rPr>
                  <a:t>hết</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cho</a:t>
                </a:r>
                <a:r>
                  <a:rPr lang="fr-FR"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600" b="1" i="1">
                        <a:latin typeface="Cambria Math" panose="02040503050406030204" pitchFamily="18" charset="0"/>
                      </a:rPr>
                      <m:t>𝒄</m:t>
                    </m:r>
                  </m:oMath>
                </a14:m>
                <a:r>
                  <a:rPr lang="vi-VN" sz="4600" b="1" dirty="0">
                    <a:latin typeface="Tahoma" panose="020B0604030504040204" pitchFamily="34" charset="0"/>
                    <a:ea typeface="Tahoma" panose="020B0604030504040204" pitchFamily="34" charset="0"/>
                    <a:cs typeface="Tahoma" panose="020B0604030504040204" pitchFamily="34" charset="0"/>
                  </a:rPr>
                  <a:t> </a:t>
                </a:r>
                <a:r>
                  <a:rPr lang="fr-FR" sz="4600" b="1" dirty="0">
                    <a:latin typeface="Tahoma" panose="020B0604030504040204" pitchFamily="34" charset="0"/>
                    <a:ea typeface="Tahoma" panose="020B0604030504040204" pitchFamily="34" charset="0"/>
                    <a:cs typeface="Tahoma" panose="020B0604030504040204" pitchFamily="34" charset="0"/>
                  </a:rPr>
                  <a:t>là </a:t>
                </a:r>
                <a:r>
                  <a:rPr lang="fr-FR" sz="4600" b="1" dirty="0" err="1">
                    <a:latin typeface="Tahoma" panose="020B0604030504040204" pitchFamily="34" charset="0"/>
                    <a:ea typeface="Tahoma" panose="020B0604030504040204" pitchFamily="34" charset="0"/>
                    <a:cs typeface="Tahoma" panose="020B0604030504040204" pitchFamily="34" charset="0"/>
                  </a:rPr>
                  <a:t>điều</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kiện</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đủ</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để</a:t>
                </a:r>
                <a:r>
                  <a:rPr lang="fr-FR"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600" b="1" i="1">
                        <a:latin typeface="Cambria Math" panose="02040503050406030204" pitchFamily="18" charset="0"/>
                      </a:rPr>
                      <m:t>𝒂</m:t>
                    </m:r>
                    <m:r>
                      <a:rPr lang="fr-FR" sz="4600" b="1" i="1">
                        <a:latin typeface="Cambria Math" panose="02040503050406030204" pitchFamily="18" charset="0"/>
                      </a:rPr>
                      <m:t>+</m:t>
                    </m:r>
                    <m:r>
                      <a:rPr lang="fr-FR" sz="4600" b="1" i="1">
                        <a:latin typeface="Cambria Math" panose="02040503050406030204" pitchFamily="18" charset="0"/>
                      </a:rPr>
                      <m:t>𝒃</m:t>
                    </m:r>
                  </m:oMath>
                </a14:m>
                <a:r>
                  <a:rPr lang="fr-FR" sz="4600" b="1" dirty="0">
                    <a:latin typeface="Tahoma" panose="020B0604030504040204" pitchFamily="34" charset="0"/>
                    <a:ea typeface="Tahoma" panose="020B0604030504040204" pitchFamily="34" charset="0"/>
                    <a:cs typeface="Tahoma" panose="020B0604030504040204" pitchFamily="34" charset="0"/>
                  </a:rPr>
                  <a:t> chia </a:t>
                </a:r>
                <a:r>
                  <a:rPr lang="fr-FR" sz="4600" b="1" dirty="0" err="1">
                    <a:latin typeface="Tahoma" panose="020B0604030504040204" pitchFamily="34" charset="0"/>
                    <a:ea typeface="Tahoma" panose="020B0604030504040204" pitchFamily="34" charset="0"/>
                    <a:cs typeface="Tahoma" panose="020B0604030504040204" pitchFamily="34" charset="0"/>
                  </a:rPr>
                  <a:t>hết</a:t>
                </a:r>
                <a:r>
                  <a:rPr lang="fr-FR" sz="4600" b="1" dirty="0">
                    <a:latin typeface="Tahoma" panose="020B0604030504040204" pitchFamily="34" charset="0"/>
                    <a:ea typeface="Tahoma" panose="020B0604030504040204" pitchFamily="34" charset="0"/>
                    <a:cs typeface="Tahoma" panose="020B0604030504040204" pitchFamily="34" charset="0"/>
                  </a:rPr>
                  <a:t> </a:t>
                </a:r>
                <a:r>
                  <a:rPr lang="fr-FR" sz="4600" b="1" dirty="0" err="1">
                    <a:latin typeface="Tahoma" panose="020B0604030504040204" pitchFamily="34" charset="0"/>
                    <a:ea typeface="Tahoma" panose="020B0604030504040204" pitchFamily="34" charset="0"/>
                    <a:cs typeface="Tahoma" panose="020B0604030504040204" pitchFamily="34" charset="0"/>
                  </a:rPr>
                  <a:t>cho</a:t>
                </a:r>
                <a:r>
                  <a:rPr lang="fr-FR" sz="46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600" b="1" i="1">
                        <a:latin typeface="Cambria Math" panose="02040503050406030204" pitchFamily="18" charset="0"/>
                      </a:rPr>
                      <m:t>𝒄</m:t>
                    </m:r>
                  </m:oMath>
                </a14:m>
                <a:r>
                  <a:rPr lang="fr-FR" sz="4600" b="1" dirty="0">
                    <a:latin typeface="Tahoma" panose="020B0604030504040204" pitchFamily="34" charset="0"/>
                    <a:ea typeface="Tahoma" panose="020B0604030504040204" pitchFamily="34" charset="0"/>
                    <a:cs typeface="Tahoma" panose="020B0604030504040204" pitchFamily="34" charset="0"/>
                  </a:rPr>
                  <a:t>.</a:t>
                </a:r>
                <a:endParaRPr lang="en-US" sz="46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35" name="Rectangle 134">
                <a:extLst>
                  <a:ext uri="{FF2B5EF4-FFF2-40B4-BE49-F238E27FC236}">
                    <a16:creationId xmlns:a16="http://schemas.microsoft.com/office/drawing/2014/main" id="{AE6348A3-7F5C-42F7-9667-33D41CEF6DA9}"/>
                  </a:ext>
                </a:extLst>
              </p:cNvPr>
              <p:cNvSpPr>
                <a:spLocks noRot="1" noChangeAspect="1" noMove="1" noResize="1" noEditPoints="1" noAdjustHandles="1" noChangeArrowheads="1" noChangeShapeType="1" noTextEdit="1"/>
              </p:cNvSpPr>
              <p:nvPr/>
            </p:nvSpPr>
            <p:spPr>
              <a:xfrm>
                <a:off x="1026674" y="8496778"/>
                <a:ext cx="22261419" cy="5047536"/>
              </a:xfrm>
              <a:prstGeom prst="rect">
                <a:avLst/>
              </a:prstGeom>
              <a:blipFill>
                <a:blip r:embed="rId4"/>
                <a:stretch>
                  <a:fillRect l="-1177" t="-2778" r="-329" b="-4952"/>
                </a:stretch>
              </a:blipFill>
            </p:spPr>
            <p:txBody>
              <a:bodyPr/>
              <a:lstStyle/>
              <a:p>
                <a:r>
                  <a:rPr lang="en-US">
                    <a:noFill/>
                  </a:rPr>
                  <a:t> </a:t>
                </a:r>
              </a:p>
            </p:txBody>
          </p:sp>
        </mc:Fallback>
      </mc:AlternateContent>
      <p:sp>
        <p:nvSpPr>
          <p:cNvPr id="55" name="TextBox 54">
            <a:extLst>
              <a:ext uri="{FF2B5EF4-FFF2-40B4-BE49-F238E27FC236}">
                <a16:creationId xmlns:a16="http://schemas.microsoft.com/office/drawing/2014/main" id="{2780222C-0CBC-43E1-BCF5-4C832D9EC489}"/>
              </a:ext>
            </a:extLst>
          </p:cNvPr>
          <p:cNvSpPr txBox="1"/>
          <p:nvPr/>
        </p:nvSpPr>
        <p:spPr>
          <a:xfrm>
            <a:off x="1839065" y="6622550"/>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56" name="Rounded Rectangle 61">
            <a:extLst>
              <a:ext uri="{FF2B5EF4-FFF2-40B4-BE49-F238E27FC236}">
                <a16:creationId xmlns:a16="http://schemas.microsoft.com/office/drawing/2014/main" id="{9A17E469-3F44-46AF-8A98-C45D4FA94083}"/>
              </a:ext>
            </a:extLst>
          </p:cNvPr>
          <p:cNvSpPr/>
          <p:nvPr/>
        </p:nvSpPr>
        <p:spPr>
          <a:xfrm>
            <a:off x="1055781" y="4708745"/>
            <a:ext cx="22261419" cy="3380870"/>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57" name="Group 67">
            <a:extLst>
              <a:ext uri="{FF2B5EF4-FFF2-40B4-BE49-F238E27FC236}">
                <a16:creationId xmlns:a16="http://schemas.microsoft.com/office/drawing/2014/main" id="{8B96C923-DF63-4718-B8EC-33C2789A23D1}"/>
              </a:ext>
            </a:extLst>
          </p:cNvPr>
          <p:cNvGrpSpPr/>
          <p:nvPr/>
        </p:nvGrpSpPr>
        <p:grpSpPr>
          <a:xfrm>
            <a:off x="1526208" y="4344007"/>
            <a:ext cx="5103191" cy="940513"/>
            <a:chOff x="1311958" y="3405486"/>
            <a:chExt cx="5103191" cy="940513"/>
          </a:xfrm>
        </p:grpSpPr>
        <p:sp>
          <p:nvSpPr>
            <p:cNvPr id="58" name="Freeform 20">
              <a:extLst>
                <a:ext uri="{FF2B5EF4-FFF2-40B4-BE49-F238E27FC236}">
                  <a16:creationId xmlns:a16="http://schemas.microsoft.com/office/drawing/2014/main" id="{F962DAF8-7490-4858-9092-D5DCD546E34F}"/>
                </a:ext>
              </a:extLst>
            </p:cNvPr>
            <p:cNvSpPr>
              <a:spLocks/>
            </p:cNvSpPr>
            <p:nvPr/>
          </p:nvSpPr>
          <p:spPr bwMode="auto">
            <a:xfrm rot="5400000">
              <a:off x="3847215" y="1745253"/>
              <a:ext cx="793396" cy="4342472"/>
            </a:xfrm>
            <a:prstGeom prst="round2SameRect">
              <a:avLst/>
            </a:prstGeom>
            <a:solidFill>
              <a:srgbClr val="70AD47">
                <a:lumMod val="75000"/>
              </a:srgbClr>
            </a:solidFill>
            <a:ln w="57150">
              <a:solidFill>
                <a:srgbClr val="70AD47">
                  <a:lumMod val="75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9" name="TextBox 58">
              <a:extLst>
                <a:ext uri="{FF2B5EF4-FFF2-40B4-BE49-F238E27FC236}">
                  <a16:creationId xmlns:a16="http://schemas.microsoft.com/office/drawing/2014/main" id="{34716268-6752-4AA6-9456-91997E5AB192}"/>
                </a:ext>
              </a:extLst>
            </p:cNvPr>
            <p:cNvSpPr txBox="1"/>
            <p:nvPr/>
          </p:nvSpPr>
          <p:spPr>
            <a:xfrm>
              <a:off x="2316645" y="3484582"/>
              <a:ext cx="3661580" cy="8002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600" b="1" kern="0">
                  <a:solidFill>
                    <a:prstClr val="white"/>
                  </a:solidFill>
                  <a:latin typeface="Tahoma" pitchFamily="34" charset="0"/>
                  <a:ea typeface="Tahoma" pitchFamily="34" charset="0"/>
                  <a:cs typeface="Tahoma" pitchFamily="34" charset="0"/>
                </a:rPr>
                <a:t>Luyện tập</a:t>
              </a:r>
              <a:r>
                <a:rPr kumimoji="0" lang="en-US" sz="4600" b="1" i="0" u="none" strike="noStrike" kern="0" cap="none" spc="0" normalizeH="0" baseline="0" noProof="0">
                  <a:ln>
                    <a:noFill/>
                  </a:ln>
                  <a:solidFill>
                    <a:prstClr val="white"/>
                  </a:solidFill>
                  <a:effectLst/>
                  <a:uLnTx/>
                  <a:uFillTx/>
                  <a:latin typeface="Tahoma" pitchFamily="34" charset="0"/>
                  <a:ea typeface="Tahoma" pitchFamily="34" charset="0"/>
                  <a:cs typeface="Tahoma" pitchFamily="34" charset="0"/>
                </a:rPr>
                <a:t> 3</a:t>
              </a:r>
              <a:endParaRPr kumimoji="0" lang="en-US" sz="4600" b="1" i="0" u="none" strike="noStrike" kern="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p:grpSp>
          <p:nvGrpSpPr>
            <p:cNvPr id="60" name="Group 70">
              <a:extLst>
                <a:ext uri="{FF2B5EF4-FFF2-40B4-BE49-F238E27FC236}">
                  <a16:creationId xmlns:a16="http://schemas.microsoft.com/office/drawing/2014/main" id="{7CC639D1-16C6-4E17-8757-08163F03F0D4}"/>
                </a:ext>
              </a:extLst>
            </p:cNvPr>
            <p:cNvGrpSpPr/>
            <p:nvPr/>
          </p:nvGrpSpPr>
          <p:grpSpPr>
            <a:xfrm>
              <a:off x="1311958" y="3405486"/>
              <a:ext cx="950173" cy="940513"/>
              <a:chOff x="1311958" y="3405486"/>
              <a:chExt cx="950173" cy="940513"/>
            </a:xfrm>
          </p:grpSpPr>
          <p:sp>
            <p:nvSpPr>
              <p:cNvPr id="61" name="Rectangle 60">
                <a:extLst>
                  <a:ext uri="{FF2B5EF4-FFF2-40B4-BE49-F238E27FC236}">
                    <a16:creationId xmlns:a16="http://schemas.microsoft.com/office/drawing/2014/main" id="{D9B74F30-EA0F-405F-A86E-29E574FE11D6}"/>
                  </a:ext>
                </a:extLst>
              </p:cNvPr>
              <p:cNvSpPr/>
              <p:nvPr/>
            </p:nvSpPr>
            <p:spPr>
              <a:xfrm>
                <a:off x="1406975" y="3672018"/>
                <a:ext cx="596676" cy="54031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2" name="Freeform 13">
                <a:extLst>
                  <a:ext uri="{FF2B5EF4-FFF2-40B4-BE49-F238E27FC236}">
                    <a16:creationId xmlns:a16="http://schemas.microsoft.com/office/drawing/2014/main" id="{881646C6-99C4-4AF0-9D91-55E228D5DEB2}"/>
                  </a:ext>
                </a:extLst>
              </p:cNvPr>
              <p:cNvSpPr>
                <a:spLocks noEditPoints="1"/>
              </p:cNvSpPr>
              <p:nvPr/>
            </p:nvSpPr>
            <p:spPr bwMode="auto">
              <a:xfrm>
                <a:off x="1311958" y="3581027"/>
                <a:ext cx="190035" cy="268948"/>
              </a:xfrm>
              <a:custGeom>
                <a:avLst/>
                <a:gdLst>
                  <a:gd name="T0" fmla="*/ 34 w 50"/>
                  <a:gd name="T1" fmla="*/ 16 h 71"/>
                  <a:gd name="T2" fmla="*/ 34 w 50"/>
                  <a:gd name="T3" fmla="*/ 55 h 71"/>
                  <a:gd name="T4" fmla="*/ 16 w 50"/>
                  <a:gd name="T5" fmla="*/ 55 h 71"/>
                  <a:gd name="T6" fmla="*/ 16 w 50"/>
                  <a:gd name="T7" fmla="*/ 16 h 71"/>
                  <a:gd name="T8" fmla="*/ 34 w 50"/>
                  <a:gd name="T9" fmla="*/ 16 h 71"/>
                  <a:gd name="T10" fmla="*/ 34 w 50"/>
                  <a:gd name="T11" fmla="*/ 0 h 71"/>
                  <a:gd name="T12" fmla="*/ 16 w 50"/>
                  <a:gd name="T13" fmla="*/ 0 h 71"/>
                  <a:gd name="T14" fmla="*/ 0 w 50"/>
                  <a:gd name="T15" fmla="*/ 16 h 71"/>
                  <a:gd name="T16" fmla="*/ 0 w 50"/>
                  <a:gd name="T17" fmla="*/ 55 h 71"/>
                  <a:gd name="T18" fmla="*/ 16 w 50"/>
                  <a:gd name="T19" fmla="*/ 71 h 71"/>
                  <a:gd name="T20" fmla="*/ 34 w 50"/>
                  <a:gd name="T21" fmla="*/ 71 h 71"/>
                  <a:gd name="T22" fmla="*/ 50 w 50"/>
                  <a:gd name="T23" fmla="*/ 55 h 71"/>
                  <a:gd name="T24" fmla="*/ 50 w 50"/>
                  <a:gd name="T25" fmla="*/ 16 h 71"/>
                  <a:gd name="T26" fmla="*/ 34 w 50"/>
                  <a:gd name="T2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1">
                    <a:moveTo>
                      <a:pt x="34" y="16"/>
                    </a:moveTo>
                    <a:cubicBezTo>
                      <a:pt x="34" y="55"/>
                      <a:pt x="34" y="55"/>
                      <a:pt x="34" y="55"/>
                    </a:cubicBezTo>
                    <a:cubicBezTo>
                      <a:pt x="16" y="55"/>
                      <a:pt x="16" y="55"/>
                      <a:pt x="16" y="55"/>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5"/>
                      <a:pt x="0" y="55"/>
                      <a:pt x="0" y="55"/>
                    </a:cubicBezTo>
                    <a:cubicBezTo>
                      <a:pt x="0" y="64"/>
                      <a:pt x="7" y="71"/>
                      <a:pt x="16" y="71"/>
                    </a:cubicBezTo>
                    <a:cubicBezTo>
                      <a:pt x="34" y="71"/>
                      <a:pt x="34" y="71"/>
                      <a:pt x="34" y="71"/>
                    </a:cubicBezTo>
                    <a:cubicBezTo>
                      <a:pt x="43" y="71"/>
                      <a:pt x="50" y="64"/>
                      <a:pt x="50" y="55"/>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3" name="Freeform 14">
                <a:extLst>
                  <a:ext uri="{FF2B5EF4-FFF2-40B4-BE49-F238E27FC236}">
                    <a16:creationId xmlns:a16="http://schemas.microsoft.com/office/drawing/2014/main" id="{41060CCF-F515-45DA-B280-7DF36280E8C7}"/>
                  </a:ext>
                </a:extLst>
              </p:cNvPr>
              <p:cNvSpPr>
                <a:spLocks noEditPoints="1"/>
              </p:cNvSpPr>
              <p:nvPr/>
            </p:nvSpPr>
            <p:spPr bwMode="auto">
              <a:xfrm>
                <a:off x="1311958" y="3581027"/>
                <a:ext cx="277000" cy="181983"/>
              </a:xfrm>
              <a:custGeom>
                <a:avLst/>
                <a:gdLst>
                  <a:gd name="T0" fmla="*/ 57 w 73"/>
                  <a:gd name="T1" fmla="*/ 16 h 48"/>
                  <a:gd name="T2" fmla="*/ 57 w 73"/>
                  <a:gd name="T3" fmla="*/ 32 h 48"/>
                  <a:gd name="T4" fmla="*/ 16 w 73"/>
                  <a:gd name="T5" fmla="*/ 32 h 48"/>
                  <a:gd name="T6" fmla="*/ 16 w 73"/>
                  <a:gd name="T7" fmla="*/ 16 h 48"/>
                  <a:gd name="T8" fmla="*/ 57 w 73"/>
                  <a:gd name="T9" fmla="*/ 16 h 48"/>
                  <a:gd name="T10" fmla="*/ 57 w 73"/>
                  <a:gd name="T11" fmla="*/ 0 h 48"/>
                  <a:gd name="T12" fmla="*/ 16 w 73"/>
                  <a:gd name="T13" fmla="*/ 0 h 48"/>
                  <a:gd name="T14" fmla="*/ 0 w 73"/>
                  <a:gd name="T15" fmla="*/ 16 h 48"/>
                  <a:gd name="T16" fmla="*/ 0 w 73"/>
                  <a:gd name="T17" fmla="*/ 32 h 48"/>
                  <a:gd name="T18" fmla="*/ 16 w 73"/>
                  <a:gd name="T19" fmla="*/ 48 h 48"/>
                  <a:gd name="T20" fmla="*/ 57 w 73"/>
                  <a:gd name="T21" fmla="*/ 48 h 48"/>
                  <a:gd name="T22" fmla="*/ 73 w 73"/>
                  <a:gd name="T23" fmla="*/ 32 h 48"/>
                  <a:gd name="T24" fmla="*/ 73 w 73"/>
                  <a:gd name="T25" fmla="*/ 16 h 48"/>
                  <a:gd name="T26" fmla="*/ 57 w 73"/>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8">
                    <a:moveTo>
                      <a:pt x="57" y="16"/>
                    </a:moveTo>
                    <a:cubicBezTo>
                      <a:pt x="57" y="32"/>
                      <a:pt x="57" y="32"/>
                      <a:pt x="57" y="32"/>
                    </a:cubicBezTo>
                    <a:cubicBezTo>
                      <a:pt x="16" y="32"/>
                      <a:pt x="16" y="32"/>
                      <a:pt x="16" y="32"/>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2"/>
                      <a:pt x="0" y="32"/>
                      <a:pt x="0" y="32"/>
                    </a:cubicBezTo>
                    <a:cubicBezTo>
                      <a:pt x="0" y="41"/>
                      <a:pt x="7" y="48"/>
                      <a:pt x="16" y="48"/>
                    </a:cubicBezTo>
                    <a:cubicBezTo>
                      <a:pt x="57" y="48"/>
                      <a:pt x="57" y="48"/>
                      <a:pt x="57" y="48"/>
                    </a:cubicBezTo>
                    <a:cubicBezTo>
                      <a:pt x="66" y="48"/>
                      <a:pt x="73" y="41"/>
                      <a:pt x="73" y="32"/>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4" name="Freeform 15">
                <a:extLst>
                  <a:ext uri="{FF2B5EF4-FFF2-40B4-BE49-F238E27FC236}">
                    <a16:creationId xmlns:a16="http://schemas.microsoft.com/office/drawing/2014/main" id="{6FCC6D34-B118-40F0-83BF-3EA6921C207E}"/>
                  </a:ext>
                </a:extLst>
              </p:cNvPr>
              <p:cNvSpPr>
                <a:spLocks noEditPoints="1"/>
              </p:cNvSpPr>
              <p:nvPr/>
            </p:nvSpPr>
            <p:spPr bwMode="auto">
              <a:xfrm>
                <a:off x="1563190" y="3581027"/>
                <a:ext cx="285052" cy="181983"/>
              </a:xfrm>
              <a:custGeom>
                <a:avLst/>
                <a:gdLst>
                  <a:gd name="T0" fmla="*/ 58 w 75"/>
                  <a:gd name="T1" fmla="*/ 16 h 48"/>
                  <a:gd name="T2" fmla="*/ 43 w 75"/>
                  <a:gd name="T3" fmla="*/ 32 h 48"/>
                  <a:gd name="T4" fmla="*/ 16 w 75"/>
                  <a:gd name="T5" fmla="*/ 32 h 48"/>
                  <a:gd name="T6" fmla="*/ 16 w 75"/>
                  <a:gd name="T7" fmla="*/ 16 h 48"/>
                  <a:gd name="T8" fmla="*/ 58 w 75"/>
                  <a:gd name="T9" fmla="*/ 16 h 48"/>
                  <a:gd name="T10" fmla="*/ 58 w 75"/>
                  <a:gd name="T11" fmla="*/ 0 h 48"/>
                  <a:gd name="T12" fmla="*/ 16 w 75"/>
                  <a:gd name="T13" fmla="*/ 0 h 48"/>
                  <a:gd name="T14" fmla="*/ 0 w 75"/>
                  <a:gd name="T15" fmla="*/ 16 h 48"/>
                  <a:gd name="T16" fmla="*/ 0 w 75"/>
                  <a:gd name="T17" fmla="*/ 32 h 48"/>
                  <a:gd name="T18" fmla="*/ 16 w 75"/>
                  <a:gd name="T19" fmla="*/ 48 h 48"/>
                  <a:gd name="T20" fmla="*/ 43 w 75"/>
                  <a:gd name="T21" fmla="*/ 48 h 48"/>
                  <a:gd name="T22" fmla="*/ 55 w 75"/>
                  <a:gd name="T23" fmla="*/ 43 h 48"/>
                  <a:gd name="T24" fmla="*/ 70 w 75"/>
                  <a:gd name="T25" fmla="*/ 26 h 48"/>
                  <a:gd name="T26" fmla="*/ 73 w 75"/>
                  <a:gd name="T27" fmla="*/ 9 h 48"/>
                  <a:gd name="T28" fmla="*/ 58 w 75"/>
                  <a:gd name="T2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8">
                    <a:moveTo>
                      <a:pt x="58" y="16"/>
                    </a:moveTo>
                    <a:cubicBezTo>
                      <a:pt x="43" y="32"/>
                      <a:pt x="43" y="32"/>
                      <a:pt x="43" y="32"/>
                    </a:cubicBezTo>
                    <a:cubicBezTo>
                      <a:pt x="16" y="32"/>
                      <a:pt x="16" y="32"/>
                      <a:pt x="16" y="32"/>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2"/>
                      <a:pt x="0" y="32"/>
                      <a:pt x="0" y="32"/>
                    </a:cubicBezTo>
                    <a:cubicBezTo>
                      <a:pt x="0" y="41"/>
                      <a:pt x="8" y="48"/>
                      <a:pt x="16" y="48"/>
                    </a:cubicBezTo>
                    <a:cubicBezTo>
                      <a:pt x="43" y="48"/>
                      <a:pt x="43" y="48"/>
                      <a:pt x="43" y="48"/>
                    </a:cubicBezTo>
                    <a:cubicBezTo>
                      <a:pt x="48" y="48"/>
                      <a:pt x="52" y="46"/>
                      <a:pt x="55" y="43"/>
                    </a:cubicBezTo>
                    <a:cubicBezTo>
                      <a:pt x="70" y="26"/>
                      <a:pt x="70" y="26"/>
                      <a:pt x="70" y="26"/>
                    </a:cubicBezTo>
                    <a:cubicBezTo>
                      <a:pt x="74" y="22"/>
                      <a:pt x="75" y="15"/>
                      <a:pt x="73" y="9"/>
                    </a:cubicBezTo>
                    <a:cubicBezTo>
                      <a:pt x="70" y="3"/>
                      <a:pt x="64"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5" name="Freeform 16">
                <a:extLst>
                  <a:ext uri="{FF2B5EF4-FFF2-40B4-BE49-F238E27FC236}">
                    <a16:creationId xmlns:a16="http://schemas.microsoft.com/office/drawing/2014/main" id="{0CC58ADC-A439-41E6-92BA-F12A8D1C8F54}"/>
                  </a:ext>
                </a:extLst>
              </p:cNvPr>
              <p:cNvSpPr>
                <a:spLocks noEditPoints="1"/>
              </p:cNvSpPr>
              <p:nvPr/>
            </p:nvSpPr>
            <p:spPr bwMode="auto">
              <a:xfrm>
                <a:off x="1563190" y="4151132"/>
                <a:ext cx="280221" cy="194867"/>
              </a:xfrm>
              <a:custGeom>
                <a:avLst/>
                <a:gdLst>
                  <a:gd name="T0" fmla="*/ 58 w 74"/>
                  <a:gd name="T1" fmla="*/ 16 h 51"/>
                  <a:gd name="T2" fmla="*/ 58 w 74"/>
                  <a:gd name="T3" fmla="*/ 35 h 51"/>
                  <a:gd name="T4" fmla="*/ 16 w 74"/>
                  <a:gd name="T5" fmla="*/ 35 h 51"/>
                  <a:gd name="T6" fmla="*/ 16 w 74"/>
                  <a:gd name="T7" fmla="*/ 16 h 51"/>
                  <a:gd name="T8" fmla="*/ 58 w 74"/>
                  <a:gd name="T9" fmla="*/ 16 h 51"/>
                  <a:gd name="T10" fmla="*/ 58 w 74"/>
                  <a:gd name="T11" fmla="*/ 0 h 51"/>
                  <a:gd name="T12" fmla="*/ 16 w 74"/>
                  <a:gd name="T13" fmla="*/ 0 h 51"/>
                  <a:gd name="T14" fmla="*/ 0 w 74"/>
                  <a:gd name="T15" fmla="*/ 16 h 51"/>
                  <a:gd name="T16" fmla="*/ 0 w 74"/>
                  <a:gd name="T17" fmla="*/ 35 h 51"/>
                  <a:gd name="T18" fmla="*/ 16 w 74"/>
                  <a:gd name="T19" fmla="*/ 51 h 51"/>
                  <a:gd name="T20" fmla="*/ 58 w 74"/>
                  <a:gd name="T21" fmla="*/ 51 h 51"/>
                  <a:gd name="T22" fmla="*/ 74 w 74"/>
                  <a:gd name="T23" fmla="*/ 35 h 51"/>
                  <a:gd name="T24" fmla="*/ 74 w 74"/>
                  <a:gd name="T25" fmla="*/ 16 h 51"/>
                  <a:gd name="T26" fmla="*/ 58 w 74"/>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1">
                    <a:moveTo>
                      <a:pt x="58" y="16"/>
                    </a:moveTo>
                    <a:cubicBezTo>
                      <a:pt x="58" y="35"/>
                      <a:pt x="58" y="35"/>
                      <a:pt x="58" y="35"/>
                    </a:cubicBezTo>
                    <a:cubicBezTo>
                      <a:pt x="16" y="35"/>
                      <a:pt x="16" y="35"/>
                      <a:pt x="16" y="35"/>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5"/>
                      <a:pt x="0" y="35"/>
                      <a:pt x="0" y="35"/>
                    </a:cubicBezTo>
                    <a:cubicBezTo>
                      <a:pt x="0" y="43"/>
                      <a:pt x="8" y="51"/>
                      <a:pt x="16" y="51"/>
                    </a:cubicBezTo>
                    <a:cubicBezTo>
                      <a:pt x="58" y="51"/>
                      <a:pt x="58" y="51"/>
                      <a:pt x="58" y="51"/>
                    </a:cubicBezTo>
                    <a:cubicBezTo>
                      <a:pt x="67" y="51"/>
                      <a:pt x="74" y="43"/>
                      <a:pt x="74" y="35"/>
                    </a:cubicBezTo>
                    <a:cubicBezTo>
                      <a:pt x="74" y="16"/>
                      <a:pt x="74" y="16"/>
                      <a:pt x="74" y="16"/>
                    </a:cubicBezTo>
                    <a:cubicBezTo>
                      <a:pt x="74" y="7"/>
                      <a:pt x="67"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6" name="Freeform 17">
                <a:extLst>
                  <a:ext uri="{FF2B5EF4-FFF2-40B4-BE49-F238E27FC236}">
                    <a16:creationId xmlns:a16="http://schemas.microsoft.com/office/drawing/2014/main" id="{AB33467C-C423-4F35-BEED-5CD46B9C3368}"/>
                  </a:ext>
                </a:extLst>
              </p:cNvPr>
              <p:cNvSpPr>
                <a:spLocks noEditPoints="1"/>
              </p:cNvSpPr>
              <p:nvPr/>
            </p:nvSpPr>
            <p:spPr bwMode="auto">
              <a:xfrm>
                <a:off x="1311958" y="4064167"/>
                <a:ext cx="19003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7" name="Freeform 18">
                <a:extLst>
                  <a:ext uri="{FF2B5EF4-FFF2-40B4-BE49-F238E27FC236}">
                    <a16:creationId xmlns:a16="http://schemas.microsoft.com/office/drawing/2014/main" id="{FC238A8C-EC1E-4048-8FD7-14C85FB89268}"/>
                  </a:ext>
                </a:extLst>
              </p:cNvPr>
              <p:cNvSpPr>
                <a:spLocks noEditPoints="1"/>
              </p:cNvSpPr>
              <p:nvPr/>
            </p:nvSpPr>
            <p:spPr bwMode="auto">
              <a:xfrm>
                <a:off x="1311958" y="4151132"/>
                <a:ext cx="27700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8" name="Freeform 19">
                <a:extLst>
                  <a:ext uri="{FF2B5EF4-FFF2-40B4-BE49-F238E27FC236}">
                    <a16:creationId xmlns:a16="http://schemas.microsoft.com/office/drawing/2014/main" id="{BEBE9E4C-B5F3-44BF-87F5-D11BBC577A14}"/>
                  </a:ext>
                </a:extLst>
              </p:cNvPr>
              <p:cNvSpPr>
                <a:spLocks noEditPoints="1"/>
              </p:cNvSpPr>
              <p:nvPr/>
            </p:nvSpPr>
            <p:spPr bwMode="auto">
              <a:xfrm>
                <a:off x="1311958" y="3820986"/>
                <a:ext cx="19003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9" name="Freeform 20">
                <a:extLst>
                  <a:ext uri="{FF2B5EF4-FFF2-40B4-BE49-F238E27FC236}">
                    <a16:creationId xmlns:a16="http://schemas.microsoft.com/office/drawing/2014/main" id="{5825B212-C3C7-4B1F-B3CF-1746BB1D272F}"/>
                  </a:ext>
                </a:extLst>
              </p:cNvPr>
              <p:cNvSpPr>
                <a:spLocks noEditPoints="1"/>
              </p:cNvSpPr>
              <p:nvPr/>
            </p:nvSpPr>
            <p:spPr bwMode="auto">
              <a:xfrm>
                <a:off x="1907830" y="4064167"/>
                <a:ext cx="19164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0" name="Freeform 21">
                <a:extLst>
                  <a:ext uri="{FF2B5EF4-FFF2-40B4-BE49-F238E27FC236}">
                    <a16:creationId xmlns:a16="http://schemas.microsoft.com/office/drawing/2014/main" id="{EF1A5F4E-BC6B-443E-BCFC-5CFC96082D01}"/>
                  </a:ext>
                </a:extLst>
              </p:cNvPr>
              <p:cNvSpPr>
                <a:spLocks noEditPoints="1"/>
              </p:cNvSpPr>
              <p:nvPr/>
            </p:nvSpPr>
            <p:spPr bwMode="auto">
              <a:xfrm>
                <a:off x="1820865" y="4151132"/>
                <a:ext cx="27861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1" name="Freeform 22">
                <a:extLst>
                  <a:ext uri="{FF2B5EF4-FFF2-40B4-BE49-F238E27FC236}">
                    <a16:creationId xmlns:a16="http://schemas.microsoft.com/office/drawing/2014/main" id="{E0F9AE45-9270-4EE3-8662-DA8484E84DCD}"/>
                  </a:ext>
                </a:extLst>
              </p:cNvPr>
              <p:cNvSpPr>
                <a:spLocks noEditPoints="1"/>
              </p:cNvSpPr>
              <p:nvPr/>
            </p:nvSpPr>
            <p:spPr bwMode="auto">
              <a:xfrm>
                <a:off x="1907830" y="3820986"/>
                <a:ext cx="19164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2" name="Freeform 23">
                <a:extLst>
                  <a:ext uri="{FF2B5EF4-FFF2-40B4-BE49-F238E27FC236}">
                    <a16:creationId xmlns:a16="http://schemas.microsoft.com/office/drawing/2014/main" id="{78D2C09E-1AE7-4235-8E78-F15C4B077456}"/>
                  </a:ext>
                </a:extLst>
              </p:cNvPr>
              <p:cNvSpPr>
                <a:spLocks noEditPoints="1"/>
              </p:cNvSpPr>
              <p:nvPr/>
            </p:nvSpPr>
            <p:spPr bwMode="auto">
              <a:xfrm>
                <a:off x="1661428" y="3405486"/>
                <a:ext cx="600703" cy="594262"/>
              </a:xfrm>
              <a:custGeom>
                <a:avLst/>
                <a:gdLst>
                  <a:gd name="T0" fmla="*/ 105 w 158"/>
                  <a:gd name="T1" fmla="*/ 16 h 156"/>
                  <a:gd name="T2" fmla="*/ 140 w 158"/>
                  <a:gd name="T3" fmla="*/ 56 h 156"/>
                  <a:gd name="T4" fmla="*/ 56 w 158"/>
                  <a:gd name="T5" fmla="*/ 140 h 156"/>
                  <a:gd name="T6" fmla="*/ 17 w 158"/>
                  <a:gd name="T7" fmla="*/ 99 h 156"/>
                  <a:gd name="T8" fmla="*/ 105 w 158"/>
                  <a:gd name="T9" fmla="*/ 16 h 156"/>
                  <a:gd name="T10" fmla="*/ 105 w 158"/>
                  <a:gd name="T11" fmla="*/ 0 h 156"/>
                  <a:gd name="T12" fmla="*/ 94 w 158"/>
                  <a:gd name="T13" fmla="*/ 5 h 156"/>
                  <a:gd name="T14" fmla="*/ 6 w 158"/>
                  <a:gd name="T15" fmla="*/ 87 h 156"/>
                  <a:gd name="T16" fmla="*/ 5 w 158"/>
                  <a:gd name="T17" fmla="*/ 109 h 156"/>
                  <a:gd name="T18" fmla="*/ 44 w 158"/>
                  <a:gd name="T19" fmla="*/ 151 h 156"/>
                  <a:gd name="T20" fmla="*/ 55 w 158"/>
                  <a:gd name="T21" fmla="*/ 156 h 156"/>
                  <a:gd name="T22" fmla="*/ 56 w 158"/>
                  <a:gd name="T23" fmla="*/ 156 h 156"/>
                  <a:gd name="T24" fmla="*/ 67 w 158"/>
                  <a:gd name="T25" fmla="*/ 152 h 156"/>
                  <a:gd name="T26" fmla="*/ 151 w 158"/>
                  <a:gd name="T27" fmla="*/ 67 h 156"/>
                  <a:gd name="T28" fmla="*/ 152 w 158"/>
                  <a:gd name="T29" fmla="*/ 45 h 156"/>
                  <a:gd name="T30" fmla="*/ 117 w 158"/>
                  <a:gd name="T31" fmla="*/ 6 h 156"/>
                  <a:gd name="T32" fmla="*/ 105 w 158"/>
                  <a:gd name="T33" fmla="*/ 0 h 156"/>
                  <a:gd name="T34" fmla="*/ 105 w 158"/>
                  <a:gd name="T3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 h="156">
                    <a:moveTo>
                      <a:pt x="105" y="16"/>
                    </a:moveTo>
                    <a:cubicBezTo>
                      <a:pt x="140" y="56"/>
                      <a:pt x="140" y="56"/>
                      <a:pt x="140" y="56"/>
                    </a:cubicBezTo>
                    <a:cubicBezTo>
                      <a:pt x="56" y="140"/>
                      <a:pt x="56" y="140"/>
                      <a:pt x="56" y="140"/>
                    </a:cubicBezTo>
                    <a:cubicBezTo>
                      <a:pt x="17" y="99"/>
                      <a:pt x="17" y="99"/>
                      <a:pt x="17" y="99"/>
                    </a:cubicBezTo>
                    <a:cubicBezTo>
                      <a:pt x="105" y="16"/>
                      <a:pt x="105" y="16"/>
                      <a:pt x="105" y="16"/>
                    </a:cubicBezTo>
                    <a:moveTo>
                      <a:pt x="105" y="0"/>
                    </a:moveTo>
                    <a:cubicBezTo>
                      <a:pt x="101" y="0"/>
                      <a:pt x="97" y="2"/>
                      <a:pt x="94" y="5"/>
                    </a:cubicBezTo>
                    <a:cubicBezTo>
                      <a:pt x="6" y="87"/>
                      <a:pt x="6" y="87"/>
                      <a:pt x="6" y="87"/>
                    </a:cubicBezTo>
                    <a:cubicBezTo>
                      <a:pt x="0" y="93"/>
                      <a:pt x="0" y="103"/>
                      <a:pt x="5" y="109"/>
                    </a:cubicBezTo>
                    <a:cubicBezTo>
                      <a:pt x="44" y="151"/>
                      <a:pt x="44" y="151"/>
                      <a:pt x="44" y="151"/>
                    </a:cubicBezTo>
                    <a:cubicBezTo>
                      <a:pt x="47" y="154"/>
                      <a:pt x="51" y="156"/>
                      <a:pt x="55" y="156"/>
                    </a:cubicBezTo>
                    <a:cubicBezTo>
                      <a:pt x="55" y="156"/>
                      <a:pt x="56" y="156"/>
                      <a:pt x="56" y="156"/>
                    </a:cubicBezTo>
                    <a:cubicBezTo>
                      <a:pt x="60" y="156"/>
                      <a:pt x="64" y="155"/>
                      <a:pt x="67" y="152"/>
                    </a:cubicBezTo>
                    <a:cubicBezTo>
                      <a:pt x="151" y="67"/>
                      <a:pt x="151" y="67"/>
                      <a:pt x="151" y="67"/>
                    </a:cubicBezTo>
                    <a:cubicBezTo>
                      <a:pt x="157" y="61"/>
                      <a:pt x="158" y="52"/>
                      <a:pt x="152" y="45"/>
                    </a:cubicBezTo>
                    <a:cubicBezTo>
                      <a:pt x="117" y="6"/>
                      <a:pt x="117" y="6"/>
                      <a:pt x="117" y="6"/>
                    </a:cubicBezTo>
                    <a:cubicBezTo>
                      <a:pt x="114" y="3"/>
                      <a:pt x="110" y="1"/>
                      <a:pt x="105" y="0"/>
                    </a:cubicBezTo>
                    <a:cubicBezTo>
                      <a:pt x="105" y="0"/>
                      <a:pt x="105" y="0"/>
                      <a:pt x="105"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3" name="Freeform 24">
                <a:extLst>
                  <a:ext uri="{FF2B5EF4-FFF2-40B4-BE49-F238E27FC236}">
                    <a16:creationId xmlns:a16="http://schemas.microsoft.com/office/drawing/2014/main" id="{6DD95C05-152B-4367-8DE4-0E724349FB6B}"/>
                  </a:ext>
                </a:extLst>
              </p:cNvPr>
              <p:cNvSpPr>
                <a:spLocks noEditPoints="1"/>
              </p:cNvSpPr>
              <p:nvPr/>
            </p:nvSpPr>
            <p:spPr bwMode="auto">
              <a:xfrm>
                <a:off x="1555138" y="3790388"/>
                <a:ext cx="318872" cy="293105"/>
              </a:xfrm>
              <a:custGeom>
                <a:avLst/>
                <a:gdLst>
                  <a:gd name="T0" fmla="*/ 32 w 84"/>
                  <a:gd name="T1" fmla="*/ 16 h 77"/>
                  <a:gd name="T2" fmla="*/ 67 w 84"/>
                  <a:gd name="T3" fmla="*/ 50 h 77"/>
                  <a:gd name="T4" fmla="*/ 17 w 84"/>
                  <a:gd name="T5" fmla="*/ 61 h 77"/>
                  <a:gd name="T6" fmla="*/ 32 w 84"/>
                  <a:gd name="T7" fmla="*/ 16 h 77"/>
                  <a:gd name="T8" fmla="*/ 32 w 84"/>
                  <a:gd name="T9" fmla="*/ 0 h 77"/>
                  <a:gd name="T10" fmla="*/ 28 w 84"/>
                  <a:gd name="T11" fmla="*/ 1 h 77"/>
                  <a:gd name="T12" fmla="*/ 17 w 84"/>
                  <a:gd name="T13" fmla="*/ 11 h 77"/>
                  <a:gd name="T14" fmla="*/ 2 w 84"/>
                  <a:gd name="T15" fmla="*/ 56 h 77"/>
                  <a:gd name="T16" fmla="*/ 5 w 84"/>
                  <a:gd name="T17" fmla="*/ 72 h 77"/>
                  <a:gd name="T18" fmla="*/ 17 w 84"/>
                  <a:gd name="T19" fmla="*/ 77 h 77"/>
                  <a:gd name="T20" fmla="*/ 20 w 84"/>
                  <a:gd name="T21" fmla="*/ 76 h 77"/>
                  <a:gd name="T22" fmla="*/ 71 w 84"/>
                  <a:gd name="T23" fmla="*/ 65 h 77"/>
                  <a:gd name="T24" fmla="*/ 83 w 84"/>
                  <a:gd name="T25" fmla="*/ 54 h 77"/>
                  <a:gd name="T26" fmla="*/ 78 w 84"/>
                  <a:gd name="T27" fmla="*/ 38 h 77"/>
                  <a:gd name="T28" fmla="*/ 43 w 84"/>
                  <a:gd name="T29" fmla="*/ 5 h 77"/>
                  <a:gd name="T30" fmla="*/ 32 w 84"/>
                  <a:gd name="T3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77">
                    <a:moveTo>
                      <a:pt x="32" y="16"/>
                    </a:moveTo>
                    <a:cubicBezTo>
                      <a:pt x="67" y="50"/>
                      <a:pt x="67" y="50"/>
                      <a:pt x="67" y="50"/>
                    </a:cubicBezTo>
                    <a:cubicBezTo>
                      <a:pt x="17" y="61"/>
                      <a:pt x="17" y="61"/>
                      <a:pt x="17" y="61"/>
                    </a:cubicBezTo>
                    <a:cubicBezTo>
                      <a:pt x="32" y="16"/>
                      <a:pt x="32" y="16"/>
                      <a:pt x="32" y="16"/>
                    </a:cubicBezTo>
                    <a:moveTo>
                      <a:pt x="32" y="0"/>
                    </a:moveTo>
                    <a:cubicBezTo>
                      <a:pt x="31" y="0"/>
                      <a:pt x="29" y="0"/>
                      <a:pt x="28" y="1"/>
                    </a:cubicBezTo>
                    <a:cubicBezTo>
                      <a:pt x="23" y="2"/>
                      <a:pt x="18" y="6"/>
                      <a:pt x="17" y="11"/>
                    </a:cubicBezTo>
                    <a:cubicBezTo>
                      <a:pt x="2" y="56"/>
                      <a:pt x="2" y="56"/>
                      <a:pt x="2" y="56"/>
                    </a:cubicBezTo>
                    <a:cubicBezTo>
                      <a:pt x="0" y="61"/>
                      <a:pt x="1" y="67"/>
                      <a:pt x="5" y="72"/>
                    </a:cubicBezTo>
                    <a:cubicBezTo>
                      <a:pt x="8" y="75"/>
                      <a:pt x="12" y="77"/>
                      <a:pt x="17" y="77"/>
                    </a:cubicBezTo>
                    <a:cubicBezTo>
                      <a:pt x="18" y="77"/>
                      <a:pt x="19" y="77"/>
                      <a:pt x="20" y="76"/>
                    </a:cubicBezTo>
                    <a:cubicBezTo>
                      <a:pt x="71" y="65"/>
                      <a:pt x="71" y="65"/>
                      <a:pt x="71" y="65"/>
                    </a:cubicBezTo>
                    <a:cubicBezTo>
                      <a:pt x="77" y="64"/>
                      <a:pt x="81" y="59"/>
                      <a:pt x="83" y="54"/>
                    </a:cubicBezTo>
                    <a:cubicBezTo>
                      <a:pt x="84" y="48"/>
                      <a:pt x="83" y="42"/>
                      <a:pt x="78" y="38"/>
                    </a:cubicBezTo>
                    <a:cubicBezTo>
                      <a:pt x="43" y="5"/>
                      <a:pt x="43" y="5"/>
                      <a:pt x="43" y="5"/>
                    </a:cubicBezTo>
                    <a:cubicBezTo>
                      <a:pt x="40" y="2"/>
                      <a:pt x="36" y="0"/>
                      <a:pt x="32"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4" name="Freeform 25">
                <a:extLst>
                  <a:ext uri="{FF2B5EF4-FFF2-40B4-BE49-F238E27FC236}">
                    <a16:creationId xmlns:a16="http://schemas.microsoft.com/office/drawing/2014/main" id="{2DEB43D1-BDD4-4BA3-842E-E60ECAADDCE5}"/>
                  </a:ext>
                </a:extLst>
              </p:cNvPr>
              <p:cNvSpPr>
                <a:spLocks/>
              </p:cNvSpPr>
              <p:nvPr/>
            </p:nvSpPr>
            <p:spPr bwMode="auto">
              <a:xfrm>
                <a:off x="1371545" y="3642225"/>
                <a:ext cx="69249" cy="148163"/>
              </a:xfrm>
              <a:custGeom>
                <a:avLst/>
                <a:gdLst>
                  <a:gd name="T0" fmla="*/ 0 w 43"/>
                  <a:gd name="T1" fmla="*/ 0 h 92"/>
                  <a:gd name="T2" fmla="*/ 43 w 43"/>
                  <a:gd name="T3" fmla="*/ 0 h 92"/>
                  <a:gd name="T4" fmla="*/ 43 w 43"/>
                  <a:gd name="T5" fmla="*/ 92 h 92"/>
                  <a:gd name="T6" fmla="*/ 0 w 43"/>
                  <a:gd name="T7" fmla="*/ 92 h 92"/>
                  <a:gd name="T8" fmla="*/ 0 w 43"/>
                  <a:gd name="T9" fmla="*/ 0 h 92"/>
                  <a:gd name="T10" fmla="*/ 0 w 43"/>
                  <a:gd name="T11" fmla="*/ 0 h 92"/>
                </a:gdLst>
                <a:ahLst/>
                <a:cxnLst>
                  <a:cxn ang="0">
                    <a:pos x="T0" y="T1"/>
                  </a:cxn>
                  <a:cxn ang="0">
                    <a:pos x="T2" y="T3"/>
                  </a:cxn>
                  <a:cxn ang="0">
                    <a:pos x="T4" y="T5"/>
                  </a:cxn>
                  <a:cxn ang="0">
                    <a:pos x="T6" y="T7"/>
                  </a:cxn>
                  <a:cxn ang="0">
                    <a:pos x="T8" y="T9"/>
                  </a:cxn>
                  <a:cxn ang="0">
                    <a:pos x="T10" y="T11"/>
                  </a:cxn>
                </a:cxnLst>
                <a:rect l="0" t="0" r="r" b="b"/>
                <a:pathLst>
                  <a:path w="43" h="92">
                    <a:moveTo>
                      <a:pt x="0" y="0"/>
                    </a:moveTo>
                    <a:lnTo>
                      <a:pt x="43" y="0"/>
                    </a:lnTo>
                    <a:lnTo>
                      <a:pt x="43" y="92"/>
                    </a:lnTo>
                    <a:lnTo>
                      <a:pt x="0" y="92"/>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5" name="Freeform 26">
                <a:extLst>
                  <a:ext uri="{FF2B5EF4-FFF2-40B4-BE49-F238E27FC236}">
                    <a16:creationId xmlns:a16="http://schemas.microsoft.com/office/drawing/2014/main" id="{05F79B65-5C5B-47CE-A424-3E198B5C8F26}"/>
                  </a:ext>
                </a:extLst>
              </p:cNvPr>
              <p:cNvSpPr>
                <a:spLocks/>
              </p:cNvSpPr>
              <p:nvPr/>
            </p:nvSpPr>
            <p:spPr bwMode="auto">
              <a:xfrm>
                <a:off x="1371545" y="3642225"/>
                <a:ext cx="156215" cy="59588"/>
              </a:xfrm>
              <a:custGeom>
                <a:avLst/>
                <a:gdLst>
                  <a:gd name="T0" fmla="*/ 0 w 97"/>
                  <a:gd name="T1" fmla="*/ 0 h 37"/>
                  <a:gd name="T2" fmla="*/ 97 w 97"/>
                  <a:gd name="T3" fmla="*/ 0 h 37"/>
                  <a:gd name="T4" fmla="*/ 97 w 97"/>
                  <a:gd name="T5" fmla="*/ 37 h 37"/>
                  <a:gd name="T6" fmla="*/ 0 w 97"/>
                  <a:gd name="T7" fmla="*/ 37 h 37"/>
                  <a:gd name="T8" fmla="*/ 0 w 97"/>
                  <a:gd name="T9" fmla="*/ 0 h 37"/>
                  <a:gd name="T10" fmla="*/ 0 w 97"/>
                  <a:gd name="T11" fmla="*/ 0 h 37"/>
                </a:gdLst>
                <a:ahLst/>
                <a:cxnLst>
                  <a:cxn ang="0">
                    <a:pos x="T0" y="T1"/>
                  </a:cxn>
                  <a:cxn ang="0">
                    <a:pos x="T2" y="T3"/>
                  </a:cxn>
                  <a:cxn ang="0">
                    <a:pos x="T4" y="T5"/>
                  </a:cxn>
                  <a:cxn ang="0">
                    <a:pos x="T6" y="T7"/>
                  </a:cxn>
                  <a:cxn ang="0">
                    <a:pos x="T8" y="T9"/>
                  </a:cxn>
                  <a:cxn ang="0">
                    <a:pos x="T10" y="T11"/>
                  </a:cxn>
                </a:cxnLst>
                <a:rect l="0" t="0" r="r" b="b"/>
                <a:pathLst>
                  <a:path w="97" h="37">
                    <a:moveTo>
                      <a:pt x="0" y="0"/>
                    </a:moveTo>
                    <a:lnTo>
                      <a:pt x="97" y="0"/>
                    </a:lnTo>
                    <a:lnTo>
                      <a:pt x="97" y="37"/>
                    </a:lnTo>
                    <a:lnTo>
                      <a:pt x="0" y="37"/>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6" name="Freeform 27">
                <a:extLst>
                  <a:ext uri="{FF2B5EF4-FFF2-40B4-BE49-F238E27FC236}">
                    <a16:creationId xmlns:a16="http://schemas.microsoft.com/office/drawing/2014/main" id="{0FDDD080-8A28-449A-8726-94F292CC9D44}"/>
                  </a:ext>
                </a:extLst>
              </p:cNvPr>
              <p:cNvSpPr>
                <a:spLocks/>
              </p:cNvSpPr>
              <p:nvPr/>
            </p:nvSpPr>
            <p:spPr bwMode="auto">
              <a:xfrm>
                <a:off x="1622777" y="3642225"/>
                <a:ext cx="161046" cy="59588"/>
              </a:xfrm>
              <a:custGeom>
                <a:avLst/>
                <a:gdLst>
                  <a:gd name="T0" fmla="*/ 0 w 100"/>
                  <a:gd name="T1" fmla="*/ 37 h 37"/>
                  <a:gd name="T2" fmla="*/ 0 w 100"/>
                  <a:gd name="T3" fmla="*/ 0 h 37"/>
                  <a:gd name="T4" fmla="*/ 100 w 100"/>
                  <a:gd name="T5" fmla="*/ 0 h 37"/>
                  <a:gd name="T6" fmla="*/ 64 w 100"/>
                  <a:gd name="T7" fmla="*/ 37 h 37"/>
                  <a:gd name="T8" fmla="*/ 0 w 100"/>
                  <a:gd name="T9" fmla="*/ 37 h 37"/>
                  <a:gd name="T10" fmla="*/ 0 w 100"/>
                  <a:gd name="T11" fmla="*/ 37 h 37"/>
                  <a:gd name="T12" fmla="*/ 0 w 100"/>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100" h="37">
                    <a:moveTo>
                      <a:pt x="0" y="37"/>
                    </a:moveTo>
                    <a:lnTo>
                      <a:pt x="0" y="0"/>
                    </a:lnTo>
                    <a:lnTo>
                      <a:pt x="100" y="0"/>
                    </a:lnTo>
                    <a:lnTo>
                      <a:pt x="64" y="37"/>
                    </a:lnTo>
                    <a:lnTo>
                      <a:pt x="0" y="37"/>
                    </a:lnTo>
                    <a:lnTo>
                      <a:pt x="0" y="37"/>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7" name="Freeform 28">
                <a:extLst>
                  <a:ext uri="{FF2B5EF4-FFF2-40B4-BE49-F238E27FC236}">
                    <a16:creationId xmlns:a16="http://schemas.microsoft.com/office/drawing/2014/main" id="{12139B4A-1F8F-464A-BA68-9E046BCF1358}"/>
                  </a:ext>
                </a:extLst>
              </p:cNvPr>
              <p:cNvSpPr>
                <a:spLocks/>
              </p:cNvSpPr>
              <p:nvPr/>
            </p:nvSpPr>
            <p:spPr bwMode="auto">
              <a:xfrm>
                <a:off x="1622777" y="4212330"/>
                <a:ext cx="161046" cy="72471"/>
              </a:xfrm>
              <a:custGeom>
                <a:avLst/>
                <a:gdLst>
                  <a:gd name="T0" fmla="*/ 0 w 100"/>
                  <a:gd name="T1" fmla="*/ 0 h 45"/>
                  <a:gd name="T2" fmla="*/ 100 w 100"/>
                  <a:gd name="T3" fmla="*/ 0 h 45"/>
                  <a:gd name="T4" fmla="*/ 100 w 100"/>
                  <a:gd name="T5" fmla="*/ 45 h 45"/>
                  <a:gd name="T6" fmla="*/ 0 w 100"/>
                  <a:gd name="T7" fmla="*/ 45 h 45"/>
                  <a:gd name="T8" fmla="*/ 0 w 100"/>
                  <a:gd name="T9" fmla="*/ 0 h 45"/>
                  <a:gd name="T10" fmla="*/ 0 w 100"/>
                  <a:gd name="T11" fmla="*/ 0 h 45"/>
                </a:gdLst>
                <a:ahLst/>
                <a:cxnLst>
                  <a:cxn ang="0">
                    <a:pos x="T0" y="T1"/>
                  </a:cxn>
                  <a:cxn ang="0">
                    <a:pos x="T2" y="T3"/>
                  </a:cxn>
                  <a:cxn ang="0">
                    <a:pos x="T4" y="T5"/>
                  </a:cxn>
                  <a:cxn ang="0">
                    <a:pos x="T6" y="T7"/>
                  </a:cxn>
                  <a:cxn ang="0">
                    <a:pos x="T8" y="T9"/>
                  </a:cxn>
                  <a:cxn ang="0">
                    <a:pos x="T10" y="T11"/>
                  </a:cxn>
                </a:cxnLst>
                <a:rect l="0" t="0" r="r" b="b"/>
                <a:pathLst>
                  <a:path w="100" h="45">
                    <a:moveTo>
                      <a:pt x="0" y="0"/>
                    </a:moveTo>
                    <a:lnTo>
                      <a:pt x="100" y="0"/>
                    </a:lnTo>
                    <a:lnTo>
                      <a:pt x="100"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8" name="Freeform 29">
                <a:extLst>
                  <a:ext uri="{FF2B5EF4-FFF2-40B4-BE49-F238E27FC236}">
                    <a16:creationId xmlns:a16="http://schemas.microsoft.com/office/drawing/2014/main" id="{BD7BC382-7DAD-44FC-B2DA-C353AB937D7A}"/>
                  </a:ext>
                </a:extLst>
              </p:cNvPr>
              <p:cNvSpPr>
                <a:spLocks/>
              </p:cNvSpPr>
              <p:nvPr/>
            </p:nvSpPr>
            <p:spPr bwMode="auto">
              <a:xfrm>
                <a:off x="1371545"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9" name="Freeform 30">
                <a:extLst>
                  <a:ext uri="{FF2B5EF4-FFF2-40B4-BE49-F238E27FC236}">
                    <a16:creationId xmlns:a16="http://schemas.microsoft.com/office/drawing/2014/main" id="{7076A25D-652A-41D1-B05F-AC5F67374CC8}"/>
                  </a:ext>
                </a:extLst>
              </p:cNvPr>
              <p:cNvSpPr>
                <a:spLocks/>
              </p:cNvSpPr>
              <p:nvPr/>
            </p:nvSpPr>
            <p:spPr bwMode="auto">
              <a:xfrm>
                <a:off x="1371545"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80" name="Freeform 31">
                <a:extLst>
                  <a:ext uri="{FF2B5EF4-FFF2-40B4-BE49-F238E27FC236}">
                    <a16:creationId xmlns:a16="http://schemas.microsoft.com/office/drawing/2014/main" id="{F08F17C5-2F8D-45FA-8ADB-54A4E06E2BB8}"/>
                  </a:ext>
                </a:extLst>
              </p:cNvPr>
              <p:cNvSpPr>
                <a:spLocks/>
              </p:cNvSpPr>
              <p:nvPr/>
            </p:nvSpPr>
            <p:spPr bwMode="auto">
              <a:xfrm>
                <a:off x="1371545"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81" name="Freeform 32">
                <a:extLst>
                  <a:ext uri="{FF2B5EF4-FFF2-40B4-BE49-F238E27FC236}">
                    <a16:creationId xmlns:a16="http://schemas.microsoft.com/office/drawing/2014/main" id="{AEE3F91F-F95B-4E3B-BD7B-C4C7A6DA99CB}"/>
                  </a:ext>
                </a:extLst>
              </p:cNvPr>
              <p:cNvSpPr>
                <a:spLocks/>
              </p:cNvSpPr>
              <p:nvPr/>
            </p:nvSpPr>
            <p:spPr bwMode="auto">
              <a:xfrm>
                <a:off x="1969027"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82" name="Freeform 33">
                <a:extLst>
                  <a:ext uri="{FF2B5EF4-FFF2-40B4-BE49-F238E27FC236}">
                    <a16:creationId xmlns:a16="http://schemas.microsoft.com/office/drawing/2014/main" id="{C98F8A0E-B688-4B1C-8EB9-CB0C38FC82D0}"/>
                  </a:ext>
                </a:extLst>
              </p:cNvPr>
              <p:cNvSpPr>
                <a:spLocks/>
              </p:cNvSpPr>
              <p:nvPr/>
            </p:nvSpPr>
            <p:spPr bwMode="auto">
              <a:xfrm>
                <a:off x="1882062"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83" name="Freeform 34">
                <a:extLst>
                  <a:ext uri="{FF2B5EF4-FFF2-40B4-BE49-F238E27FC236}">
                    <a16:creationId xmlns:a16="http://schemas.microsoft.com/office/drawing/2014/main" id="{B8ACE01D-3323-468F-B5F5-EA1160641AA3}"/>
                  </a:ext>
                </a:extLst>
              </p:cNvPr>
              <p:cNvSpPr>
                <a:spLocks/>
              </p:cNvSpPr>
              <p:nvPr/>
            </p:nvSpPr>
            <p:spPr bwMode="auto">
              <a:xfrm>
                <a:off x="1969027"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84" name="Freeform 35">
                <a:extLst>
                  <a:ext uri="{FF2B5EF4-FFF2-40B4-BE49-F238E27FC236}">
                    <a16:creationId xmlns:a16="http://schemas.microsoft.com/office/drawing/2014/main" id="{9BA95133-CF4C-443C-9C96-0F475485DADB}"/>
                  </a:ext>
                </a:extLst>
              </p:cNvPr>
              <p:cNvSpPr>
                <a:spLocks/>
              </p:cNvSpPr>
              <p:nvPr/>
            </p:nvSpPr>
            <p:spPr bwMode="auto">
              <a:xfrm>
                <a:off x="1725847" y="3466684"/>
                <a:ext cx="468645" cy="471867"/>
              </a:xfrm>
              <a:custGeom>
                <a:avLst/>
                <a:gdLst>
                  <a:gd name="T0" fmla="*/ 208 w 291"/>
                  <a:gd name="T1" fmla="*/ 0 h 293"/>
                  <a:gd name="T2" fmla="*/ 0 w 291"/>
                  <a:gd name="T3" fmla="*/ 196 h 293"/>
                  <a:gd name="T4" fmla="*/ 92 w 291"/>
                  <a:gd name="T5" fmla="*/ 293 h 293"/>
                  <a:gd name="T6" fmla="*/ 291 w 291"/>
                  <a:gd name="T7" fmla="*/ 94 h 293"/>
                  <a:gd name="T8" fmla="*/ 208 w 291"/>
                  <a:gd name="T9" fmla="*/ 0 h 293"/>
                  <a:gd name="T10" fmla="*/ 208 w 291"/>
                  <a:gd name="T11" fmla="*/ 0 h 293"/>
                  <a:gd name="T12" fmla="*/ 208 w 291"/>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91" h="293">
                    <a:moveTo>
                      <a:pt x="208" y="0"/>
                    </a:moveTo>
                    <a:lnTo>
                      <a:pt x="0" y="196"/>
                    </a:lnTo>
                    <a:lnTo>
                      <a:pt x="92" y="293"/>
                    </a:lnTo>
                    <a:lnTo>
                      <a:pt x="291" y="94"/>
                    </a:lnTo>
                    <a:lnTo>
                      <a:pt x="208" y="0"/>
                    </a:lnTo>
                    <a:lnTo>
                      <a:pt x="208" y="0"/>
                    </a:lnTo>
                    <a:lnTo>
                      <a:pt x="20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85" name="Freeform 36">
                <a:extLst>
                  <a:ext uri="{FF2B5EF4-FFF2-40B4-BE49-F238E27FC236}">
                    <a16:creationId xmlns:a16="http://schemas.microsoft.com/office/drawing/2014/main" id="{260A76D8-44E6-4FB9-80EE-DD3B8A197AD8}"/>
                  </a:ext>
                </a:extLst>
              </p:cNvPr>
              <p:cNvSpPr>
                <a:spLocks/>
              </p:cNvSpPr>
              <p:nvPr/>
            </p:nvSpPr>
            <p:spPr bwMode="auto">
              <a:xfrm>
                <a:off x="1619556" y="3849975"/>
                <a:ext cx="190035" cy="172320"/>
              </a:xfrm>
              <a:custGeom>
                <a:avLst/>
                <a:gdLst>
                  <a:gd name="T0" fmla="*/ 35 w 118"/>
                  <a:gd name="T1" fmla="*/ 0 h 107"/>
                  <a:gd name="T2" fmla="*/ 0 w 118"/>
                  <a:gd name="T3" fmla="*/ 107 h 107"/>
                  <a:gd name="T4" fmla="*/ 118 w 118"/>
                  <a:gd name="T5" fmla="*/ 81 h 107"/>
                  <a:gd name="T6" fmla="*/ 35 w 118"/>
                  <a:gd name="T7" fmla="*/ 0 h 107"/>
                  <a:gd name="T8" fmla="*/ 35 w 118"/>
                  <a:gd name="T9" fmla="*/ 0 h 107"/>
                  <a:gd name="T10" fmla="*/ 35 w 118"/>
                  <a:gd name="T11" fmla="*/ 0 h 107"/>
                </a:gdLst>
                <a:ahLst/>
                <a:cxnLst>
                  <a:cxn ang="0">
                    <a:pos x="T0" y="T1"/>
                  </a:cxn>
                  <a:cxn ang="0">
                    <a:pos x="T2" y="T3"/>
                  </a:cxn>
                  <a:cxn ang="0">
                    <a:pos x="T4" y="T5"/>
                  </a:cxn>
                  <a:cxn ang="0">
                    <a:pos x="T6" y="T7"/>
                  </a:cxn>
                  <a:cxn ang="0">
                    <a:pos x="T8" y="T9"/>
                  </a:cxn>
                  <a:cxn ang="0">
                    <a:pos x="T10" y="T11"/>
                  </a:cxn>
                </a:cxnLst>
                <a:rect l="0" t="0" r="r" b="b"/>
                <a:pathLst>
                  <a:path w="118" h="107">
                    <a:moveTo>
                      <a:pt x="35" y="0"/>
                    </a:moveTo>
                    <a:lnTo>
                      <a:pt x="0" y="107"/>
                    </a:lnTo>
                    <a:lnTo>
                      <a:pt x="118" y="81"/>
                    </a:lnTo>
                    <a:lnTo>
                      <a:pt x="35" y="0"/>
                    </a:lnTo>
                    <a:lnTo>
                      <a:pt x="35" y="0"/>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2D4D7E86-E89D-49E4-829B-0130DA43FB9B}"/>
                  </a:ext>
                </a:extLst>
              </p:cNvPr>
              <p:cNvSpPr txBox="1"/>
              <p:nvPr/>
            </p:nvSpPr>
            <p:spPr>
              <a:xfrm>
                <a:off x="6987806" y="4819095"/>
                <a:ext cx="15299882" cy="1569660"/>
              </a:xfrm>
              <a:prstGeom prst="rect">
                <a:avLst/>
              </a:prstGeom>
              <a:noFill/>
            </p:spPr>
            <p:txBody>
              <a:bodyPr wrap="square">
                <a:spAutoFit/>
              </a:bodyPr>
              <a:lstStyle/>
              <a:p>
                <a:r>
                  <a:rPr lang="fr-FR" sz="4800" b="1" dirty="0">
                    <a:latin typeface="Tahoma" panose="020B0604030504040204" pitchFamily="34" charset="0"/>
                    <a:ea typeface="Tahoma" panose="020B0604030504040204" pitchFamily="34" charset="0"/>
                    <a:cs typeface="Tahoma" panose="020B0604030504040204" pitchFamily="34" charset="0"/>
                  </a:rPr>
                  <a:t>Cho </a:t>
                </a:r>
                <a:r>
                  <a:rPr lang="fr-FR" sz="4800" b="1" dirty="0" err="1">
                    <a:latin typeface="Tahoma" panose="020B0604030504040204" pitchFamily="34" charset="0"/>
                    <a:ea typeface="Tahoma" panose="020B0604030504040204" pitchFamily="34" charset="0"/>
                    <a:cs typeface="Tahoma" panose="020B0604030504040204" pitchFamily="34" charset="0"/>
                  </a:rPr>
                  <a:t>các</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𝑷</m:t>
                    </m:r>
                  </m:oMath>
                </a14:m>
                <a:r>
                  <a:rPr lang="fr-FR" sz="4800" b="1" dirty="0">
                    <a:latin typeface="Tahoma" panose="020B0604030504040204" pitchFamily="34" charset="0"/>
                    <a:ea typeface="Tahoma" panose="020B0604030504040204" pitchFamily="34" charset="0"/>
                    <a:cs typeface="Tahoma" panose="020B0604030504040204" pitchFamily="34" charset="0"/>
                  </a:rPr>
                  <a:t> : “</a:t>
                </a:r>
                <a14:m>
                  <m:oMath xmlns:m="http://schemas.openxmlformats.org/officeDocument/2006/math">
                    <m:r>
                      <a:rPr lang="fr-FR" sz="4800" b="1" i="1">
                        <a:latin typeface="Cambria Math" panose="02040503050406030204" pitchFamily="18" charset="0"/>
                      </a:rPr>
                      <m:t>𝒂</m:t>
                    </m:r>
                  </m:oMath>
                </a14:m>
                <a:r>
                  <a:rPr lang="vi-VN"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𝒃</m:t>
                    </m:r>
                    <m:r>
                      <a:rPr lang="vi-VN" sz="4800" b="1" i="1" smtClean="0">
                        <a:latin typeface="Cambria Math" panose="02040503050406030204" pitchFamily="18" charset="0"/>
                      </a:rPr>
                      <m:t> </m:t>
                    </m:r>
                  </m:oMath>
                </a14:m>
                <a:r>
                  <a:rPr lang="fr-FR" sz="4800" b="1" dirty="0">
                    <a:latin typeface="Tahoma" panose="020B0604030504040204" pitchFamily="34" charset="0"/>
                    <a:ea typeface="Tahoma" panose="020B0604030504040204" pitchFamily="34" charset="0"/>
                    <a:cs typeface="Tahoma" panose="020B0604030504040204" pitchFamily="34" charset="0"/>
                  </a:rPr>
                  <a:t>chia </a:t>
                </a:r>
                <a:r>
                  <a:rPr lang="fr-FR" sz="4800" b="1" dirty="0" err="1">
                    <a:latin typeface="Tahoma" panose="020B0604030504040204" pitchFamily="34" charset="0"/>
                    <a:ea typeface="Tahoma" panose="020B0604030504040204" pitchFamily="34" charset="0"/>
                    <a:cs typeface="Tahoma" panose="020B0604030504040204" pitchFamily="34" charset="0"/>
                  </a:rPr>
                  <a:t>hết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cho</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𝒄</m:t>
                    </m:r>
                  </m:oMath>
                </a14:m>
                <a:r>
                  <a:rPr lang="fr-FR" sz="4800" b="1" dirty="0">
                    <a:latin typeface="Tahoma" panose="020B0604030504040204" pitchFamily="34" charset="0"/>
                    <a:ea typeface="Tahoma" panose="020B0604030504040204" pitchFamily="34" charset="0"/>
                    <a:cs typeface="Tahoma" panose="020B0604030504040204" pitchFamily="34" charset="0"/>
                  </a:rPr>
                  <a:t> ” ;     </a:t>
                </a:r>
              </a:p>
              <a:p>
                <a:r>
                  <a:rPr lang="fr-FR" sz="4800" b="1" dirty="0">
                    <a:latin typeface="Tahoma" panose="020B0604030504040204" pitchFamily="34" charset="0"/>
                    <a:ea typeface="Tahoma" panose="020B0604030504040204" pitchFamily="34" charset="0"/>
                    <a:cs typeface="Tahoma" panose="020B0604030504040204" pitchFamily="34" charset="0"/>
                  </a:rPr>
                  <a:t>		</a:t>
                </a:r>
                <a:r>
                  <a:rPr lang="vi-VN"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𝑸</m:t>
                    </m:r>
                  </m:oMath>
                </a14:m>
                <a:r>
                  <a:rPr lang="fr-FR" sz="4800" b="1" i="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a:t>
                </a:r>
                <a:r>
                  <a:rPr lang="fr-FR" sz="4800" b="1" i="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a:t>
                </a:r>
                <a14:m>
                  <m:oMath xmlns:m="http://schemas.openxmlformats.org/officeDocument/2006/math">
                    <m:r>
                      <a:rPr lang="fr-FR" sz="4800" b="1" i="1">
                        <a:latin typeface="Cambria Math" panose="02040503050406030204" pitchFamily="18" charset="0"/>
                      </a:rPr>
                      <m:t>𝒂</m:t>
                    </m:r>
                    <m:r>
                      <a:rPr lang="fr-FR" sz="4800" b="1" i="1">
                        <a:latin typeface="Cambria Math" panose="02040503050406030204" pitchFamily="18" charset="0"/>
                      </a:rPr>
                      <m:t>+</m:t>
                    </m:r>
                    <m:r>
                      <a:rPr lang="fr-FR" sz="4800" b="1" i="1">
                        <a:latin typeface="Cambria Math" panose="02040503050406030204" pitchFamily="18" charset="0"/>
                      </a:rPr>
                      <m:t>𝒃</m:t>
                    </m:r>
                    <m:r>
                      <a:rPr lang="vi-VN" sz="4800" b="1" i="1" smtClean="0">
                        <a:latin typeface="Cambria Math" panose="02040503050406030204" pitchFamily="18" charset="0"/>
                      </a:rPr>
                      <m:t> </m:t>
                    </m:r>
                  </m:oMath>
                </a14:m>
                <a:r>
                  <a:rPr lang="fr-FR" sz="4800" b="1" dirty="0">
                    <a:latin typeface="Tahoma" panose="020B0604030504040204" pitchFamily="34" charset="0"/>
                    <a:ea typeface="Tahoma" panose="020B0604030504040204" pitchFamily="34" charset="0"/>
                    <a:cs typeface="Tahoma" panose="020B0604030504040204" pitchFamily="34" charset="0"/>
                  </a:rPr>
                  <a:t>chia </a:t>
                </a:r>
                <a:r>
                  <a:rPr lang="fr-FR" sz="4800" b="1" dirty="0" err="1">
                    <a:latin typeface="Tahoma" panose="020B0604030504040204" pitchFamily="34" charset="0"/>
                    <a:ea typeface="Tahoma" panose="020B0604030504040204" pitchFamily="34" charset="0"/>
                    <a:cs typeface="Tahoma" panose="020B0604030504040204" pitchFamily="34" charset="0"/>
                  </a:rPr>
                  <a:t>hết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cho</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𝒄</m:t>
                    </m:r>
                  </m:oMath>
                </a14:m>
                <a:r>
                  <a:rPr lang="fr-FR" sz="4800" b="1" dirty="0">
                    <a:latin typeface="Tahoma" panose="020B0604030504040204" pitchFamily="34" charset="0"/>
                    <a:ea typeface="Tahoma" panose="020B0604030504040204" pitchFamily="34" charset="0"/>
                    <a:cs typeface="Tahoma" panose="020B0604030504040204" pitchFamily="34" charset="0"/>
                  </a:rPr>
                  <a:t> ” </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86" name="TextBox 85">
                <a:extLst>
                  <a:ext uri="{FF2B5EF4-FFF2-40B4-BE49-F238E27FC236}">
                    <a16:creationId xmlns:a16="http://schemas.microsoft.com/office/drawing/2014/main" id="{2D4D7E86-E89D-49E4-829B-0130DA43FB9B}"/>
                  </a:ext>
                </a:extLst>
              </p:cNvPr>
              <p:cNvSpPr txBox="1">
                <a:spLocks noRot="1" noChangeAspect="1" noMove="1" noResize="1" noEditPoints="1" noAdjustHandles="1" noChangeArrowheads="1" noChangeShapeType="1" noTextEdit="1"/>
              </p:cNvSpPr>
              <p:nvPr/>
            </p:nvSpPr>
            <p:spPr>
              <a:xfrm>
                <a:off x="6987806" y="4819095"/>
                <a:ext cx="15299882" cy="1569660"/>
              </a:xfrm>
              <a:prstGeom prst="rect">
                <a:avLst/>
              </a:prstGeom>
              <a:blipFill>
                <a:blip r:embed="rId5"/>
                <a:stretch>
                  <a:fillRect l="-1793" t="-9339" r="-876" b="-19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24F1FC28-F44F-489D-AF7D-00168D45A0A1}"/>
                  </a:ext>
                </a:extLst>
              </p:cNvPr>
              <p:cNvSpPr txBox="1"/>
              <p:nvPr/>
            </p:nvSpPr>
            <p:spPr>
              <a:xfrm>
                <a:off x="1595054" y="6435937"/>
                <a:ext cx="21854714" cy="1569660"/>
              </a:xfrm>
              <a:prstGeom prst="rect">
                <a:avLst/>
              </a:prstGeom>
              <a:noFill/>
            </p:spPr>
            <p:txBody>
              <a:bodyPr wrap="square">
                <a:spAutoFit/>
              </a:bodyPr>
              <a:lstStyle/>
              <a:p>
                <a:r>
                  <a:rPr lang="fr-FR" sz="4800" b="1">
                    <a:latin typeface="Tahoma" panose="020B0604030504040204" pitchFamily="34" charset="0"/>
                    <a:ea typeface="Tahoma" panose="020B0604030504040204" pitchFamily="34" charset="0"/>
                    <a:cs typeface="Tahoma" panose="020B0604030504040204" pitchFamily="34" charset="0"/>
                  </a:rPr>
                  <a:t>a) Hãy phát biểu định lí </a:t>
                </a:r>
                <a14:m>
                  <m:oMath xmlns:m="http://schemas.openxmlformats.org/officeDocument/2006/math">
                    <m:r>
                      <a:rPr lang="fr-FR" sz="4800" b="1" i="1">
                        <a:latin typeface="Cambria Math" panose="02040503050406030204" pitchFamily="18" charset="0"/>
                      </a:rPr>
                      <m:t>𝑷</m:t>
                    </m:r>
                    <m:r>
                      <a:rPr lang="fr-FR" sz="4800" b="1" i="1">
                        <a:latin typeface="Cambria Math" panose="02040503050406030204" pitchFamily="18" charset="0"/>
                      </a:rPr>
                      <m:t>⇒</m:t>
                    </m:r>
                    <m:r>
                      <a:rPr lang="fr-FR" sz="4800" b="1" i="1">
                        <a:latin typeface="Cambria Math" panose="02040503050406030204" pitchFamily="18" charset="0"/>
                      </a:rPr>
                      <m:t>𝑸</m:t>
                    </m:r>
                  </m:oMath>
                </a14:m>
                <a:r>
                  <a:rPr lang="fr-FR" sz="4800" b="1">
                    <a:latin typeface="Tahoma" panose="020B0604030504040204" pitchFamily="34" charset="0"/>
                    <a:ea typeface="Tahoma" panose="020B0604030504040204" pitchFamily="34" charset="0"/>
                    <a:cs typeface="Tahoma" panose="020B0604030504040204" pitchFamily="34" charset="0"/>
                  </a:rPr>
                  <a:t>. Nêu giả thiết, kết luận của định lí và phát biểu định lí này dưới dạng điều kiện cần, điều kiện đủ.</a:t>
                </a:r>
                <a:endParaRPr lang="en-US" sz="4800"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37" name="TextBox 136">
                <a:extLst>
                  <a:ext uri="{FF2B5EF4-FFF2-40B4-BE49-F238E27FC236}">
                    <a16:creationId xmlns:a16="http://schemas.microsoft.com/office/drawing/2014/main" id="{24F1FC28-F44F-489D-AF7D-00168D45A0A1}"/>
                  </a:ext>
                </a:extLst>
              </p:cNvPr>
              <p:cNvSpPr txBox="1">
                <a:spLocks noRot="1" noChangeAspect="1" noMove="1" noResize="1" noEditPoints="1" noAdjustHandles="1" noChangeArrowheads="1" noChangeShapeType="1" noTextEdit="1"/>
              </p:cNvSpPr>
              <p:nvPr/>
            </p:nvSpPr>
            <p:spPr>
              <a:xfrm>
                <a:off x="1595054" y="6435937"/>
                <a:ext cx="21854714" cy="1569660"/>
              </a:xfrm>
              <a:prstGeom prst="rect">
                <a:avLst/>
              </a:prstGeom>
              <a:blipFill>
                <a:blip r:embed="rId6"/>
                <a:stretch>
                  <a:fillRect l="-1283" t="-9339" b="-19844"/>
                </a:stretch>
              </a:blipFill>
            </p:spPr>
            <p:txBody>
              <a:bodyPr/>
              <a:lstStyle/>
              <a:p>
                <a:r>
                  <a:rPr lang="en-US">
                    <a:noFill/>
                  </a:rPr>
                  <a:t> </a:t>
                </a:r>
              </a:p>
            </p:txBody>
          </p:sp>
        </mc:Fallback>
      </mc:AlternateContent>
      <p:sp>
        <p:nvSpPr>
          <p:cNvPr id="139" name="Rounded Rectangle 13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43" name="TextBox 14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2539006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inVertical)">
                                      <p:cBhvr>
                                        <p:cTn id="7" dur="500"/>
                                        <p:tgtEl>
                                          <p:spTgt spid="46"/>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89"/>
                                        </p:tgtEl>
                                        <p:attrNameLst>
                                          <p:attrName>style.visibility</p:attrName>
                                        </p:attrNameLst>
                                      </p:cBhvr>
                                      <p:to>
                                        <p:strVal val="visible"/>
                                      </p:to>
                                    </p:set>
                                    <p:animEffect transition="in" filter="barn(inVertical)">
                                      <p:cBhvr>
                                        <p:cTn id="11" dur="500"/>
                                        <p:tgtEl>
                                          <p:spTgt spid="89"/>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par>
                          <p:cTn id="15" fill="hold">
                            <p:stCondLst>
                              <p:cond delay="1000"/>
                            </p:stCondLst>
                            <p:childTnLst>
                              <p:par>
                                <p:cTn id="16" presetID="1" presetClass="entr" presetSubtype="0" fill="hold" nodeType="afterEffect">
                                  <p:stCondLst>
                                    <p:cond delay="0"/>
                                  </p:stCondLst>
                                  <p:childTnLst>
                                    <p:set>
                                      <p:cBhvr>
                                        <p:cTn id="17" dur="1" fill="hold">
                                          <p:stCondLst>
                                            <p:cond delay="0"/>
                                          </p:stCondLst>
                                        </p:cTn>
                                        <p:tgtEl>
                                          <p:spTgt spid="57"/>
                                        </p:tgtEl>
                                        <p:attrNameLst>
                                          <p:attrName>style.visibility</p:attrName>
                                        </p:attrNameLst>
                                      </p:cBhvr>
                                      <p:to>
                                        <p:strVal val="visible"/>
                                      </p:to>
                                    </p:set>
                                  </p:childTnLst>
                                </p:cTn>
                              </p:par>
                            </p:childTnLst>
                          </p:cTn>
                        </p:par>
                        <p:par>
                          <p:cTn id="18" fill="hold">
                            <p:stCondLst>
                              <p:cond delay="1000"/>
                            </p:stCondLst>
                            <p:childTnLst>
                              <p:par>
                                <p:cTn id="19" presetID="1" presetClass="entr" presetSubtype="0" fill="hold" nodeType="afterEffect">
                                  <p:stCondLst>
                                    <p:cond delay="0"/>
                                  </p:stCondLst>
                                  <p:childTnLst>
                                    <p:set>
                                      <p:cBhvr>
                                        <p:cTn id="20" dur="1" fill="hold">
                                          <p:stCondLst>
                                            <p:cond delay="0"/>
                                          </p:stCondLst>
                                        </p:cTn>
                                        <p:tgtEl>
                                          <p:spTgt spid="86">
                                            <p:txEl>
                                              <p:pRg st="0" end="0"/>
                                            </p:txEl>
                                          </p:spTgt>
                                        </p:tgtEl>
                                        <p:attrNameLst>
                                          <p:attrName>style.visibility</p:attrName>
                                        </p:attrNameLst>
                                      </p:cBhvr>
                                      <p:to>
                                        <p:strVal val="visible"/>
                                      </p:to>
                                    </p:set>
                                  </p:childTnLst>
                                </p:cTn>
                              </p:par>
                            </p:childTnLst>
                          </p:cTn>
                        </p:par>
                        <p:par>
                          <p:cTn id="21" fill="hold">
                            <p:stCondLst>
                              <p:cond delay="1000"/>
                            </p:stCondLst>
                            <p:childTnLst>
                              <p:par>
                                <p:cTn id="22" presetID="1" presetClass="entr" presetSubtype="0" fill="hold" nodeType="afterEffect">
                                  <p:stCondLst>
                                    <p:cond delay="0"/>
                                  </p:stCondLst>
                                  <p:childTnLst>
                                    <p:set>
                                      <p:cBhvr>
                                        <p:cTn id="23" dur="1" fill="hold">
                                          <p:stCondLst>
                                            <p:cond delay="0"/>
                                          </p:stCondLst>
                                        </p:cTn>
                                        <p:tgtEl>
                                          <p:spTgt spid="86">
                                            <p:txEl>
                                              <p:pRg st="1" end="1"/>
                                            </p:txEl>
                                          </p:spTgt>
                                        </p:tgtEl>
                                        <p:attrNameLst>
                                          <p:attrName>style.visibility</p:attrName>
                                        </p:attrNameLst>
                                      </p:cBhvr>
                                      <p:to>
                                        <p:strVal val="visible"/>
                                      </p:to>
                                    </p:set>
                                  </p:childTnLst>
                                </p:cTn>
                              </p:par>
                            </p:childTnLst>
                          </p:cTn>
                        </p:par>
                        <p:par>
                          <p:cTn id="24" fill="hold">
                            <p:stCondLst>
                              <p:cond delay="1000"/>
                            </p:stCondLst>
                            <p:childTnLst>
                              <p:par>
                                <p:cTn id="25" presetID="1" presetClass="entr" presetSubtype="0" fill="hold" nodeType="afterEffect">
                                  <p:stCondLst>
                                    <p:cond delay="0"/>
                                  </p:stCondLst>
                                  <p:childTnLst>
                                    <p:set>
                                      <p:cBhvr>
                                        <p:cTn id="2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35">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35">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35">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35">
                                            <p:txEl>
                                              <p:pRg st="3" end="3"/>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P spid="135" grpId="0"/>
      <p:bldP spid="5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Rectangle 13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nvGrpSpPr>
          <p:cNvPr id="46" name="Group 45">
            <a:extLst>
              <a:ext uri="{FF2B5EF4-FFF2-40B4-BE49-F238E27FC236}">
                <a16:creationId xmlns:a16="http://schemas.microsoft.com/office/drawing/2014/main" id="{2D5F1879-E2C7-42CA-94F8-92FF592236D3}"/>
              </a:ext>
            </a:extLst>
          </p:cNvPr>
          <p:cNvGrpSpPr/>
          <p:nvPr/>
        </p:nvGrpSpPr>
        <p:grpSpPr>
          <a:xfrm>
            <a:off x="1055781" y="2501634"/>
            <a:ext cx="18592800" cy="830997"/>
            <a:chOff x="777875" y="1892299"/>
            <a:chExt cx="18592800" cy="830995"/>
          </a:xfrm>
        </p:grpSpPr>
        <p:sp>
          <p:nvSpPr>
            <p:cNvPr id="47" name="Rounded Rectangle 71">
              <a:extLst>
                <a:ext uri="{FF2B5EF4-FFF2-40B4-BE49-F238E27FC236}">
                  <a16:creationId xmlns:a16="http://schemas.microsoft.com/office/drawing/2014/main" id="{F0A35595-F802-4630-9930-199628F3A69D}"/>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0CE9F260-F6B5-4B60-B6CC-114DE5655D54}"/>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3.</a:t>
              </a:r>
            </a:p>
          </p:txBody>
        </p:sp>
        <p:sp>
          <p:nvSpPr>
            <p:cNvPr id="87" name="TextBox 86">
              <a:extLst>
                <a:ext uri="{FF2B5EF4-FFF2-40B4-BE49-F238E27FC236}">
                  <a16:creationId xmlns:a16="http://schemas.microsoft.com/office/drawing/2014/main" id="{73CC5716-B3FF-415B-9257-8D082F557E10}"/>
                </a:ext>
              </a:extLst>
            </p:cNvPr>
            <p:cNvSpPr txBox="1"/>
            <p:nvPr/>
          </p:nvSpPr>
          <p:spPr>
            <a:xfrm>
              <a:off x="2087561" y="1892299"/>
              <a:ext cx="17283114" cy="830995"/>
            </a:xfrm>
            <a:prstGeom prst="rect">
              <a:avLst/>
            </a:prstGeom>
            <a:noFill/>
          </p:spPr>
          <p:txBody>
            <a:bodyPr wrap="square" rtlCol="0">
              <a:spAutoFit/>
            </a:bodyPr>
            <a:lstStyle/>
            <a:p>
              <a:r>
                <a:rPr lang="en-US" sz="4800" b="1" dirty="0">
                  <a:solidFill>
                    <a:srgbClr val="145F82"/>
                  </a:solidFill>
                  <a:latin typeface="Tahoma" pitchFamily="34" charset="0"/>
                  <a:ea typeface="Tahoma" pitchFamily="34" charset="0"/>
                  <a:cs typeface="Tahoma" pitchFamily="34" charset="0"/>
                </a:rPr>
                <a:t>MỆNH ĐỀ KÉO THEO</a:t>
              </a:r>
              <a:r>
                <a:rPr lang="vi-VN" sz="4800" b="1" dirty="0">
                  <a:solidFill>
                    <a:srgbClr val="145F82"/>
                  </a:solidFill>
                  <a:latin typeface="Tahoma" pitchFamily="34" charset="0"/>
                  <a:ea typeface="Tahoma" pitchFamily="34" charset="0"/>
                  <a:cs typeface="Tahoma" pitchFamily="34" charset="0"/>
                </a:rPr>
                <a:t>,</a:t>
              </a:r>
              <a:r>
                <a:rPr lang="en-US" sz="4800" b="1" dirty="0">
                  <a:solidFill>
                    <a:srgbClr val="145F82"/>
                  </a:solidFill>
                  <a:latin typeface="Tahoma" pitchFamily="34" charset="0"/>
                  <a:ea typeface="Tahoma" pitchFamily="34" charset="0"/>
                  <a:cs typeface="Tahoma" pitchFamily="34" charset="0"/>
                </a:rPr>
                <a:t> MỆNH ĐỀ ĐẢO.</a:t>
              </a:r>
            </a:p>
          </p:txBody>
        </p:sp>
      </p:grpSp>
      <p:grpSp>
        <p:nvGrpSpPr>
          <p:cNvPr id="89" name="Group 88">
            <a:extLst>
              <a:ext uri="{FF2B5EF4-FFF2-40B4-BE49-F238E27FC236}">
                <a16:creationId xmlns:a16="http://schemas.microsoft.com/office/drawing/2014/main" id="{B781ABD9-381E-49CB-AA78-B3B6EB3F0FB1}"/>
              </a:ext>
            </a:extLst>
          </p:cNvPr>
          <p:cNvGrpSpPr/>
          <p:nvPr/>
        </p:nvGrpSpPr>
        <p:grpSpPr>
          <a:xfrm>
            <a:off x="2193087" y="3429000"/>
            <a:ext cx="10837113" cy="852016"/>
            <a:chOff x="895143" y="2795826"/>
            <a:chExt cx="10417389" cy="852016"/>
          </a:xfrm>
        </p:grpSpPr>
        <p:sp>
          <p:nvSpPr>
            <p:cNvPr id="90" name="TextBox 89">
              <a:extLst>
                <a:ext uri="{FF2B5EF4-FFF2-40B4-BE49-F238E27FC236}">
                  <a16:creationId xmlns:a16="http://schemas.microsoft.com/office/drawing/2014/main" id="{8F0DDE0E-1FE1-4720-B1B3-CA0A2FE692A9}"/>
                </a:ext>
              </a:extLst>
            </p:cNvPr>
            <p:cNvSpPr txBox="1"/>
            <p:nvPr/>
          </p:nvSpPr>
          <p:spPr>
            <a:xfrm>
              <a:off x="2320932" y="2816845"/>
              <a:ext cx="8991600" cy="830997"/>
            </a:xfrm>
            <a:prstGeom prst="rect">
              <a:avLst/>
            </a:prstGeom>
            <a:noFill/>
          </p:spPr>
          <p:txBody>
            <a:bodyPr wrap="square" rtlCol="0">
              <a:spAutoFit/>
            </a:bodyPr>
            <a:lstStyle/>
            <a:p>
              <a:r>
                <a:rPr lang="en-US" sz="4800" b="1" err="1">
                  <a:solidFill>
                    <a:srgbClr val="145F82"/>
                  </a:solidFill>
                  <a:latin typeface="Tahoma" pitchFamily="34" charset="0"/>
                  <a:ea typeface="Tahoma" pitchFamily="34" charset="0"/>
                  <a:cs typeface="Tahoma" pitchFamily="34" charset="0"/>
                </a:rPr>
                <a:t>Mệnh</a:t>
              </a:r>
              <a:r>
                <a:rPr lang="en-US" sz="4800" b="1">
                  <a:solidFill>
                    <a:srgbClr val="145F82"/>
                  </a:solidFill>
                  <a:latin typeface="Tahoma" pitchFamily="34" charset="0"/>
                  <a:ea typeface="Tahoma" pitchFamily="34" charset="0"/>
                  <a:cs typeface="Tahoma" pitchFamily="34" charset="0"/>
                </a:rPr>
                <a:t> đề đảo</a:t>
              </a:r>
              <a:endParaRPr lang="en-US" sz="4800" b="1" dirty="0">
                <a:solidFill>
                  <a:srgbClr val="145F82"/>
                </a:solidFill>
                <a:latin typeface="Tahoma" pitchFamily="34" charset="0"/>
                <a:ea typeface="Tahoma" pitchFamily="34" charset="0"/>
                <a:cs typeface="Tahoma" pitchFamily="34" charset="0"/>
              </a:endParaRPr>
            </a:p>
          </p:txBody>
        </p:sp>
        <p:sp>
          <p:nvSpPr>
            <p:cNvPr id="91" name="Rounded Rectangle 7">
              <a:extLst>
                <a:ext uri="{FF2B5EF4-FFF2-40B4-BE49-F238E27FC236}">
                  <a16:creationId xmlns:a16="http://schemas.microsoft.com/office/drawing/2014/main" id="{453540BB-AD80-4484-AD7B-7FF1CA70B442}"/>
                </a:ext>
              </a:extLst>
            </p:cNvPr>
            <p:cNvSpPr/>
            <p:nvPr/>
          </p:nvSpPr>
          <p:spPr>
            <a:xfrm>
              <a:off x="895143" y="2823876"/>
              <a:ext cx="895051"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a:extLst>
                <a:ext uri="{FF2B5EF4-FFF2-40B4-BE49-F238E27FC236}">
                  <a16:creationId xmlns:a16="http://schemas.microsoft.com/office/drawing/2014/main" id="{6E6F790B-41EE-4900-A105-57479C75D2FC}"/>
                </a:ext>
              </a:extLst>
            </p:cNvPr>
            <p:cNvSpPr txBox="1"/>
            <p:nvPr/>
          </p:nvSpPr>
          <p:spPr>
            <a:xfrm>
              <a:off x="919509" y="2795826"/>
              <a:ext cx="689099" cy="769441"/>
            </a:xfrm>
            <a:prstGeom prst="rect">
              <a:avLst/>
            </a:prstGeom>
            <a:noFill/>
          </p:spPr>
          <p:txBody>
            <a:bodyPr wrap="none" rtlCol="0">
              <a:spAutoFit/>
            </a:bodyPr>
            <a:lstStyle/>
            <a:p>
              <a:pPr algn="ctr"/>
              <a:r>
                <a:rPr lang="en-US" sz="4400" b="1">
                  <a:solidFill>
                    <a:schemeClr val="bg1"/>
                  </a:solidFill>
                  <a:latin typeface="Tahoma" pitchFamily="34" charset="0"/>
                  <a:ea typeface="Tahoma" pitchFamily="34" charset="0"/>
                  <a:cs typeface="Tahoma" pitchFamily="34" charset="0"/>
                </a:rPr>
                <a:t>b.</a:t>
              </a:r>
            </a:p>
          </p:txBody>
        </p:sp>
      </p:grpSp>
      <p:sp>
        <p:nvSpPr>
          <p:cNvPr id="129" name="Rounded Rectangle 4">
            <a:extLst>
              <a:ext uri="{FF2B5EF4-FFF2-40B4-BE49-F238E27FC236}">
                <a16:creationId xmlns:a16="http://schemas.microsoft.com/office/drawing/2014/main" id="{E065736F-B75E-47C8-B9D3-C7F09449FD2C}"/>
              </a:ext>
            </a:extLst>
          </p:cNvPr>
          <p:cNvSpPr/>
          <p:nvPr/>
        </p:nvSpPr>
        <p:spPr>
          <a:xfrm>
            <a:off x="1055781" y="8567794"/>
            <a:ext cx="22261419" cy="4866992"/>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99FF99"/>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30" name="Group 129">
            <a:extLst>
              <a:ext uri="{FF2B5EF4-FFF2-40B4-BE49-F238E27FC236}">
                <a16:creationId xmlns:a16="http://schemas.microsoft.com/office/drawing/2014/main" id="{9D06AA7F-C5C4-4A61-9C78-C53561C07503}"/>
              </a:ext>
            </a:extLst>
          </p:cNvPr>
          <p:cNvGrpSpPr/>
          <p:nvPr/>
        </p:nvGrpSpPr>
        <p:grpSpPr>
          <a:xfrm>
            <a:off x="1691088" y="8229600"/>
            <a:ext cx="3600000" cy="828000"/>
            <a:chOff x="1275608" y="6322796"/>
            <a:chExt cx="3572909" cy="828631"/>
          </a:xfrm>
        </p:grpSpPr>
        <p:sp>
          <p:nvSpPr>
            <p:cNvPr id="131" name="Freeform 20">
              <a:extLst>
                <a:ext uri="{FF2B5EF4-FFF2-40B4-BE49-F238E27FC236}">
                  <a16:creationId xmlns:a16="http://schemas.microsoft.com/office/drawing/2014/main" id="{ED5D75CE-20EF-46C8-925F-1937179F267A}"/>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32" name="TextBox 131">
              <a:extLst>
                <a:ext uri="{FF2B5EF4-FFF2-40B4-BE49-F238E27FC236}">
                  <a16:creationId xmlns:a16="http://schemas.microsoft.com/office/drawing/2014/main" id="{8ED76252-DA06-4F5E-89FD-D5E725FBAE5A}"/>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133" name="Round Diagonal Corner Rectangle 8">
              <a:extLst>
                <a:ext uri="{FF2B5EF4-FFF2-40B4-BE49-F238E27FC236}">
                  <a16:creationId xmlns:a16="http://schemas.microsoft.com/office/drawing/2014/main" id="{95ADACD8-A8C4-4A75-8747-485D19AB7040}"/>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34" name="Freeform 9">
              <a:extLst>
                <a:ext uri="{FF2B5EF4-FFF2-40B4-BE49-F238E27FC236}">
                  <a16:creationId xmlns:a16="http://schemas.microsoft.com/office/drawing/2014/main" id="{82E08364-5858-4D32-BC4A-9F5ED138975B}"/>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135" name="Rectangle 134">
                <a:extLst>
                  <a:ext uri="{FF2B5EF4-FFF2-40B4-BE49-F238E27FC236}">
                    <a16:creationId xmlns:a16="http://schemas.microsoft.com/office/drawing/2014/main" id="{AE6348A3-7F5C-42F7-9667-33D41CEF6DA9}"/>
                  </a:ext>
                </a:extLst>
              </p:cNvPr>
              <p:cNvSpPr/>
              <p:nvPr/>
            </p:nvSpPr>
            <p:spPr>
              <a:xfrm>
                <a:off x="1026674" y="9602212"/>
                <a:ext cx="22261419" cy="3046988"/>
              </a:xfrm>
              <a:prstGeom prst="rect">
                <a:avLst/>
              </a:prstGeom>
            </p:spPr>
            <p:txBody>
              <a:bodyPr wrap="square">
                <a:spAutoFit/>
              </a:bodyPr>
              <a:lstStyle/>
              <a:p>
                <a:r>
                  <a:rPr lang="fr-FR" sz="4800" b="1" dirty="0">
                    <a:latin typeface="Tahoma" panose="020B0604030504040204" pitchFamily="34" charset="0"/>
                    <a:ea typeface="Tahoma" panose="020B0604030504040204" pitchFamily="34" charset="0"/>
                    <a:cs typeface="Tahoma" panose="020B0604030504040204" pitchFamily="34" charset="0"/>
                  </a:rPr>
                  <a:t>b)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đảo</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của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𝑷</m:t>
                    </m:r>
                    <m:r>
                      <a:rPr lang="fr-FR" sz="4800" b="1" i="1">
                        <a:latin typeface="Cambria Math" panose="02040503050406030204" pitchFamily="18" charset="0"/>
                      </a:rPr>
                      <m:t>⇒</m:t>
                    </m:r>
                    <m:r>
                      <a:rPr lang="fr-FR" sz="4800" b="1" i="1">
                        <a:latin typeface="Cambria Math" panose="02040503050406030204" pitchFamily="18" charset="0"/>
                      </a:rPr>
                      <m:t>𝑸</m:t>
                    </m:r>
                  </m:oMath>
                </a14:m>
                <a:r>
                  <a:rPr lang="fr-FR" sz="4800" b="1" dirty="0">
                    <a:latin typeface="Tahoma" panose="020B0604030504040204" pitchFamily="34" charset="0"/>
                    <a:ea typeface="Tahoma" panose="020B0604030504040204" pitchFamily="34" charset="0"/>
                    <a:cs typeface="Tahoma" panose="020B0604030504040204" pitchFamily="34" charset="0"/>
                  </a:rPr>
                  <a:t> là </a:t>
                </a:r>
                <a:r>
                  <a:rPr lang="vi-VN" sz="4800" b="1" dirty="0">
                    <a:latin typeface="Tahoma" panose="020B0604030504040204" pitchFamily="34" charset="0"/>
                    <a:ea typeface="Tahoma" panose="020B0604030504040204" pitchFamily="34" charset="0"/>
                    <a:cs typeface="Tahoma" panose="020B0604030504040204" pitchFamily="34" charset="0"/>
                  </a:rPr>
                  <a:t>“</a:t>
                </a:r>
                <a:r>
                  <a:rPr lang="fr-FR" sz="4800" b="1" dirty="0" err="1">
                    <a:latin typeface="Tahoma" panose="020B0604030504040204" pitchFamily="34" charset="0"/>
                    <a:ea typeface="Tahoma" panose="020B0604030504040204" pitchFamily="34" charset="0"/>
                    <a:cs typeface="Tahoma" panose="020B0604030504040204" pitchFamily="34" charset="0"/>
                  </a:rPr>
                  <a:t>nếu</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𝒂</m:t>
                    </m:r>
                    <m:r>
                      <a:rPr lang="fr-FR" sz="4800" b="1" i="1">
                        <a:latin typeface="Cambria Math" panose="02040503050406030204" pitchFamily="18" charset="0"/>
                      </a:rPr>
                      <m:t>+</m:t>
                    </m:r>
                    <m:r>
                      <a:rPr lang="fr-FR" sz="4800" b="1" i="1">
                        <a:latin typeface="Cambria Math" panose="02040503050406030204" pitchFamily="18" charset="0"/>
                      </a:rPr>
                      <m:t>𝒃</m:t>
                    </m:r>
                    <m:r>
                      <a:rPr lang="en-US" sz="4800" b="1" i="1" smtClean="0">
                        <a:latin typeface="Cambria Math" panose="02040503050406030204" pitchFamily="18" charset="0"/>
                      </a:rPr>
                      <m:t> </m:t>
                    </m:r>
                  </m:oMath>
                </a14:m>
                <a:r>
                  <a:rPr lang="fr-FR" sz="4800" b="1" dirty="0">
                    <a:latin typeface="Tahoma" panose="020B0604030504040204" pitchFamily="34" charset="0"/>
                    <a:ea typeface="Tahoma" panose="020B0604030504040204" pitchFamily="34" charset="0"/>
                    <a:cs typeface="Tahoma" panose="020B0604030504040204" pitchFamily="34" charset="0"/>
                  </a:rPr>
                  <a:t>chia </a:t>
                </a:r>
                <a:r>
                  <a:rPr lang="fr-FR" sz="4800" b="1" dirty="0" err="1">
                    <a:latin typeface="Tahoma" panose="020B0604030504040204" pitchFamily="34" charset="0"/>
                    <a:ea typeface="Tahoma" panose="020B0604030504040204" pitchFamily="34" charset="0"/>
                    <a:cs typeface="Tahoma" panose="020B0604030504040204" pitchFamily="34" charset="0"/>
                  </a:rPr>
                  <a:t>hết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cho</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𝒄</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thì</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𝒂</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𝒃</m:t>
                    </m:r>
                  </m:oMath>
                </a14:m>
                <a:r>
                  <a:rPr lang="fr-FR" sz="4800" b="1" dirty="0">
                    <a:latin typeface="Tahoma" panose="020B0604030504040204" pitchFamily="34" charset="0"/>
                    <a:ea typeface="Tahoma" panose="020B0604030504040204" pitchFamily="34" charset="0"/>
                    <a:cs typeface="Tahoma" panose="020B0604030504040204" pitchFamily="34" charset="0"/>
                  </a:rPr>
                  <a:t> chia </a:t>
                </a:r>
                <a:r>
                  <a:rPr lang="fr-FR" sz="4800" b="1" dirty="0" err="1">
                    <a:latin typeface="Tahoma" panose="020B0604030504040204" pitchFamily="34" charset="0"/>
                    <a:ea typeface="Tahoma" panose="020B0604030504040204" pitchFamily="34" charset="0"/>
                    <a:cs typeface="Tahoma" panose="020B0604030504040204" pitchFamily="34" charset="0"/>
                  </a:rPr>
                  <a:t>hết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cho</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𝒄</m:t>
                    </m:r>
                  </m:oMath>
                </a14:m>
                <a:r>
                  <a:rPr lang="fr-FR"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a:p>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đảo</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của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𝑷</m:t>
                    </m:r>
                    <m:r>
                      <a:rPr lang="fr-FR" sz="4800" b="1" i="1">
                        <a:latin typeface="Cambria Math" panose="02040503050406030204" pitchFamily="18" charset="0"/>
                      </a:rPr>
                      <m:t>⇒</m:t>
                    </m:r>
                    <m:r>
                      <a:rPr lang="fr-FR" sz="4800" b="1" i="1">
                        <a:latin typeface="Cambria Math" panose="02040503050406030204" pitchFamily="18" charset="0"/>
                      </a:rPr>
                      <m:t>𝑸</m:t>
                    </m:r>
                  </m:oMath>
                </a14:m>
                <a:r>
                  <a:rPr lang="fr-FR" sz="4800" b="1" dirty="0">
                    <a:latin typeface="Tahoma" panose="020B0604030504040204" pitchFamily="34" charset="0"/>
                    <a:ea typeface="Tahoma" panose="020B0604030504040204" pitchFamily="34" charset="0"/>
                    <a:cs typeface="Tahoma" panose="020B0604030504040204" pitchFamily="34" charset="0"/>
                  </a:rPr>
                  <a:t> là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sai</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vì</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𝒂</m:t>
                    </m:r>
                    <m:r>
                      <a:rPr lang="fr-FR" sz="4800" b="1" i="1">
                        <a:latin typeface="Cambria Math" panose="02040503050406030204" pitchFamily="18" charset="0"/>
                      </a:rPr>
                      <m:t>=</m:t>
                    </m:r>
                    <m:r>
                      <a:rPr lang="fr-FR" sz="4800" b="1" i="1">
                        <a:latin typeface="Cambria Math" panose="02040503050406030204" pitchFamily="18" charset="0"/>
                      </a:rPr>
                      <m:t>𝟐</m:t>
                    </m:r>
                    <m:r>
                      <a:rPr lang="fr-FR" sz="4800" b="1" i="1">
                        <a:latin typeface="Cambria Math" panose="02040503050406030204" pitchFamily="18" charset="0"/>
                      </a:rPr>
                      <m:t>;</m:t>
                    </m:r>
                    <m:r>
                      <a:rPr lang="fr-FR" sz="4800" b="1" i="1">
                        <a:latin typeface="Cambria Math" panose="02040503050406030204" pitchFamily="18" charset="0"/>
                      </a:rPr>
                      <m:t>𝒃</m:t>
                    </m:r>
                    <m:r>
                      <a:rPr lang="fr-FR" sz="4800" b="1" i="1">
                        <a:latin typeface="Cambria Math" panose="02040503050406030204" pitchFamily="18" charset="0"/>
                      </a:rPr>
                      <m:t>=</m:t>
                    </m:r>
                    <m:r>
                      <a:rPr lang="fr-FR" sz="4800" b="1" i="1">
                        <a:latin typeface="Cambria Math" panose="02040503050406030204" pitchFamily="18" charset="0"/>
                      </a:rPr>
                      <m:t>𝟕</m:t>
                    </m:r>
                    <m:r>
                      <a:rPr lang="fr-FR" sz="4800" b="1" i="1">
                        <a:latin typeface="Cambria Math" panose="02040503050406030204" pitchFamily="18" charset="0"/>
                      </a:rPr>
                      <m:t>;</m:t>
                    </m:r>
                    <m:r>
                      <a:rPr lang="fr-FR" sz="4800" b="1" i="1">
                        <a:latin typeface="Cambria Math" panose="02040503050406030204" pitchFamily="18" charset="0"/>
                      </a:rPr>
                      <m:t>𝒄</m:t>
                    </m:r>
                    <m:r>
                      <a:rPr lang="fr-FR" sz="4800" b="1" i="1">
                        <a:latin typeface="Cambria Math" panose="02040503050406030204" pitchFamily="18" charset="0"/>
                      </a:rPr>
                      <m:t>=</m:t>
                    </m:r>
                    <m:r>
                      <a:rPr lang="fr-FR" sz="4800" b="1" i="1">
                        <a:latin typeface="Cambria Math" panose="02040503050406030204" pitchFamily="18" charset="0"/>
                      </a:rPr>
                      <m:t>𝟑</m:t>
                    </m:r>
                  </m:oMath>
                </a14:m>
                <a:r>
                  <a:rPr lang="fr-FR" sz="4800" b="1" dirty="0">
                    <a:latin typeface="Tahoma" panose="020B0604030504040204" pitchFamily="34" charset="0"/>
                    <a:ea typeface="Tahoma" panose="020B0604030504040204" pitchFamily="34" charset="0"/>
                    <a:cs typeface="Tahoma" panose="020B0604030504040204" pitchFamily="34" charset="0"/>
                  </a:rPr>
                  <a:t> khi </a:t>
                </a:r>
                <a:r>
                  <a:rPr lang="fr-FR" sz="4800" b="1" dirty="0" err="1">
                    <a:latin typeface="Tahoma" panose="020B0604030504040204" pitchFamily="34" charset="0"/>
                    <a:ea typeface="Tahoma" panose="020B0604030504040204" pitchFamily="34" charset="0"/>
                    <a:cs typeface="Tahoma" panose="020B0604030504040204" pitchFamily="34" charset="0"/>
                  </a:rPr>
                  <a:t>đó</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𝒂</m:t>
                    </m:r>
                    <m:r>
                      <a:rPr lang="fr-FR" sz="4800" b="1" i="1">
                        <a:latin typeface="Cambria Math" panose="02040503050406030204" pitchFamily="18" charset="0"/>
                      </a:rPr>
                      <m:t>+</m:t>
                    </m:r>
                    <m:r>
                      <a:rPr lang="fr-FR" sz="4800" b="1" i="1">
                        <a:latin typeface="Cambria Math" panose="02040503050406030204" pitchFamily="18" charset="0"/>
                      </a:rPr>
                      <m:t>𝒃</m:t>
                    </m:r>
                  </m:oMath>
                </a14:m>
                <a:r>
                  <a:rPr lang="fr-FR" sz="4800" b="1" dirty="0">
                    <a:latin typeface="Tahoma" panose="020B0604030504040204" pitchFamily="34" charset="0"/>
                    <a:ea typeface="Tahoma" panose="020B0604030504040204" pitchFamily="34" charset="0"/>
                    <a:cs typeface="Tahoma" panose="020B0604030504040204" pitchFamily="34" charset="0"/>
                  </a:rPr>
                  <a:t> chia </a:t>
                </a:r>
                <a:r>
                  <a:rPr lang="fr-FR" sz="4800" b="1" dirty="0" err="1">
                    <a:latin typeface="Tahoma" panose="020B0604030504040204" pitchFamily="34" charset="0"/>
                    <a:ea typeface="Tahoma" panose="020B0604030504040204" pitchFamily="34" charset="0"/>
                    <a:cs typeface="Tahoma" panose="020B0604030504040204" pitchFamily="34" charset="0"/>
                  </a:rPr>
                  <a:t>hết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cho</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𝒄</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nhưng</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𝒂</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𝒃</m:t>
                    </m:r>
                  </m:oMath>
                </a14:m>
                <a:r>
                  <a:rPr lang="fr-FR" sz="4800" b="1" dirty="0">
                    <a:latin typeface="Tahoma" panose="020B0604030504040204" pitchFamily="34" charset="0"/>
                    <a:ea typeface="Tahoma" panose="020B0604030504040204" pitchFamily="34" charset="0"/>
                    <a:cs typeface="Tahoma" panose="020B0604030504040204" pitchFamily="34" charset="0"/>
                  </a:rPr>
                  <a:t> chia </a:t>
                </a:r>
                <a:r>
                  <a:rPr lang="fr-FR" sz="4800" b="1" dirty="0" err="1">
                    <a:latin typeface="Tahoma" panose="020B0604030504040204" pitchFamily="34" charset="0"/>
                    <a:ea typeface="Tahoma" panose="020B0604030504040204" pitchFamily="34" charset="0"/>
                    <a:cs typeface="Tahoma" panose="020B0604030504040204" pitchFamily="34" charset="0"/>
                  </a:rPr>
                  <a:t>hết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cho</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𝒄</m:t>
                    </m:r>
                  </m:oMath>
                </a14:m>
                <a:r>
                  <a:rPr lang="fr-FR"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35" name="Rectangle 134">
                <a:extLst>
                  <a:ext uri="{FF2B5EF4-FFF2-40B4-BE49-F238E27FC236}">
                    <a16:creationId xmlns:a16="http://schemas.microsoft.com/office/drawing/2014/main" id="{AE6348A3-7F5C-42F7-9667-33D41CEF6DA9}"/>
                  </a:ext>
                </a:extLst>
              </p:cNvPr>
              <p:cNvSpPr>
                <a:spLocks noRot="1" noChangeAspect="1" noMove="1" noResize="1" noEditPoints="1" noAdjustHandles="1" noChangeArrowheads="1" noChangeShapeType="1" noTextEdit="1"/>
              </p:cNvSpPr>
              <p:nvPr/>
            </p:nvSpPr>
            <p:spPr>
              <a:xfrm>
                <a:off x="1026674" y="9602212"/>
                <a:ext cx="22261419" cy="3046988"/>
              </a:xfrm>
              <a:prstGeom prst="rect">
                <a:avLst/>
              </a:prstGeom>
              <a:blipFill>
                <a:blip r:embed="rId4"/>
                <a:stretch>
                  <a:fillRect l="-1232" t="-4800" b="-9400"/>
                </a:stretch>
              </a:blipFill>
            </p:spPr>
            <p:txBody>
              <a:bodyPr/>
              <a:lstStyle/>
              <a:p>
                <a:r>
                  <a:rPr lang="en-US">
                    <a:noFill/>
                  </a:rPr>
                  <a:t> </a:t>
                </a:r>
              </a:p>
            </p:txBody>
          </p:sp>
        </mc:Fallback>
      </mc:AlternateContent>
      <p:sp>
        <p:nvSpPr>
          <p:cNvPr id="55" name="TextBox 54">
            <a:extLst>
              <a:ext uri="{FF2B5EF4-FFF2-40B4-BE49-F238E27FC236}">
                <a16:creationId xmlns:a16="http://schemas.microsoft.com/office/drawing/2014/main" id="{2780222C-0CBC-43E1-BCF5-4C832D9EC489}"/>
              </a:ext>
            </a:extLst>
          </p:cNvPr>
          <p:cNvSpPr txBox="1"/>
          <p:nvPr/>
        </p:nvSpPr>
        <p:spPr>
          <a:xfrm>
            <a:off x="1839065" y="6622550"/>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56" name="Rounded Rectangle 61">
            <a:extLst>
              <a:ext uri="{FF2B5EF4-FFF2-40B4-BE49-F238E27FC236}">
                <a16:creationId xmlns:a16="http://schemas.microsoft.com/office/drawing/2014/main" id="{9A17E469-3F44-46AF-8A98-C45D4FA94083}"/>
              </a:ext>
            </a:extLst>
          </p:cNvPr>
          <p:cNvSpPr/>
          <p:nvPr/>
        </p:nvSpPr>
        <p:spPr>
          <a:xfrm>
            <a:off x="1055781" y="4708745"/>
            <a:ext cx="22261419" cy="3380870"/>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57" name="Group 67">
            <a:extLst>
              <a:ext uri="{FF2B5EF4-FFF2-40B4-BE49-F238E27FC236}">
                <a16:creationId xmlns:a16="http://schemas.microsoft.com/office/drawing/2014/main" id="{8B96C923-DF63-4718-B8EC-33C2789A23D1}"/>
              </a:ext>
            </a:extLst>
          </p:cNvPr>
          <p:cNvGrpSpPr/>
          <p:nvPr/>
        </p:nvGrpSpPr>
        <p:grpSpPr>
          <a:xfrm>
            <a:off x="1526208" y="4344007"/>
            <a:ext cx="5103191" cy="940513"/>
            <a:chOff x="1311958" y="3405486"/>
            <a:chExt cx="5103191" cy="940513"/>
          </a:xfrm>
        </p:grpSpPr>
        <p:sp>
          <p:nvSpPr>
            <p:cNvPr id="58" name="Freeform 20">
              <a:extLst>
                <a:ext uri="{FF2B5EF4-FFF2-40B4-BE49-F238E27FC236}">
                  <a16:creationId xmlns:a16="http://schemas.microsoft.com/office/drawing/2014/main" id="{F962DAF8-7490-4858-9092-D5DCD546E34F}"/>
                </a:ext>
              </a:extLst>
            </p:cNvPr>
            <p:cNvSpPr>
              <a:spLocks/>
            </p:cNvSpPr>
            <p:nvPr/>
          </p:nvSpPr>
          <p:spPr bwMode="auto">
            <a:xfrm rot="5400000">
              <a:off x="3847215" y="1745253"/>
              <a:ext cx="793396" cy="4342472"/>
            </a:xfrm>
            <a:prstGeom prst="round2SameRect">
              <a:avLst/>
            </a:prstGeom>
            <a:solidFill>
              <a:srgbClr val="70AD47">
                <a:lumMod val="75000"/>
              </a:srgbClr>
            </a:solidFill>
            <a:ln w="57150">
              <a:solidFill>
                <a:srgbClr val="70AD47">
                  <a:lumMod val="75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9" name="TextBox 58">
              <a:extLst>
                <a:ext uri="{FF2B5EF4-FFF2-40B4-BE49-F238E27FC236}">
                  <a16:creationId xmlns:a16="http://schemas.microsoft.com/office/drawing/2014/main" id="{34716268-6752-4AA6-9456-91997E5AB192}"/>
                </a:ext>
              </a:extLst>
            </p:cNvPr>
            <p:cNvSpPr txBox="1"/>
            <p:nvPr/>
          </p:nvSpPr>
          <p:spPr>
            <a:xfrm>
              <a:off x="2316645" y="3484582"/>
              <a:ext cx="3661580" cy="8002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600" b="1" kern="0">
                  <a:solidFill>
                    <a:prstClr val="white"/>
                  </a:solidFill>
                  <a:latin typeface="Tahoma" pitchFamily="34" charset="0"/>
                  <a:ea typeface="Tahoma" pitchFamily="34" charset="0"/>
                  <a:cs typeface="Tahoma" pitchFamily="34" charset="0"/>
                </a:rPr>
                <a:t>Luyện tập</a:t>
              </a:r>
              <a:r>
                <a:rPr kumimoji="0" lang="en-US" sz="4600" b="1" i="0" u="none" strike="noStrike" kern="0" cap="none" spc="0" normalizeH="0" baseline="0" noProof="0">
                  <a:ln>
                    <a:noFill/>
                  </a:ln>
                  <a:solidFill>
                    <a:prstClr val="white"/>
                  </a:solidFill>
                  <a:effectLst/>
                  <a:uLnTx/>
                  <a:uFillTx/>
                  <a:latin typeface="Tahoma" pitchFamily="34" charset="0"/>
                  <a:ea typeface="Tahoma" pitchFamily="34" charset="0"/>
                  <a:cs typeface="Tahoma" pitchFamily="34" charset="0"/>
                </a:rPr>
                <a:t> 3</a:t>
              </a:r>
              <a:endParaRPr kumimoji="0" lang="en-US" sz="4600" b="1" i="0" u="none" strike="noStrike" kern="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p:grpSp>
          <p:nvGrpSpPr>
            <p:cNvPr id="60" name="Group 70">
              <a:extLst>
                <a:ext uri="{FF2B5EF4-FFF2-40B4-BE49-F238E27FC236}">
                  <a16:creationId xmlns:a16="http://schemas.microsoft.com/office/drawing/2014/main" id="{7CC639D1-16C6-4E17-8757-08163F03F0D4}"/>
                </a:ext>
              </a:extLst>
            </p:cNvPr>
            <p:cNvGrpSpPr/>
            <p:nvPr/>
          </p:nvGrpSpPr>
          <p:grpSpPr>
            <a:xfrm>
              <a:off x="1311958" y="3405486"/>
              <a:ext cx="950173" cy="940513"/>
              <a:chOff x="1311958" y="3405486"/>
              <a:chExt cx="950173" cy="940513"/>
            </a:xfrm>
          </p:grpSpPr>
          <p:sp>
            <p:nvSpPr>
              <p:cNvPr id="61" name="Rectangle 60">
                <a:extLst>
                  <a:ext uri="{FF2B5EF4-FFF2-40B4-BE49-F238E27FC236}">
                    <a16:creationId xmlns:a16="http://schemas.microsoft.com/office/drawing/2014/main" id="{D9B74F30-EA0F-405F-A86E-29E574FE11D6}"/>
                  </a:ext>
                </a:extLst>
              </p:cNvPr>
              <p:cNvSpPr/>
              <p:nvPr/>
            </p:nvSpPr>
            <p:spPr>
              <a:xfrm>
                <a:off x="1406975" y="3672018"/>
                <a:ext cx="596676" cy="54031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2" name="Freeform 13">
                <a:extLst>
                  <a:ext uri="{FF2B5EF4-FFF2-40B4-BE49-F238E27FC236}">
                    <a16:creationId xmlns:a16="http://schemas.microsoft.com/office/drawing/2014/main" id="{881646C6-99C4-4AF0-9D91-55E228D5DEB2}"/>
                  </a:ext>
                </a:extLst>
              </p:cNvPr>
              <p:cNvSpPr>
                <a:spLocks noEditPoints="1"/>
              </p:cNvSpPr>
              <p:nvPr/>
            </p:nvSpPr>
            <p:spPr bwMode="auto">
              <a:xfrm>
                <a:off x="1311958" y="3581027"/>
                <a:ext cx="190035" cy="268948"/>
              </a:xfrm>
              <a:custGeom>
                <a:avLst/>
                <a:gdLst>
                  <a:gd name="T0" fmla="*/ 34 w 50"/>
                  <a:gd name="T1" fmla="*/ 16 h 71"/>
                  <a:gd name="T2" fmla="*/ 34 w 50"/>
                  <a:gd name="T3" fmla="*/ 55 h 71"/>
                  <a:gd name="T4" fmla="*/ 16 w 50"/>
                  <a:gd name="T5" fmla="*/ 55 h 71"/>
                  <a:gd name="T6" fmla="*/ 16 w 50"/>
                  <a:gd name="T7" fmla="*/ 16 h 71"/>
                  <a:gd name="T8" fmla="*/ 34 w 50"/>
                  <a:gd name="T9" fmla="*/ 16 h 71"/>
                  <a:gd name="T10" fmla="*/ 34 w 50"/>
                  <a:gd name="T11" fmla="*/ 0 h 71"/>
                  <a:gd name="T12" fmla="*/ 16 w 50"/>
                  <a:gd name="T13" fmla="*/ 0 h 71"/>
                  <a:gd name="T14" fmla="*/ 0 w 50"/>
                  <a:gd name="T15" fmla="*/ 16 h 71"/>
                  <a:gd name="T16" fmla="*/ 0 w 50"/>
                  <a:gd name="T17" fmla="*/ 55 h 71"/>
                  <a:gd name="T18" fmla="*/ 16 w 50"/>
                  <a:gd name="T19" fmla="*/ 71 h 71"/>
                  <a:gd name="T20" fmla="*/ 34 w 50"/>
                  <a:gd name="T21" fmla="*/ 71 h 71"/>
                  <a:gd name="T22" fmla="*/ 50 w 50"/>
                  <a:gd name="T23" fmla="*/ 55 h 71"/>
                  <a:gd name="T24" fmla="*/ 50 w 50"/>
                  <a:gd name="T25" fmla="*/ 16 h 71"/>
                  <a:gd name="T26" fmla="*/ 34 w 50"/>
                  <a:gd name="T2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1">
                    <a:moveTo>
                      <a:pt x="34" y="16"/>
                    </a:moveTo>
                    <a:cubicBezTo>
                      <a:pt x="34" y="55"/>
                      <a:pt x="34" y="55"/>
                      <a:pt x="34" y="55"/>
                    </a:cubicBezTo>
                    <a:cubicBezTo>
                      <a:pt x="16" y="55"/>
                      <a:pt x="16" y="55"/>
                      <a:pt x="16" y="55"/>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5"/>
                      <a:pt x="0" y="55"/>
                      <a:pt x="0" y="55"/>
                    </a:cubicBezTo>
                    <a:cubicBezTo>
                      <a:pt x="0" y="64"/>
                      <a:pt x="7" y="71"/>
                      <a:pt x="16" y="71"/>
                    </a:cubicBezTo>
                    <a:cubicBezTo>
                      <a:pt x="34" y="71"/>
                      <a:pt x="34" y="71"/>
                      <a:pt x="34" y="71"/>
                    </a:cubicBezTo>
                    <a:cubicBezTo>
                      <a:pt x="43" y="71"/>
                      <a:pt x="50" y="64"/>
                      <a:pt x="50" y="55"/>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3" name="Freeform 14">
                <a:extLst>
                  <a:ext uri="{FF2B5EF4-FFF2-40B4-BE49-F238E27FC236}">
                    <a16:creationId xmlns:a16="http://schemas.microsoft.com/office/drawing/2014/main" id="{41060CCF-F515-45DA-B280-7DF36280E8C7}"/>
                  </a:ext>
                </a:extLst>
              </p:cNvPr>
              <p:cNvSpPr>
                <a:spLocks noEditPoints="1"/>
              </p:cNvSpPr>
              <p:nvPr/>
            </p:nvSpPr>
            <p:spPr bwMode="auto">
              <a:xfrm>
                <a:off x="1311958" y="3581027"/>
                <a:ext cx="277000" cy="181983"/>
              </a:xfrm>
              <a:custGeom>
                <a:avLst/>
                <a:gdLst>
                  <a:gd name="T0" fmla="*/ 57 w 73"/>
                  <a:gd name="T1" fmla="*/ 16 h 48"/>
                  <a:gd name="T2" fmla="*/ 57 w 73"/>
                  <a:gd name="T3" fmla="*/ 32 h 48"/>
                  <a:gd name="T4" fmla="*/ 16 w 73"/>
                  <a:gd name="T5" fmla="*/ 32 h 48"/>
                  <a:gd name="T6" fmla="*/ 16 w 73"/>
                  <a:gd name="T7" fmla="*/ 16 h 48"/>
                  <a:gd name="T8" fmla="*/ 57 w 73"/>
                  <a:gd name="T9" fmla="*/ 16 h 48"/>
                  <a:gd name="T10" fmla="*/ 57 w 73"/>
                  <a:gd name="T11" fmla="*/ 0 h 48"/>
                  <a:gd name="T12" fmla="*/ 16 w 73"/>
                  <a:gd name="T13" fmla="*/ 0 h 48"/>
                  <a:gd name="T14" fmla="*/ 0 w 73"/>
                  <a:gd name="T15" fmla="*/ 16 h 48"/>
                  <a:gd name="T16" fmla="*/ 0 w 73"/>
                  <a:gd name="T17" fmla="*/ 32 h 48"/>
                  <a:gd name="T18" fmla="*/ 16 w 73"/>
                  <a:gd name="T19" fmla="*/ 48 h 48"/>
                  <a:gd name="T20" fmla="*/ 57 w 73"/>
                  <a:gd name="T21" fmla="*/ 48 h 48"/>
                  <a:gd name="T22" fmla="*/ 73 w 73"/>
                  <a:gd name="T23" fmla="*/ 32 h 48"/>
                  <a:gd name="T24" fmla="*/ 73 w 73"/>
                  <a:gd name="T25" fmla="*/ 16 h 48"/>
                  <a:gd name="T26" fmla="*/ 57 w 73"/>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8">
                    <a:moveTo>
                      <a:pt x="57" y="16"/>
                    </a:moveTo>
                    <a:cubicBezTo>
                      <a:pt x="57" y="32"/>
                      <a:pt x="57" y="32"/>
                      <a:pt x="57" y="32"/>
                    </a:cubicBezTo>
                    <a:cubicBezTo>
                      <a:pt x="16" y="32"/>
                      <a:pt x="16" y="32"/>
                      <a:pt x="16" y="32"/>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2"/>
                      <a:pt x="0" y="32"/>
                      <a:pt x="0" y="32"/>
                    </a:cubicBezTo>
                    <a:cubicBezTo>
                      <a:pt x="0" y="41"/>
                      <a:pt x="7" y="48"/>
                      <a:pt x="16" y="48"/>
                    </a:cubicBezTo>
                    <a:cubicBezTo>
                      <a:pt x="57" y="48"/>
                      <a:pt x="57" y="48"/>
                      <a:pt x="57" y="48"/>
                    </a:cubicBezTo>
                    <a:cubicBezTo>
                      <a:pt x="66" y="48"/>
                      <a:pt x="73" y="41"/>
                      <a:pt x="73" y="32"/>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4" name="Freeform 15">
                <a:extLst>
                  <a:ext uri="{FF2B5EF4-FFF2-40B4-BE49-F238E27FC236}">
                    <a16:creationId xmlns:a16="http://schemas.microsoft.com/office/drawing/2014/main" id="{6FCC6D34-B118-40F0-83BF-3EA6921C207E}"/>
                  </a:ext>
                </a:extLst>
              </p:cNvPr>
              <p:cNvSpPr>
                <a:spLocks noEditPoints="1"/>
              </p:cNvSpPr>
              <p:nvPr/>
            </p:nvSpPr>
            <p:spPr bwMode="auto">
              <a:xfrm>
                <a:off x="1563190" y="3581027"/>
                <a:ext cx="285052" cy="181983"/>
              </a:xfrm>
              <a:custGeom>
                <a:avLst/>
                <a:gdLst>
                  <a:gd name="T0" fmla="*/ 58 w 75"/>
                  <a:gd name="T1" fmla="*/ 16 h 48"/>
                  <a:gd name="T2" fmla="*/ 43 w 75"/>
                  <a:gd name="T3" fmla="*/ 32 h 48"/>
                  <a:gd name="T4" fmla="*/ 16 w 75"/>
                  <a:gd name="T5" fmla="*/ 32 h 48"/>
                  <a:gd name="T6" fmla="*/ 16 w 75"/>
                  <a:gd name="T7" fmla="*/ 16 h 48"/>
                  <a:gd name="T8" fmla="*/ 58 w 75"/>
                  <a:gd name="T9" fmla="*/ 16 h 48"/>
                  <a:gd name="T10" fmla="*/ 58 w 75"/>
                  <a:gd name="T11" fmla="*/ 0 h 48"/>
                  <a:gd name="T12" fmla="*/ 16 w 75"/>
                  <a:gd name="T13" fmla="*/ 0 h 48"/>
                  <a:gd name="T14" fmla="*/ 0 w 75"/>
                  <a:gd name="T15" fmla="*/ 16 h 48"/>
                  <a:gd name="T16" fmla="*/ 0 w 75"/>
                  <a:gd name="T17" fmla="*/ 32 h 48"/>
                  <a:gd name="T18" fmla="*/ 16 w 75"/>
                  <a:gd name="T19" fmla="*/ 48 h 48"/>
                  <a:gd name="T20" fmla="*/ 43 w 75"/>
                  <a:gd name="T21" fmla="*/ 48 h 48"/>
                  <a:gd name="T22" fmla="*/ 55 w 75"/>
                  <a:gd name="T23" fmla="*/ 43 h 48"/>
                  <a:gd name="T24" fmla="*/ 70 w 75"/>
                  <a:gd name="T25" fmla="*/ 26 h 48"/>
                  <a:gd name="T26" fmla="*/ 73 w 75"/>
                  <a:gd name="T27" fmla="*/ 9 h 48"/>
                  <a:gd name="T28" fmla="*/ 58 w 75"/>
                  <a:gd name="T2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8">
                    <a:moveTo>
                      <a:pt x="58" y="16"/>
                    </a:moveTo>
                    <a:cubicBezTo>
                      <a:pt x="43" y="32"/>
                      <a:pt x="43" y="32"/>
                      <a:pt x="43" y="32"/>
                    </a:cubicBezTo>
                    <a:cubicBezTo>
                      <a:pt x="16" y="32"/>
                      <a:pt x="16" y="32"/>
                      <a:pt x="16" y="32"/>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2"/>
                      <a:pt x="0" y="32"/>
                      <a:pt x="0" y="32"/>
                    </a:cubicBezTo>
                    <a:cubicBezTo>
                      <a:pt x="0" y="41"/>
                      <a:pt x="8" y="48"/>
                      <a:pt x="16" y="48"/>
                    </a:cubicBezTo>
                    <a:cubicBezTo>
                      <a:pt x="43" y="48"/>
                      <a:pt x="43" y="48"/>
                      <a:pt x="43" y="48"/>
                    </a:cubicBezTo>
                    <a:cubicBezTo>
                      <a:pt x="48" y="48"/>
                      <a:pt x="52" y="46"/>
                      <a:pt x="55" y="43"/>
                    </a:cubicBezTo>
                    <a:cubicBezTo>
                      <a:pt x="70" y="26"/>
                      <a:pt x="70" y="26"/>
                      <a:pt x="70" y="26"/>
                    </a:cubicBezTo>
                    <a:cubicBezTo>
                      <a:pt x="74" y="22"/>
                      <a:pt x="75" y="15"/>
                      <a:pt x="73" y="9"/>
                    </a:cubicBezTo>
                    <a:cubicBezTo>
                      <a:pt x="70" y="3"/>
                      <a:pt x="64"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5" name="Freeform 16">
                <a:extLst>
                  <a:ext uri="{FF2B5EF4-FFF2-40B4-BE49-F238E27FC236}">
                    <a16:creationId xmlns:a16="http://schemas.microsoft.com/office/drawing/2014/main" id="{0CC58ADC-A439-41E6-92BA-F12A8D1C8F54}"/>
                  </a:ext>
                </a:extLst>
              </p:cNvPr>
              <p:cNvSpPr>
                <a:spLocks noEditPoints="1"/>
              </p:cNvSpPr>
              <p:nvPr/>
            </p:nvSpPr>
            <p:spPr bwMode="auto">
              <a:xfrm>
                <a:off x="1563190" y="4151132"/>
                <a:ext cx="280221" cy="194867"/>
              </a:xfrm>
              <a:custGeom>
                <a:avLst/>
                <a:gdLst>
                  <a:gd name="T0" fmla="*/ 58 w 74"/>
                  <a:gd name="T1" fmla="*/ 16 h 51"/>
                  <a:gd name="T2" fmla="*/ 58 w 74"/>
                  <a:gd name="T3" fmla="*/ 35 h 51"/>
                  <a:gd name="T4" fmla="*/ 16 w 74"/>
                  <a:gd name="T5" fmla="*/ 35 h 51"/>
                  <a:gd name="T6" fmla="*/ 16 w 74"/>
                  <a:gd name="T7" fmla="*/ 16 h 51"/>
                  <a:gd name="T8" fmla="*/ 58 w 74"/>
                  <a:gd name="T9" fmla="*/ 16 h 51"/>
                  <a:gd name="T10" fmla="*/ 58 w 74"/>
                  <a:gd name="T11" fmla="*/ 0 h 51"/>
                  <a:gd name="T12" fmla="*/ 16 w 74"/>
                  <a:gd name="T13" fmla="*/ 0 h 51"/>
                  <a:gd name="T14" fmla="*/ 0 w 74"/>
                  <a:gd name="T15" fmla="*/ 16 h 51"/>
                  <a:gd name="T16" fmla="*/ 0 w 74"/>
                  <a:gd name="T17" fmla="*/ 35 h 51"/>
                  <a:gd name="T18" fmla="*/ 16 w 74"/>
                  <a:gd name="T19" fmla="*/ 51 h 51"/>
                  <a:gd name="T20" fmla="*/ 58 w 74"/>
                  <a:gd name="T21" fmla="*/ 51 h 51"/>
                  <a:gd name="T22" fmla="*/ 74 w 74"/>
                  <a:gd name="T23" fmla="*/ 35 h 51"/>
                  <a:gd name="T24" fmla="*/ 74 w 74"/>
                  <a:gd name="T25" fmla="*/ 16 h 51"/>
                  <a:gd name="T26" fmla="*/ 58 w 74"/>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1">
                    <a:moveTo>
                      <a:pt x="58" y="16"/>
                    </a:moveTo>
                    <a:cubicBezTo>
                      <a:pt x="58" y="35"/>
                      <a:pt x="58" y="35"/>
                      <a:pt x="58" y="35"/>
                    </a:cubicBezTo>
                    <a:cubicBezTo>
                      <a:pt x="16" y="35"/>
                      <a:pt x="16" y="35"/>
                      <a:pt x="16" y="35"/>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5"/>
                      <a:pt x="0" y="35"/>
                      <a:pt x="0" y="35"/>
                    </a:cubicBezTo>
                    <a:cubicBezTo>
                      <a:pt x="0" y="43"/>
                      <a:pt x="8" y="51"/>
                      <a:pt x="16" y="51"/>
                    </a:cubicBezTo>
                    <a:cubicBezTo>
                      <a:pt x="58" y="51"/>
                      <a:pt x="58" y="51"/>
                      <a:pt x="58" y="51"/>
                    </a:cubicBezTo>
                    <a:cubicBezTo>
                      <a:pt x="67" y="51"/>
                      <a:pt x="74" y="43"/>
                      <a:pt x="74" y="35"/>
                    </a:cubicBezTo>
                    <a:cubicBezTo>
                      <a:pt x="74" y="16"/>
                      <a:pt x="74" y="16"/>
                      <a:pt x="74" y="16"/>
                    </a:cubicBezTo>
                    <a:cubicBezTo>
                      <a:pt x="74" y="7"/>
                      <a:pt x="67"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6" name="Freeform 17">
                <a:extLst>
                  <a:ext uri="{FF2B5EF4-FFF2-40B4-BE49-F238E27FC236}">
                    <a16:creationId xmlns:a16="http://schemas.microsoft.com/office/drawing/2014/main" id="{AB33467C-C423-4F35-BEED-5CD46B9C3368}"/>
                  </a:ext>
                </a:extLst>
              </p:cNvPr>
              <p:cNvSpPr>
                <a:spLocks noEditPoints="1"/>
              </p:cNvSpPr>
              <p:nvPr/>
            </p:nvSpPr>
            <p:spPr bwMode="auto">
              <a:xfrm>
                <a:off x="1311958" y="4064167"/>
                <a:ext cx="19003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7" name="Freeform 18">
                <a:extLst>
                  <a:ext uri="{FF2B5EF4-FFF2-40B4-BE49-F238E27FC236}">
                    <a16:creationId xmlns:a16="http://schemas.microsoft.com/office/drawing/2014/main" id="{FC238A8C-EC1E-4048-8FD7-14C85FB89268}"/>
                  </a:ext>
                </a:extLst>
              </p:cNvPr>
              <p:cNvSpPr>
                <a:spLocks noEditPoints="1"/>
              </p:cNvSpPr>
              <p:nvPr/>
            </p:nvSpPr>
            <p:spPr bwMode="auto">
              <a:xfrm>
                <a:off x="1311958" y="4151132"/>
                <a:ext cx="27700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8" name="Freeform 19">
                <a:extLst>
                  <a:ext uri="{FF2B5EF4-FFF2-40B4-BE49-F238E27FC236}">
                    <a16:creationId xmlns:a16="http://schemas.microsoft.com/office/drawing/2014/main" id="{BEBE9E4C-B5F3-44BF-87F5-D11BBC577A14}"/>
                  </a:ext>
                </a:extLst>
              </p:cNvPr>
              <p:cNvSpPr>
                <a:spLocks noEditPoints="1"/>
              </p:cNvSpPr>
              <p:nvPr/>
            </p:nvSpPr>
            <p:spPr bwMode="auto">
              <a:xfrm>
                <a:off x="1311958" y="3820986"/>
                <a:ext cx="19003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9" name="Freeform 20">
                <a:extLst>
                  <a:ext uri="{FF2B5EF4-FFF2-40B4-BE49-F238E27FC236}">
                    <a16:creationId xmlns:a16="http://schemas.microsoft.com/office/drawing/2014/main" id="{5825B212-C3C7-4B1F-B3CF-1746BB1D272F}"/>
                  </a:ext>
                </a:extLst>
              </p:cNvPr>
              <p:cNvSpPr>
                <a:spLocks noEditPoints="1"/>
              </p:cNvSpPr>
              <p:nvPr/>
            </p:nvSpPr>
            <p:spPr bwMode="auto">
              <a:xfrm>
                <a:off x="1907830" y="4064167"/>
                <a:ext cx="19164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0" name="Freeform 21">
                <a:extLst>
                  <a:ext uri="{FF2B5EF4-FFF2-40B4-BE49-F238E27FC236}">
                    <a16:creationId xmlns:a16="http://schemas.microsoft.com/office/drawing/2014/main" id="{EF1A5F4E-BC6B-443E-BCFC-5CFC96082D01}"/>
                  </a:ext>
                </a:extLst>
              </p:cNvPr>
              <p:cNvSpPr>
                <a:spLocks noEditPoints="1"/>
              </p:cNvSpPr>
              <p:nvPr/>
            </p:nvSpPr>
            <p:spPr bwMode="auto">
              <a:xfrm>
                <a:off x="1820865" y="4151132"/>
                <a:ext cx="27861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1" name="Freeform 22">
                <a:extLst>
                  <a:ext uri="{FF2B5EF4-FFF2-40B4-BE49-F238E27FC236}">
                    <a16:creationId xmlns:a16="http://schemas.microsoft.com/office/drawing/2014/main" id="{E0F9AE45-9270-4EE3-8662-DA8484E84DCD}"/>
                  </a:ext>
                </a:extLst>
              </p:cNvPr>
              <p:cNvSpPr>
                <a:spLocks noEditPoints="1"/>
              </p:cNvSpPr>
              <p:nvPr/>
            </p:nvSpPr>
            <p:spPr bwMode="auto">
              <a:xfrm>
                <a:off x="1907830" y="3820986"/>
                <a:ext cx="19164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2" name="Freeform 23">
                <a:extLst>
                  <a:ext uri="{FF2B5EF4-FFF2-40B4-BE49-F238E27FC236}">
                    <a16:creationId xmlns:a16="http://schemas.microsoft.com/office/drawing/2014/main" id="{78D2C09E-1AE7-4235-8E78-F15C4B077456}"/>
                  </a:ext>
                </a:extLst>
              </p:cNvPr>
              <p:cNvSpPr>
                <a:spLocks noEditPoints="1"/>
              </p:cNvSpPr>
              <p:nvPr/>
            </p:nvSpPr>
            <p:spPr bwMode="auto">
              <a:xfrm>
                <a:off x="1661428" y="3405486"/>
                <a:ext cx="600703" cy="594262"/>
              </a:xfrm>
              <a:custGeom>
                <a:avLst/>
                <a:gdLst>
                  <a:gd name="T0" fmla="*/ 105 w 158"/>
                  <a:gd name="T1" fmla="*/ 16 h 156"/>
                  <a:gd name="T2" fmla="*/ 140 w 158"/>
                  <a:gd name="T3" fmla="*/ 56 h 156"/>
                  <a:gd name="T4" fmla="*/ 56 w 158"/>
                  <a:gd name="T5" fmla="*/ 140 h 156"/>
                  <a:gd name="T6" fmla="*/ 17 w 158"/>
                  <a:gd name="T7" fmla="*/ 99 h 156"/>
                  <a:gd name="T8" fmla="*/ 105 w 158"/>
                  <a:gd name="T9" fmla="*/ 16 h 156"/>
                  <a:gd name="T10" fmla="*/ 105 w 158"/>
                  <a:gd name="T11" fmla="*/ 0 h 156"/>
                  <a:gd name="T12" fmla="*/ 94 w 158"/>
                  <a:gd name="T13" fmla="*/ 5 h 156"/>
                  <a:gd name="T14" fmla="*/ 6 w 158"/>
                  <a:gd name="T15" fmla="*/ 87 h 156"/>
                  <a:gd name="T16" fmla="*/ 5 w 158"/>
                  <a:gd name="T17" fmla="*/ 109 h 156"/>
                  <a:gd name="T18" fmla="*/ 44 w 158"/>
                  <a:gd name="T19" fmla="*/ 151 h 156"/>
                  <a:gd name="T20" fmla="*/ 55 w 158"/>
                  <a:gd name="T21" fmla="*/ 156 h 156"/>
                  <a:gd name="T22" fmla="*/ 56 w 158"/>
                  <a:gd name="T23" fmla="*/ 156 h 156"/>
                  <a:gd name="T24" fmla="*/ 67 w 158"/>
                  <a:gd name="T25" fmla="*/ 152 h 156"/>
                  <a:gd name="T26" fmla="*/ 151 w 158"/>
                  <a:gd name="T27" fmla="*/ 67 h 156"/>
                  <a:gd name="T28" fmla="*/ 152 w 158"/>
                  <a:gd name="T29" fmla="*/ 45 h 156"/>
                  <a:gd name="T30" fmla="*/ 117 w 158"/>
                  <a:gd name="T31" fmla="*/ 6 h 156"/>
                  <a:gd name="T32" fmla="*/ 105 w 158"/>
                  <a:gd name="T33" fmla="*/ 0 h 156"/>
                  <a:gd name="T34" fmla="*/ 105 w 158"/>
                  <a:gd name="T3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 h="156">
                    <a:moveTo>
                      <a:pt x="105" y="16"/>
                    </a:moveTo>
                    <a:cubicBezTo>
                      <a:pt x="140" y="56"/>
                      <a:pt x="140" y="56"/>
                      <a:pt x="140" y="56"/>
                    </a:cubicBezTo>
                    <a:cubicBezTo>
                      <a:pt x="56" y="140"/>
                      <a:pt x="56" y="140"/>
                      <a:pt x="56" y="140"/>
                    </a:cubicBezTo>
                    <a:cubicBezTo>
                      <a:pt x="17" y="99"/>
                      <a:pt x="17" y="99"/>
                      <a:pt x="17" y="99"/>
                    </a:cubicBezTo>
                    <a:cubicBezTo>
                      <a:pt x="105" y="16"/>
                      <a:pt x="105" y="16"/>
                      <a:pt x="105" y="16"/>
                    </a:cubicBezTo>
                    <a:moveTo>
                      <a:pt x="105" y="0"/>
                    </a:moveTo>
                    <a:cubicBezTo>
                      <a:pt x="101" y="0"/>
                      <a:pt x="97" y="2"/>
                      <a:pt x="94" y="5"/>
                    </a:cubicBezTo>
                    <a:cubicBezTo>
                      <a:pt x="6" y="87"/>
                      <a:pt x="6" y="87"/>
                      <a:pt x="6" y="87"/>
                    </a:cubicBezTo>
                    <a:cubicBezTo>
                      <a:pt x="0" y="93"/>
                      <a:pt x="0" y="103"/>
                      <a:pt x="5" y="109"/>
                    </a:cubicBezTo>
                    <a:cubicBezTo>
                      <a:pt x="44" y="151"/>
                      <a:pt x="44" y="151"/>
                      <a:pt x="44" y="151"/>
                    </a:cubicBezTo>
                    <a:cubicBezTo>
                      <a:pt x="47" y="154"/>
                      <a:pt x="51" y="156"/>
                      <a:pt x="55" y="156"/>
                    </a:cubicBezTo>
                    <a:cubicBezTo>
                      <a:pt x="55" y="156"/>
                      <a:pt x="56" y="156"/>
                      <a:pt x="56" y="156"/>
                    </a:cubicBezTo>
                    <a:cubicBezTo>
                      <a:pt x="60" y="156"/>
                      <a:pt x="64" y="155"/>
                      <a:pt x="67" y="152"/>
                    </a:cubicBezTo>
                    <a:cubicBezTo>
                      <a:pt x="151" y="67"/>
                      <a:pt x="151" y="67"/>
                      <a:pt x="151" y="67"/>
                    </a:cubicBezTo>
                    <a:cubicBezTo>
                      <a:pt x="157" y="61"/>
                      <a:pt x="158" y="52"/>
                      <a:pt x="152" y="45"/>
                    </a:cubicBezTo>
                    <a:cubicBezTo>
                      <a:pt x="117" y="6"/>
                      <a:pt x="117" y="6"/>
                      <a:pt x="117" y="6"/>
                    </a:cubicBezTo>
                    <a:cubicBezTo>
                      <a:pt x="114" y="3"/>
                      <a:pt x="110" y="1"/>
                      <a:pt x="105" y="0"/>
                    </a:cubicBezTo>
                    <a:cubicBezTo>
                      <a:pt x="105" y="0"/>
                      <a:pt x="105" y="0"/>
                      <a:pt x="105"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3" name="Freeform 24">
                <a:extLst>
                  <a:ext uri="{FF2B5EF4-FFF2-40B4-BE49-F238E27FC236}">
                    <a16:creationId xmlns:a16="http://schemas.microsoft.com/office/drawing/2014/main" id="{6DD95C05-152B-4367-8DE4-0E724349FB6B}"/>
                  </a:ext>
                </a:extLst>
              </p:cNvPr>
              <p:cNvSpPr>
                <a:spLocks noEditPoints="1"/>
              </p:cNvSpPr>
              <p:nvPr/>
            </p:nvSpPr>
            <p:spPr bwMode="auto">
              <a:xfrm>
                <a:off x="1555138" y="3790388"/>
                <a:ext cx="318872" cy="293105"/>
              </a:xfrm>
              <a:custGeom>
                <a:avLst/>
                <a:gdLst>
                  <a:gd name="T0" fmla="*/ 32 w 84"/>
                  <a:gd name="T1" fmla="*/ 16 h 77"/>
                  <a:gd name="T2" fmla="*/ 67 w 84"/>
                  <a:gd name="T3" fmla="*/ 50 h 77"/>
                  <a:gd name="T4" fmla="*/ 17 w 84"/>
                  <a:gd name="T5" fmla="*/ 61 h 77"/>
                  <a:gd name="T6" fmla="*/ 32 w 84"/>
                  <a:gd name="T7" fmla="*/ 16 h 77"/>
                  <a:gd name="T8" fmla="*/ 32 w 84"/>
                  <a:gd name="T9" fmla="*/ 0 h 77"/>
                  <a:gd name="T10" fmla="*/ 28 w 84"/>
                  <a:gd name="T11" fmla="*/ 1 h 77"/>
                  <a:gd name="T12" fmla="*/ 17 w 84"/>
                  <a:gd name="T13" fmla="*/ 11 h 77"/>
                  <a:gd name="T14" fmla="*/ 2 w 84"/>
                  <a:gd name="T15" fmla="*/ 56 h 77"/>
                  <a:gd name="T16" fmla="*/ 5 w 84"/>
                  <a:gd name="T17" fmla="*/ 72 h 77"/>
                  <a:gd name="T18" fmla="*/ 17 w 84"/>
                  <a:gd name="T19" fmla="*/ 77 h 77"/>
                  <a:gd name="T20" fmla="*/ 20 w 84"/>
                  <a:gd name="T21" fmla="*/ 76 h 77"/>
                  <a:gd name="T22" fmla="*/ 71 w 84"/>
                  <a:gd name="T23" fmla="*/ 65 h 77"/>
                  <a:gd name="T24" fmla="*/ 83 w 84"/>
                  <a:gd name="T25" fmla="*/ 54 h 77"/>
                  <a:gd name="T26" fmla="*/ 78 w 84"/>
                  <a:gd name="T27" fmla="*/ 38 h 77"/>
                  <a:gd name="T28" fmla="*/ 43 w 84"/>
                  <a:gd name="T29" fmla="*/ 5 h 77"/>
                  <a:gd name="T30" fmla="*/ 32 w 84"/>
                  <a:gd name="T3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77">
                    <a:moveTo>
                      <a:pt x="32" y="16"/>
                    </a:moveTo>
                    <a:cubicBezTo>
                      <a:pt x="67" y="50"/>
                      <a:pt x="67" y="50"/>
                      <a:pt x="67" y="50"/>
                    </a:cubicBezTo>
                    <a:cubicBezTo>
                      <a:pt x="17" y="61"/>
                      <a:pt x="17" y="61"/>
                      <a:pt x="17" y="61"/>
                    </a:cubicBezTo>
                    <a:cubicBezTo>
                      <a:pt x="32" y="16"/>
                      <a:pt x="32" y="16"/>
                      <a:pt x="32" y="16"/>
                    </a:cubicBezTo>
                    <a:moveTo>
                      <a:pt x="32" y="0"/>
                    </a:moveTo>
                    <a:cubicBezTo>
                      <a:pt x="31" y="0"/>
                      <a:pt x="29" y="0"/>
                      <a:pt x="28" y="1"/>
                    </a:cubicBezTo>
                    <a:cubicBezTo>
                      <a:pt x="23" y="2"/>
                      <a:pt x="18" y="6"/>
                      <a:pt x="17" y="11"/>
                    </a:cubicBezTo>
                    <a:cubicBezTo>
                      <a:pt x="2" y="56"/>
                      <a:pt x="2" y="56"/>
                      <a:pt x="2" y="56"/>
                    </a:cubicBezTo>
                    <a:cubicBezTo>
                      <a:pt x="0" y="61"/>
                      <a:pt x="1" y="67"/>
                      <a:pt x="5" y="72"/>
                    </a:cubicBezTo>
                    <a:cubicBezTo>
                      <a:pt x="8" y="75"/>
                      <a:pt x="12" y="77"/>
                      <a:pt x="17" y="77"/>
                    </a:cubicBezTo>
                    <a:cubicBezTo>
                      <a:pt x="18" y="77"/>
                      <a:pt x="19" y="77"/>
                      <a:pt x="20" y="76"/>
                    </a:cubicBezTo>
                    <a:cubicBezTo>
                      <a:pt x="71" y="65"/>
                      <a:pt x="71" y="65"/>
                      <a:pt x="71" y="65"/>
                    </a:cubicBezTo>
                    <a:cubicBezTo>
                      <a:pt x="77" y="64"/>
                      <a:pt x="81" y="59"/>
                      <a:pt x="83" y="54"/>
                    </a:cubicBezTo>
                    <a:cubicBezTo>
                      <a:pt x="84" y="48"/>
                      <a:pt x="83" y="42"/>
                      <a:pt x="78" y="38"/>
                    </a:cubicBezTo>
                    <a:cubicBezTo>
                      <a:pt x="43" y="5"/>
                      <a:pt x="43" y="5"/>
                      <a:pt x="43" y="5"/>
                    </a:cubicBezTo>
                    <a:cubicBezTo>
                      <a:pt x="40" y="2"/>
                      <a:pt x="36" y="0"/>
                      <a:pt x="32"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4" name="Freeform 25">
                <a:extLst>
                  <a:ext uri="{FF2B5EF4-FFF2-40B4-BE49-F238E27FC236}">
                    <a16:creationId xmlns:a16="http://schemas.microsoft.com/office/drawing/2014/main" id="{2DEB43D1-BDD4-4BA3-842E-E60ECAADDCE5}"/>
                  </a:ext>
                </a:extLst>
              </p:cNvPr>
              <p:cNvSpPr>
                <a:spLocks/>
              </p:cNvSpPr>
              <p:nvPr/>
            </p:nvSpPr>
            <p:spPr bwMode="auto">
              <a:xfrm>
                <a:off x="1371545" y="3642225"/>
                <a:ext cx="69249" cy="148163"/>
              </a:xfrm>
              <a:custGeom>
                <a:avLst/>
                <a:gdLst>
                  <a:gd name="T0" fmla="*/ 0 w 43"/>
                  <a:gd name="T1" fmla="*/ 0 h 92"/>
                  <a:gd name="T2" fmla="*/ 43 w 43"/>
                  <a:gd name="T3" fmla="*/ 0 h 92"/>
                  <a:gd name="T4" fmla="*/ 43 w 43"/>
                  <a:gd name="T5" fmla="*/ 92 h 92"/>
                  <a:gd name="T6" fmla="*/ 0 w 43"/>
                  <a:gd name="T7" fmla="*/ 92 h 92"/>
                  <a:gd name="T8" fmla="*/ 0 w 43"/>
                  <a:gd name="T9" fmla="*/ 0 h 92"/>
                  <a:gd name="T10" fmla="*/ 0 w 43"/>
                  <a:gd name="T11" fmla="*/ 0 h 92"/>
                </a:gdLst>
                <a:ahLst/>
                <a:cxnLst>
                  <a:cxn ang="0">
                    <a:pos x="T0" y="T1"/>
                  </a:cxn>
                  <a:cxn ang="0">
                    <a:pos x="T2" y="T3"/>
                  </a:cxn>
                  <a:cxn ang="0">
                    <a:pos x="T4" y="T5"/>
                  </a:cxn>
                  <a:cxn ang="0">
                    <a:pos x="T6" y="T7"/>
                  </a:cxn>
                  <a:cxn ang="0">
                    <a:pos x="T8" y="T9"/>
                  </a:cxn>
                  <a:cxn ang="0">
                    <a:pos x="T10" y="T11"/>
                  </a:cxn>
                </a:cxnLst>
                <a:rect l="0" t="0" r="r" b="b"/>
                <a:pathLst>
                  <a:path w="43" h="92">
                    <a:moveTo>
                      <a:pt x="0" y="0"/>
                    </a:moveTo>
                    <a:lnTo>
                      <a:pt x="43" y="0"/>
                    </a:lnTo>
                    <a:lnTo>
                      <a:pt x="43" y="92"/>
                    </a:lnTo>
                    <a:lnTo>
                      <a:pt x="0" y="92"/>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5" name="Freeform 26">
                <a:extLst>
                  <a:ext uri="{FF2B5EF4-FFF2-40B4-BE49-F238E27FC236}">
                    <a16:creationId xmlns:a16="http://schemas.microsoft.com/office/drawing/2014/main" id="{05F79B65-5C5B-47CE-A424-3E198B5C8F26}"/>
                  </a:ext>
                </a:extLst>
              </p:cNvPr>
              <p:cNvSpPr>
                <a:spLocks/>
              </p:cNvSpPr>
              <p:nvPr/>
            </p:nvSpPr>
            <p:spPr bwMode="auto">
              <a:xfrm>
                <a:off x="1371545" y="3642225"/>
                <a:ext cx="156215" cy="59588"/>
              </a:xfrm>
              <a:custGeom>
                <a:avLst/>
                <a:gdLst>
                  <a:gd name="T0" fmla="*/ 0 w 97"/>
                  <a:gd name="T1" fmla="*/ 0 h 37"/>
                  <a:gd name="T2" fmla="*/ 97 w 97"/>
                  <a:gd name="T3" fmla="*/ 0 h 37"/>
                  <a:gd name="T4" fmla="*/ 97 w 97"/>
                  <a:gd name="T5" fmla="*/ 37 h 37"/>
                  <a:gd name="T6" fmla="*/ 0 w 97"/>
                  <a:gd name="T7" fmla="*/ 37 h 37"/>
                  <a:gd name="T8" fmla="*/ 0 w 97"/>
                  <a:gd name="T9" fmla="*/ 0 h 37"/>
                  <a:gd name="T10" fmla="*/ 0 w 97"/>
                  <a:gd name="T11" fmla="*/ 0 h 37"/>
                </a:gdLst>
                <a:ahLst/>
                <a:cxnLst>
                  <a:cxn ang="0">
                    <a:pos x="T0" y="T1"/>
                  </a:cxn>
                  <a:cxn ang="0">
                    <a:pos x="T2" y="T3"/>
                  </a:cxn>
                  <a:cxn ang="0">
                    <a:pos x="T4" y="T5"/>
                  </a:cxn>
                  <a:cxn ang="0">
                    <a:pos x="T6" y="T7"/>
                  </a:cxn>
                  <a:cxn ang="0">
                    <a:pos x="T8" y="T9"/>
                  </a:cxn>
                  <a:cxn ang="0">
                    <a:pos x="T10" y="T11"/>
                  </a:cxn>
                </a:cxnLst>
                <a:rect l="0" t="0" r="r" b="b"/>
                <a:pathLst>
                  <a:path w="97" h="37">
                    <a:moveTo>
                      <a:pt x="0" y="0"/>
                    </a:moveTo>
                    <a:lnTo>
                      <a:pt x="97" y="0"/>
                    </a:lnTo>
                    <a:lnTo>
                      <a:pt x="97" y="37"/>
                    </a:lnTo>
                    <a:lnTo>
                      <a:pt x="0" y="37"/>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6" name="Freeform 27">
                <a:extLst>
                  <a:ext uri="{FF2B5EF4-FFF2-40B4-BE49-F238E27FC236}">
                    <a16:creationId xmlns:a16="http://schemas.microsoft.com/office/drawing/2014/main" id="{0FDDD080-8A28-449A-8726-94F292CC9D44}"/>
                  </a:ext>
                </a:extLst>
              </p:cNvPr>
              <p:cNvSpPr>
                <a:spLocks/>
              </p:cNvSpPr>
              <p:nvPr/>
            </p:nvSpPr>
            <p:spPr bwMode="auto">
              <a:xfrm>
                <a:off x="1622777" y="3642225"/>
                <a:ext cx="161046" cy="59588"/>
              </a:xfrm>
              <a:custGeom>
                <a:avLst/>
                <a:gdLst>
                  <a:gd name="T0" fmla="*/ 0 w 100"/>
                  <a:gd name="T1" fmla="*/ 37 h 37"/>
                  <a:gd name="T2" fmla="*/ 0 w 100"/>
                  <a:gd name="T3" fmla="*/ 0 h 37"/>
                  <a:gd name="T4" fmla="*/ 100 w 100"/>
                  <a:gd name="T5" fmla="*/ 0 h 37"/>
                  <a:gd name="T6" fmla="*/ 64 w 100"/>
                  <a:gd name="T7" fmla="*/ 37 h 37"/>
                  <a:gd name="T8" fmla="*/ 0 w 100"/>
                  <a:gd name="T9" fmla="*/ 37 h 37"/>
                  <a:gd name="T10" fmla="*/ 0 w 100"/>
                  <a:gd name="T11" fmla="*/ 37 h 37"/>
                  <a:gd name="T12" fmla="*/ 0 w 100"/>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100" h="37">
                    <a:moveTo>
                      <a:pt x="0" y="37"/>
                    </a:moveTo>
                    <a:lnTo>
                      <a:pt x="0" y="0"/>
                    </a:lnTo>
                    <a:lnTo>
                      <a:pt x="100" y="0"/>
                    </a:lnTo>
                    <a:lnTo>
                      <a:pt x="64" y="37"/>
                    </a:lnTo>
                    <a:lnTo>
                      <a:pt x="0" y="37"/>
                    </a:lnTo>
                    <a:lnTo>
                      <a:pt x="0" y="37"/>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7" name="Freeform 28">
                <a:extLst>
                  <a:ext uri="{FF2B5EF4-FFF2-40B4-BE49-F238E27FC236}">
                    <a16:creationId xmlns:a16="http://schemas.microsoft.com/office/drawing/2014/main" id="{12139B4A-1F8F-464A-BA68-9E046BCF1358}"/>
                  </a:ext>
                </a:extLst>
              </p:cNvPr>
              <p:cNvSpPr>
                <a:spLocks/>
              </p:cNvSpPr>
              <p:nvPr/>
            </p:nvSpPr>
            <p:spPr bwMode="auto">
              <a:xfrm>
                <a:off x="1622777" y="4212330"/>
                <a:ext cx="161046" cy="72471"/>
              </a:xfrm>
              <a:custGeom>
                <a:avLst/>
                <a:gdLst>
                  <a:gd name="T0" fmla="*/ 0 w 100"/>
                  <a:gd name="T1" fmla="*/ 0 h 45"/>
                  <a:gd name="T2" fmla="*/ 100 w 100"/>
                  <a:gd name="T3" fmla="*/ 0 h 45"/>
                  <a:gd name="T4" fmla="*/ 100 w 100"/>
                  <a:gd name="T5" fmla="*/ 45 h 45"/>
                  <a:gd name="T6" fmla="*/ 0 w 100"/>
                  <a:gd name="T7" fmla="*/ 45 h 45"/>
                  <a:gd name="T8" fmla="*/ 0 w 100"/>
                  <a:gd name="T9" fmla="*/ 0 h 45"/>
                  <a:gd name="T10" fmla="*/ 0 w 100"/>
                  <a:gd name="T11" fmla="*/ 0 h 45"/>
                </a:gdLst>
                <a:ahLst/>
                <a:cxnLst>
                  <a:cxn ang="0">
                    <a:pos x="T0" y="T1"/>
                  </a:cxn>
                  <a:cxn ang="0">
                    <a:pos x="T2" y="T3"/>
                  </a:cxn>
                  <a:cxn ang="0">
                    <a:pos x="T4" y="T5"/>
                  </a:cxn>
                  <a:cxn ang="0">
                    <a:pos x="T6" y="T7"/>
                  </a:cxn>
                  <a:cxn ang="0">
                    <a:pos x="T8" y="T9"/>
                  </a:cxn>
                  <a:cxn ang="0">
                    <a:pos x="T10" y="T11"/>
                  </a:cxn>
                </a:cxnLst>
                <a:rect l="0" t="0" r="r" b="b"/>
                <a:pathLst>
                  <a:path w="100" h="45">
                    <a:moveTo>
                      <a:pt x="0" y="0"/>
                    </a:moveTo>
                    <a:lnTo>
                      <a:pt x="100" y="0"/>
                    </a:lnTo>
                    <a:lnTo>
                      <a:pt x="100"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8" name="Freeform 29">
                <a:extLst>
                  <a:ext uri="{FF2B5EF4-FFF2-40B4-BE49-F238E27FC236}">
                    <a16:creationId xmlns:a16="http://schemas.microsoft.com/office/drawing/2014/main" id="{BD7BC382-7DAD-44FC-B2DA-C353AB937D7A}"/>
                  </a:ext>
                </a:extLst>
              </p:cNvPr>
              <p:cNvSpPr>
                <a:spLocks/>
              </p:cNvSpPr>
              <p:nvPr/>
            </p:nvSpPr>
            <p:spPr bwMode="auto">
              <a:xfrm>
                <a:off x="1371545"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9" name="Freeform 30">
                <a:extLst>
                  <a:ext uri="{FF2B5EF4-FFF2-40B4-BE49-F238E27FC236}">
                    <a16:creationId xmlns:a16="http://schemas.microsoft.com/office/drawing/2014/main" id="{7076A25D-652A-41D1-B05F-AC5F67374CC8}"/>
                  </a:ext>
                </a:extLst>
              </p:cNvPr>
              <p:cNvSpPr>
                <a:spLocks/>
              </p:cNvSpPr>
              <p:nvPr/>
            </p:nvSpPr>
            <p:spPr bwMode="auto">
              <a:xfrm>
                <a:off x="1371545"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80" name="Freeform 31">
                <a:extLst>
                  <a:ext uri="{FF2B5EF4-FFF2-40B4-BE49-F238E27FC236}">
                    <a16:creationId xmlns:a16="http://schemas.microsoft.com/office/drawing/2014/main" id="{F08F17C5-2F8D-45FA-8ADB-54A4E06E2BB8}"/>
                  </a:ext>
                </a:extLst>
              </p:cNvPr>
              <p:cNvSpPr>
                <a:spLocks/>
              </p:cNvSpPr>
              <p:nvPr/>
            </p:nvSpPr>
            <p:spPr bwMode="auto">
              <a:xfrm>
                <a:off x="1371545"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81" name="Freeform 32">
                <a:extLst>
                  <a:ext uri="{FF2B5EF4-FFF2-40B4-BE49-F238E27FC236}">
                    <a16:creationId xmlns:a16="http://schemas.microsoft.com/office/drawing/2014/main" id="{AEE3F91F-F95B-4E3B-BD7B-C4C7A6DA99CB}"/>
                  </a:ext>
                </a:extLst>
              </p:cNvPr>
              <p:cNvSpPr>
                <a:spLocks/>
              </p:cNvSpPr>
              <p:nvPr/>
            </p:nvSpPr>
            <p:spPr bwMode="auto">
              <a:xfrm>
                <a:off x="1969027"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82" name="Freeform 33">
                <a:extLst>
                  <a:ext uri="{FF2B5EF4-FFF2-40B4-BE49-F238E27FC236}">
                    <a16:creationId xmlns:a16="http://schemas.microsoft.com/office/drawing/2014/main" id="{C98F8A0E-B688-4B1C-8EB9-CB0C38FC82D0}"/>
                  </a:ext>
                </a:extLst>
              </p:cNvPr>
              <p:cNvSpPr>
                <a:spLocks/>
              </p:cNvSpPr>
              <p:nvPr/>
            </p:nvSpPr>
            <p:spPr bwMode="auto">
              <a:xfrm>
                <a:off x="1882062"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83" name="Freeform 34">
                <a:extLst>
                  <a:ext uri="{FF2B5EF4-FFF2-40B4-BE49-F238E27FC236}">
                    <a16:creationId xmlns:a16="http://schemas.microsoft.com/office/drawing/2014/main" id="{B8ACE01D-3323-468F-B5F5-EA1160641AA3}"/>
                  </a:ext>
                </a:extLst>
              </p:cNvPr>
              <p:cNvSpPr>
                <a:spLocks/>
              </p:cNvSpPr>
              <p:nvPr/>
            </p:nvSpPr>
            <p:spPr bwMode="auto">
              <a:xfrm>
                <a:off x="1969027"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84" name="Freeform 35">
                <a:extLst>
                  <a:ext uri="{FF2B5EF4-FFF2-40B4-BE49-F238E27FC236}">
                    <a16:creationId xmlns:a16="http://schemas.microsoft.com/office/drawing/2014/main" id="{9BA95133-CF4C-443C-9C96-0F475485DADB}"/>
                  </a:ext>
                </a:extLst>
              </p:cNvPr>
              <p:cNvSpPr>
                <a:spLocks/>
              </p:cNvSpPr>
              <p:nvPr/>
            </p:nvSpPr>
            <p:spPr bwMode="auto">
              <a:xfrm>
                <a:off x="1725847" y="3466684"/>
                <a:ext cx="468645" cy="471867"/>
              </a:xfrm>
              <a:custGeom>
                <a:avLst/>
                <a:gdLst>
                  <a:gd name="T0" fmla="*/ 208 w 291"/>
                  <a:gd name="T1" fmla="*/ 0 h 293"/>
                  <a:gd name="T2" fmla="*/ 0 w 291"/>
                  <a:gd name="T3" fmla="*/ 196 h 293"/>
                  <a:gd name="T4" fmla="*/ 92 w 291"/>
                  <a:gd name="T5" fmla="*/ 293 h 293"/>
                  <a:gd name="T6" fmla="*/ 291 w 291"/>
                  <a:gd name="T7" fmla="*/ 94 h 293"/>
                  <a:gd name="T8" fmla="*/ 208 w 291"/>
                  <a:gd name="T9" fmla="*/ 0 h 293"/>
                  <a:gd name="T10" fmla="*/ 208 w 291"/>
                  <a:gd name="T11" fmla="*/ 0 h 293"/>
                  <a:gd name="T12" fmla="*/ 208 w 291"/>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91" h="293">
                    <a:moveTo>
                      <a:pt x="208" y="0"/>
                    </a:moveTo>
                    <a:lnTo>
                      <a:pt x="0" y="196"/>
                    </a:lnTo>
                    <a:lnTo>
                      <a:pt x="92" y="293"/>
                    </a:lnTo>
                    <a:lnTo>
                      <a:pt x="291" y="94"/>
                    </a:lnTo>
                    <a:lnTo>
                      <a:pt x="208" y="0"/>
                    </a:lnTo>
                    <a:lnTo>
                      <a:pt x="208" y="0"/>
                    </a:lnTo>
                    <a:lnTo>
                      <a:pt x="20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85" name="Freeform 36">
                <a:extLst>
                  <a:ext uri="{FF2B5EF4-FFF2-40B4-BE49-F238E27FC236}">
                    <a16:creationId xmlns:a16="http://schemas.microsoft.com/office/drawing/2014/main" id="{260A76D8-44E6-4FB9-80EE-DD3B8A197AD8}"/>
                  </a:ext>
                </a:extLst>
              </p:cNvPr>
              <p:cNvSpPr>
                <a:spLocks/>
              </p:cNvSpPr>
              <p:nvPr/>
            </p:nvSpPr>
            <p:spPr bwMode="auto">
              <a:xfrm>
                <a:off x="1619556" y="3849975"/>
                <a:ext cx="190035" cy="172320"/>
              </a:xfrm>
              <a:custGeom>
                <a:avLst/>
                <a:gdLst>
                  <a:gd name="T0" fmla="*/ 35 w 118"/>
                  <a:gd name="T1" fmla="*/ 0 h 107"/>
                  <a:gd name="T2" fmla="*/ 0 w 118"/>
                  <a:gd name="T3" fmla="*/ 107 h 107"/>
                  <a:gd name="T4" fmla="*/ 118 w 118"/>
                  <a:gd name="T5" fmla="*/ 81 h 107"/>
                  <a:gd name="T6" fmla="*/ 35 w 118"/>
                  <a:gd name="T7" fmla="*/ 0 h 107"/>
                  <a:gd name="T8" fmla="*/ 35 w 118"/>
                  <a:gd name="T9" fmla="*/ 0 h 107"/>
                  <a:gd name="T10" fmla="*/ 35 w 118"/>
                  <a:gd name="T11" fmla="*/ 0 h 107"/>
                </a:gdLst>
                <a:ahLst/>
                <a:cxnLst>
                  <a:cxn ang="0">
                    <a:pos x="T0" y="T1"/>
                  </a:cxn>
                  <a:cxn ang="0">
                    <a:pos x="T2" y="T3"/>
                  </a:cxn>
                  <a:cxn ang="0">
                    <a:pos x="T4" y="T5"/>
                  </a:cxn>
                  <a:cxn ang="0">
                    <a:pos x="T6" y="T7"/>
                  </a:cxn>
                  <a:cxn ang="0">
                    <a:pos x="T8" y="T9"/>
                  </a:cxn>
                  <a:cxn ang="0">
                    <a:pos x="T10" y="T11"/>
                  </a:cxn>
                </a:cxnLst>
                <a:rect l="0" t="0" r="r" b="b"/>
                <a:pathLst>
                  <a:path w="118" h="107">
                    <a:moveTo>
                      <a:pt x="35" y="0"/>
                    </a:moveTo>
                    <a:lnTo>
                      <a:pt x="0" y="107"/>
                    </a:lnTo>
                    <a:lnTo>
                      <a:pt x="118" y="81"/>
                    </a:lnTo>
                    <a:lnTo>
                      <a:pt x="35" y="0"/>
                    </a:lnTo>
                    <a:lnTo>
                      <a:pt x="35" y="0"/>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2D4D7E86-E89D-49E4-829B-0130DA43FB9B}"/>
                  </a:ext>
                </a:extLst>
              </p:cNvPr>
              <p:cNvSpPr txBox="1"/>
              <p:nvPr/>
            </p:nvSpPr>
            <p:spPr>
              <a:xfrm>
                <a:off x="6987806" y="4819095"/>
                <a:ext cx="15299882" cy="1569660"/>
              </a:xfrm>
              <a:prstGeom prst="rect">
                <a:avLst/>
              </a:prstGeom>
              <a:noFill/>
            </p:spPr>
            <p:txBody>
              <a:bodyPr wrap="square">
                <a:spAutoFit/>
              </a:bodyPr>
              <a:lstStyle/>
              <a:p>
                <a:r>
                  <a:rPr lang="fr-FR" sz="4800" b="1" dirty="0">
                    <a:latin typeface="Tahoma" panose="020B0604030504040204" pitchFamily="34" charset="0"/>
                    <a:ea typeface="Tahoma" panose="020B0604030504040204" pitchFamily="34" charset="0"/>
                    <a:cs typeface="Tahoma" panose="020B0604030504040204" pitchFamily="34" charset="0"/>
                  </a:rPr>
                  <a:t>Cho </a:t>
                </a:r>
                <a:r>
                  <a:rPr lang="fr-FR" sz="4800" b="1" dirty="0" err="1">
                    <a:latin typeface="Tahoma" panose="020B0604030504040204" pitchFamily="34" charset="0"/>
                    <a:ea typeface="Tahoma" panose="020B0604030504040204" pitchFamily="34" charset="0"/>
                    <a:cs typeface="Tahoma" panose="020B0604030504040204" pitchFamily="34" charset="0"/>
                  </a:rPr>
                  <a:t>các</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𝑷</m:t>
                    </m:r>
                  </m:oMath>
                </a14:m>
                <a:r>
                  <a:rPr lang="fr-FR" sz="4800" b="1" dirty="0">
                    <a:latin typeface="Tahoma" panose="020B0604030504040204" pitchFamily="34" charset="0"/>
                    <a:ea typeface="Tahoma" panose="020B0604030504040204" pitchFamily="34" charset="0"/>
                    <a:cs typeface="Tahoma" panose="020B0604030504040204" pitchFamily="34" charset="0"/>
                  </a:rPr>
                  <a:t> : “</a:t>
                </a:r>
                <a14:m>
                  <m:oMath xmlns:m="http://schemas.openxmlformats.org/officeDocument/2006/math">
                    <m:r>
                      <a:rPr lang="fr-FR" sz="4800" b="1" i="1">
                        <a:latin typeface="Cambria Math" panose="02040503050406030204" pitchFamily="18" charset="0"/>
                      </a:rPr>
                      <m:t>𝒂</m:t>
                    </m:r>
                    <m:r>
                      <a:rPr lang="vi-VN" sz="4800" b="1" i="1" smtClean="0">
                        <a:latin typeface="Cambria Math" panose="02040503050406030204" pitchFamily="18" charset="0"/>
                      </a:rPr>
                      <m:t> </m:t>
                    </m:r>
                  </m:oMath>
                </a14:m>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𝒃</m:t>
                    </m:r>
                  </m:oMath>
                </a14:m>
                <a:r>
                  <a:rPr lang="vi-VN" sz="4800" b="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chia </a:t>
                </a:r>
                <a:r>
                  <a:rPr lang="fr-FR" sz="4800" b="1" dirty="0" err="1">
                    <a:latin typeface="Tahoma" panose="020B0604030504040204" pitchFamily="34" charset="0"/>
                    <a:ea typeface="Tahoma" panose="020B0604030504040204" pitchFamily="34" charset="0"/>
                    <a:cs typeface="Tahoma" panose="020B0604030504040204" pitchFamily="34" charset="0"/>
                  </a:rPr>
                  <a:t>hết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cho</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𝒄</m:t>
                    </m:r>
                  </m:oMath>
                </a14:m>
                <a:r>
                  <a:rPr lang="fr-FR" sz="4800" b="1" dirty="0">
                    <a:latin typeface="Tahoma" panose="020B0604030504040204" pitchFamily="34" charset="0"/>
                    <a:ea typeface="Tahoma" panose="020B0604030504040204" pitchFamily="34" charset="0"/>
                    <a:cs typeface="Tahoma" panose="020B0604030504040204" pitchFamily="34" charset="0"/>
                  </a:rPr>
                  <a:t> ” ;     </a:t>
                </a:r>
              </a:p>
              <a:p>
                <a:r>
                  <a:rPr lang="fr-FR" sz="4800" b="1" dirty="0">
                    <a:latin typeface="Tahoma" panose="020B0604030504040204" pitchFamily="34" charset="0"/>
                    <a:ea typeface="Tahoma" panose="020B0604030504040204" pitchFamily="34" charset="0"/>
                    <a:cs typeface="Tahoma" panose="020B0604030504040204" pitchFamily="34" charset="0"/>
                  </a:rPr>
                  <a:t>		</a:t>
                </a:r>
                <a:r>
                  <a:rPr lang="vi-VN"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𝑸</m:t>
                    </m:r>
                  </m:oMath>
                </a14:m>
                <a:r>
                  <a:rPr lang="fr-FR" sz="4800" b="1" i="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a:t>
                </a:r>
                <a:r>
                  <a:rPr lang="fr-FR" sz="4800" b="1" i="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a:t>
                </a:r>
                <a14:m>
                  <m:oMath xmlns:m="http://schemas.openxmlformats.org/officeDocument/2006/math">
                    <m:r>
                      <a:rPr lang="fr-FR" sz="4800" b="1" i="1">
                        <a:latin typeface="Cambria Math" panose="02040503050406030204" pitchFamily="18" charset="0"/>
                      </a:rPr>
                      <m:t>𝒂</m:t>
                    </m:r>
                    <m:r>
                      <a:rPr lang="fr-FR" sz="4800" b="1" i="1">
                        <a:latin typeface="Cambria Math" panose="02040503050406030204" pitchFamily="18" charset="0"/>
                      </a:rPr>
                      <m:t>+</m:t>
                    </m:r>
                    <m:r>
                      <a:rPr lang="fr-FR" sz="4800" b="1" i="1">
                        <a:latin typeface="Cambria Math" panose="02040503050406030204" pitchFamily="18" charset="0"/>
                      </a:rPr>
                      <m:t>𝒃</m:t>
                    </m:r>
                  </m:oMath>
                </a14:m>
                <a:r>
                  <a:rPr lang="vi-VN" sz="4800" b="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chia </a:t>
                </a:r>
                <a:r>
                  <a:rPr lang="fr-FR" sz="4800" b="1" dirty="0" err="1">
                    <a:latin typeface="Tahoma" panose="020B0604030504040204" pitchFamily="34" charset="0"/>
                    <a:ea typeface="Tahoma" panose="020B0604030504040204" pitchFamily="34" charset="0"/>
                    <a:cs typeface="Tahoma" panose="020B0604030504040204" pitchFamily="34" charset="0"/>
                  </a:rPr>
                  <a:t>hết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cho</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𝒄</m:t>
                    </m:r>
                  </m:oMath>
                </a14:m>
                <a:r>
                  <a:rPr lang="fr-FR" sz="4800" b="1" dirty="0">
                    <a:latin typeface="Tahoma" panose="020B0604030504040204" pitchFamily="34" charset="0"/>
                    <a:ea typeface="Tahoma" panose="020B0604030504040204" pitchFamily="34" charset="0"/>
                    <a:cs typeface="Tahoma" panose="020B0604030504040204" pitchFamily="34" charset="0"/>
                  </a:rPr>
                  <a:t> ” </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86" name="TextBox 85">
                <a:extLst>
                  <a:ext uri="{FF2B5EF4-FFF2-40B4-BE49-F238E27FC236}">
                    <a16:creationId xmlns:a16="http://schemas.microsoft.com/office/drawing/2014/main" id="{2D4D7E86-E89D-49E4-829B-0130DA43FB9B}"/>
                  </a:ext>
                </a:extLst>
              </p:cNvPr>
              <p:cNvSpPr txBox="1">
                <a:spLocks noRot="1" noChangeAspect="1" noMove="1" noResize="1" noEditPoints="1" noAdjustHandles="1" noChangeArrowheads="1" noChangeShapeType="1" noTextEdit="1"/>
              </p:cNvSpPr>
              <p:nvPr/>
            </p:nvSpPr>
            <p:spPr>
              <a:xfrm>
                <a:off x="6987806" y="4819095"/>
                <a:ext cx="15299882" cy="1569660"/>
              </a:xfrm>
              <a:prstGeom prst="rect">
                <a:avLst/>
              </a:prstGeom>
              <a:blipFill>
                <a:blip r:embed="rId5"/>
                <a:stretch>
                  <a:fillRect l="-1793" t="-9339" r="-876" b="-19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24F1FC28-F44F-489D-AF7D-00168D45A0A1}"/>
                  </a:ext>
                </a:extLst>
              </p:cNvPr>
              <p:cNvSpPr txBox="1"/>
              <p:nvPr/>
            </p:nvSpPr>
            <p:spPr>
              <a:xfrm>
                <a:off x="1595054" y="6435937"/>
                <a:ext cx="21854714" cy="1569660"/>
              </a:xfrm>
              <a:prstGeom prst="rect">
                <a:avLst/>
              </a:prstGeom>
              <a:noFill/>
            </p:spPr>
            <p:txBody>
              <a:bodyPr wrap="square">
                <a:spAutoFit/>
              </a:bodyPr>
              <a:lstStyle/>
              <a:p>
                <a:r>
                  <a:rPr lang="fr-FR" sz="4800" b="1">
                    <a:latin typeface="Tahoma" panose="020B0604030504040204" pitchFamily="34" charset="0"/>
                    <a:ea typeface="Tahoma" panose="020B0604030504040204" pitchFamily="34" charset="0"/>
                    <a:cs typeface="Tahoma" panose="020B0604030504040204" pitchFamily="34" charset="0"/>
                  </a:rPr>
                  <a:t>b) Hãy phát biểu mệnh đề đảo của mệnh đề </a:t>
                </a:r>
                <a14:m>
                  <m:oMath xmlns:m="http://schemas.openxmlformats.org/officeDocument/2006/math">
                    <m:r>
                      <a:rPr lang="fr-FR" sz="4800" b="1" i="1">
                        <a:latin typeface="Cambria Math" panose="02040503050406030204" pitchFamily="18" charset="0"/>
                      </a:rPr>
                      <m:t>𝑷</m:t>
                    </m:r>
                    <m:r>
                      <a:rPr lang="fr-FR" sz="4800" b="1" i="1">
                        <a:latin typeface="Cambria Math" panose="02040503050406030204" pitchFamily="18" charset="0"/>
                      </a:rPr>
                      <m:t>⇒</m:t>
                    </m:r>
                    <m:r>
                      <a:rPr lang="fr-FR" sz="4800" b="1" i="1">
                        <a:latin typeface="Cambria Math" panose="02040503050406030204" pitchFamily="18" charset="0"/>
                      </a:rPr>
                      <m:t>𝑸</m:t>
                    </m:r>
                  </m:oMath>
                </a14:m>
                <a:r>
                  <a:rPr lang="fr-FR" sz="4800" b="1">
                    <a:latin typeface="Tahoma" panose="020B0604030504040204" pitchFamily="34" charset="0"/>
                    <a:ea typeface="Tahoma" panose="020B0604030504040204" pitchFamily="34" charset="0"/>
                    <a:cs typeface="Tahoma" panose="020B0604030504040204" pitchFamily="34" charset="0"/>
                  </a:rPr>
                  <a:t> xác định tính đúng sai của mệnh đề đảo này.</a:t>
                </a:r>
                <a:endParaRPr lang="en-US" sz="4800"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37" name="TextBox 136">
                <a:extLst>
                  <a:ext uri="{FF2B5EF4-FFF2-40B4-BE49-F238E27FC236}">
                    <a16:creationId xmlns:a16="http://schemas.microsoft.com/office/drawing/2014/main" id="{24F1FC28-F44F-489D-AF7D-00168D45A0A1}"/>
                  </a:ext>
                </a:extLst>
              </p:cNvPr>
              <p:cNvSpPr txBox="1">
                <a:spLocks noRot="1" noChangeAspect="1" noMove="1" noResize="1" noEditPoints="1" noAdjustHandles="1" noChangeArrowheads="1" noChangeShapeType="1" noTextEdit="1"/>
              </p:cNvSpPr>
              <p:nvPr/>
            </p:nvSpPr>
            <p:spPr>
              <a:xfrm>
                <a:off x="1595054" y="6435937"/>
                <a:ext cx="21854714" cy="1569660"/>
              </a:xfrm>
              <a:prstGeom prst="rect">
                <a:avLst/>
              </a:prstGeom>
              <a:blipFill>
                <a:blip r:embed="rId6"/>
                <a:stretch>
                  <a:fillRect l="-1283" t="-9339" b="-19844"/>
                </a:stretch>
              </a:blipFill>
            </p:spPr>
            <p:txBody>
              <a:bodyPr/>
              <a:lstStyle/>
              <a:p>
                <a:r>
                  <a:rPr lang="en-US">
                    <a:noFill/>
                  </a:rPr>
                  <a:t> </a:t>
                </a:r>
              </a:p>
            </p:txBody>
          </p:sp>
        </mc:Fallback>
      </mc:AlternateContent>
      <p:sp>
        <p:nvSpPr>
          <p:cNvPr id="139" name="Rounded Rectangle 13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43" name="TextBox 14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7061972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inVertical)">
                                      <p:cBhvr>
                                        <p:cTn id="7" dur="500"/>
                                        <p:tgtEl>
                                          <p:spTgt spid="46"/>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89"/>
                                        </p:tgtEl>
                                        <p:attrNameLst>
                                          <p:attrName>style.visibility</p:attrName>
                                        </p:attrNameLst>
                                      </p:cBhvr>
                                      <p:to>
                                        <p:strVal val="visible"/>
                                      </p:to>
                                    </p:set>
                                    <p:animEffect transition="in" filter="barn(inVertical)">
                                      <p:cBhvr>
                                        <p:cTn id="11" dur="500"/>
                                        <p:tgtEl>
                                          <p:spTgt spid="8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7"/>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6"/>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0"/>
                                  </p:stCondLst>
                                  <p:childTnLst>
                                    <p:set>
                                      <p:cBhvr>
                                        <p:cTn id="20" dur="1" fill="hold">
                                          <p:stCondLst>
                                            <p:cond delay="0"/>
                                          </p:stCondLst>
                                        </p:cTn>
                                        <p:tgtEl>
                                          <p:spTgt spid="86">
                                            <p:txEl>
                                              <p:pRg st="0" end="0"/>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86">
                                            <p:txEl>
                                              <p:pRg st="1" end="1"/>
                                            </p:txEl>
                                          </p:spTgt>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nodeType="afterEffect">
                                  <p:stCondLst>
                                    <p:cond delay="0"/>
                                  </p:stCondLst>
                                  <p:childTnLst>
                                    <p:set>
                                      <p:cBhvr>
                                        <p:cTn id="2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35">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3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P spid="5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7" name="TextBox 26">
            <a:extLst>
              <a:ext uri="{FF2B5EF4-FFF2-40B4-BE49-F238E27FC236}">
                <a16:creationId xmlns:a16="http://schemas.microsoft.com/office/drawing/2014/main" id="{3A653732-9210-4228-AD0D-1B9B77B02426}"/>
              </a:ext>
            </a:extLst>
          </p:cNvPr>
          <p:cNvSpPr txBox="1"/>
          <p:nvPr/>
        </p:nvSpPr>
        <p:spPr>
          <a:xfrm>
            <a:off x="1846339" y="5820713"/>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49" name="Rounded Rectangle 61">
            <a:extLst>
              <a:ext uri="{FF2B5EF4-FFF2-40B4-BE49-F238E27FC236}">
                <a16:creationId xmlns:a16="http://schemas.microsoft.com/office/drawing/2014/main" id="{8C4F66B5-9F53-45FC-B951-E4D1E076FC2C}"/>
              </a:ext>
            </a:extLst>
          </p:cNvPr>
          <p:cNvSpPr/>
          <p:nvPr/>
        </p:nvSpPr>
        <p:spPr>
          <a:xfrm>
            <a:off x="1063055" y="3906908"/>
            <a:ext cx="22407574" cy="3027762"/>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50" name="Group 67">
            <a:extLst>
              <a:ext uri="{FF2B5EF4-FFF2-40B4-BE49-F238E27FC236}">
                <a16:creationId xmlns:a16="http://schemas.microsoft.com/office/drawing/2014/main" id="{BAE863BA-DDC7-40A3-BD63-B632301C2DDF}"/>
              </a:ext>
            </a:extLst>
          </p:cNvPr>
          <p:cNvGrpSpPr/>
          <p:nvPr/>
        </p:nvGrpSpPr>
        <p:grpSpPr>
          <a:xfrm>
            <a:off x="1533482" y="3542170"/>
            <a:ext cx="3579192" cy="940513"/>
            <a:chOff x="1311958" y="3405486"/>
            <a:chExt cx="3579192" cy="940513"/>
          </a:xfrm>
        </p:grpSpPr>
        <p:sp>
          <p:nvSpPr>
            <p:cNvPr id="51" name="Freeform 20">
              <a:extLst>
                <a:ext uri="{FF2B5EF4-FFF2-40B4-BE49-F238E27FC236}">
                  <a16:creationId xmlns:a16="http://schemas.microsoft.com/office/drawing/2014/main" id="{15D07D9B-5448-498A-B68D-C65FD69E3A6E}"/>
                </a:ext>
              </a:extLst>
            </p:cNvPr>
            <p:cNvSpPr>
              <a:spLocks/>
            </p:cNvSpPr>
            <p:nvPr/>
          </p:nvSpPr>
          <p:spPr bwMode="auto">
            <a:xfrm rot="5400000">
              <a:off x="3085216" y="2507252"/>
              <a:ext cx="793396" cy="2818473"/>
            </a:xfrm>
            <a:prstGeom prst="round2SameRect">
              <a:avLst/>
            </a:prstGeom>
            <a:solidFill>
              <a:srgbClr val="70AD47">
                <a:lumMod val="75000"/>
              </a:srgbClr>
            </a:solidFill>
            <a:ln w="57150">
              <a:solidFill>
                <a:srgbClr val="70AD47">
                  <a:lumMod val="75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2" name="TextBox 51">
              <a:extLst>
                <a:ext uri="{FF2B5EF4-FFF2-40B4-BE49-F238E27FC236}">
                  <a16:creationId xmlns:a16="http://schemas.microsoft.com/office/drawing/2014/main" id="{38ADCDEF-9ADE-4990-911D-DB4A647079A9}"/>
                </a:ext>
              </a:extLst>
            </p:cNvPr>
            <p:cNvSpPr txBox="1"/>
            <p:nvPr/>
          </p:nvSpPr>
          <p:spPr>
            <a:xfrm>
              <a:off x="2316645" y="3484582"/>
              <a:ext cx="1813317" cy="8002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HĐ 6 </a:t>
              </a:r>
              <a:endParaRPr kumimoji="0" lang="en-US" sz="46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grpSp>
          <p:nvGrpSpPr>
            <p:cNvPr id="53" name="Group 70">
              <a:extLst>
                <a:ext uri="{FF2B5EF4-FFF2-40B4-BE49-F238E27FC236}">
                  <a16:creationId xmlns:a16="http://schemas.microsoft.com/office/drawing/2014/main" id="{9DB54C55-6C13-4C06-B677-EB45AED0EF74}"/>
                </a:ext>
              </a:extLst>
            </p:cNvPr>
            <p:cNvGrpSpPr/>
            <p:nvPr/>
          </p:nvGrpSpPr>
          <p:grpSpPr>
            <a:xfrm>
              <a:off x="1311958" y="3405486"/>
              <a:ext cx="950173" cy="940513"/>
              <a:chOff x="1311958" y="3405486"/>
              <a:chExt cx="950173" cy="940513"/>
            </a:xfrm>
          </p:grpSpPr>
          <p:sp>
            <p:nvSpPr>
              <p:cNvPr id="54" name="Rectangle 53">
                <a:extLst>
                  <a:ext uri="{FF2B5EF4-FFF2-40B4-BE49-F238E27FC236}">
                    <a16:creationId xmlns:a16="http://schemas.microsoft.com/office/drawing/2014/main" id="{F43D8799-9111-4045-A7B0-7DF40BFE6CB2}"/>
                  </a:ext>
                </a:extLst>
              </p:cNvPr>
              <p:cNvSpPr/>
              <p:nvPr/>
            </p:nvSpPr>
            <p:spPr>
              <a:xfrm>
                <a:off x="1406975" y="3672018"/>
                <a:ext cx="596676" cy="54031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5" name="Freeform 13">
                <a:extLst>
                  <a:ext uri="{FF2B5EF4-FFF2-40B4-BE49-F238E27FC236}">
                    <a16:creationId xmlns:a16="http://schemas.microsoft.com/office/drawing/2014/main" id="{0964B461-7639-42FF-9628-5AEBCC705C50}"/>
                  </a:ext>
                </a:extLst>
              </p:cNvPr>
              <p:cNvSpPr>
                <a:spLocks noEditPoints="1"/>
              </p:cNvSpPr>
              <p:nvPr/>
            </p:nvSpPr>
            <p:spPr bwMode="auto">
              <a:xfrm>
                <a:off x="1311958" y="3581027"/>
                <a:ext cx="190035" cy="268948"/>
              </a:xfrm>
              <a:custGeom>
                <a:avLst/>
                <a:gdLst>
                  <a:gd name="T0" fmla="*/ 34 w 50"/>
                  <a:gd name="T1" fmla="*/ 16 h 71"/>
                  <a:gd name="T2" fmla="*/ 34 w 50"/>
                  <a:gd name="T3" fmla="*/ 55 h 71"/>
                  <a:gd name="T4" fmla="*/ 16 w 50"/>
                  <a:gd name="T5" fmla="*/ 55 h 71"/>
                  <a:gd name="T6" fmla="*/ 16 w 50"/>
                  <a:gd name="T7" fmla="*/ 16 h 71"/>
                  <a:gd name="T8" fmla="*/ 34 w 50"/>
                  <a:gd name="T9" fmla="*/ 16 h 71"/>
                  <a:gd name="T10" fmla="*/ 34 w 50"/>
                  <a:gd name="T11" fmla="*/ 0 h 71"/>
                  <a:gd name="T12" fmla="*/ 16 w 50"/>
                  <a:gd name="T13" fmla="*/ 0 h 71"/>
                  <a:gd name="T14" fmla="*/ 0 w 50"/>
                  <a:gd name="T15" fmla="*/ 16 h 71"/>
                  <a:gd name="T16" fmla="*/ 0 w 50"/>
                  <a:gd name="T17" fmla="*/ 55 h 71"/>
                  <a:gd name="T18" fmla="*/ 16 w 50"/>
                  <a:gd name="T19" fmla="*/ 71 h 71"/>
                  <a:gd name="T20" fmla="*/ 34 w 50"/>
                  <a:gd name="T21" fmla="*/ 71 h 71"/>
                  <a:gd name="T22" fmla="*/ 50 w 50"/>
                  <a:gd name="T23" fmla="*/ 55 h 71"/>
                  <a:gd name="T24" fmla="*/ 50 w 50"/>
                  <a:gd name="T25" fmla="*/ 16 h 71"/>
                  <a:gd name="T26" fmla="*/ 34 w 50"/>
                  <a:gd name="T2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1">
                    <a:moveTo>
                      <a:pt x="34" y="16"/>
                    </a:moveTo>
                    <a:cubicBezTo>
                      <a:pt x="34" y="55"/>
                      <a:pt x="34" y="55"/>
                      <a:pt x="34" y="55"/>
                    </a:cubicBezTo>
                    <a:cubicBezTo>
                      <a:pt x="16" y="55"/>
                      <a:pt x="16" y="55"/>
                      <a:pt x="16" y="55"/>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5"/>
                      <a:pt x="0" y="55"/>
                      <a:pt x="0" y="55"/>
                    </a:cubicBezTo>
                    <a:cubicBezTo>
                      <a:pt x="0" y="64"/>
                      <a:pt x="7" y="71"/>
                      <a:pt x="16" y="71"/>
                    </a:cubicBezTo>
                    <a:cubicBezTo>
                      <a:pt x="34" y="71"/>
                      <a:pt x="34" y="71"/>
                      <a:pt x="34" y="71"/>
                    </a:cubicBezTo>
                    <a:cubicBezTo>
                      <a:pt x="43" y="71"/>
                      <a:pt x="50" y="64"/>
                      <a:pt x="50" y="55"/>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6" name="Freeform 14">
                <a:extLst>
                  <a:ext uri="{FF2B5EF4-FFF2-40B4-BE49-F238E27FC236}">
                    <a16:creationId xmlns:a16="http://schemas.microsoft.com/office/drawing/2014/main" id="{2BD50541-A2D2-439A-9CFF-5A2D5CF0EAFB}"/>
                  </a:ext>
                </a:extLst>
              </p:cNvPr>
              <p:cNvSpPr>
                <a:spLocks noEditPoints="1"/>
              </p:cNvSpPr>
              <p:nvPr/>
            </p:nvSpPr>
            <p:spPr bwMode="auto">
              <a:xfrm>
                <a:off x="1311958" y="3581027"/>
                <a:ext cx="277000" cy="181983"/>
              </a:xfrm>
              <a:custGeom>
                <a:avLst/>
                <a:gdLst>
                  <a:gd name="T0" fmla="*/ 57 w 73"/>
                  <a:gd name="T1" fmla="*/ 16 h 48"/>
                  <a:gd name="T2" fmla="*/ 57 w 73"/>
                  <a:gd name="T3" fmla="*/ 32 h 48"/>
                  <a:gd name="T4" fmla="*/ 16 w 73"/>
                  <a:gd name="T5" fmla="*/ 32 h 48"/>
                  <a:gd name="T6" fmla="*/ 16 w 73"/>
                  <a:gd name="T7" fmla="*/ 16 h 48"/>
                  <a:gd name="T8" fmla="*/ 57 w 73"/>
                  <a:gd name="T9" fmla="*/ 16 h 48"/>
                  <a:gd name="T10" fmla="*/ 57 w 73"/>
                  <a:gd name="T11" fmla="*/ 0 h 48"/>
                  <a:gd name="T12" fmla="*/ 16 w 73"/>
                  <a:gd name="T13" fmla="*/ 0 h 48"/>
                  <a:gd name="T14" fmla="*/ 0 w 73"/>
                  <a:gd name="T15" fmla="*/ 16 h 48"/>
                  <a:gd name="T16" fmla="*/ 0 w 73"/>
                  <a:gd name="T17" fmla="*/ 32 h 48"/>
                  <a:gd name="T18" fmla="*/ 16 w 73"/>
                  <a:gd name="T19" fmla="*/ 48 h 48"/>
                  <a:gd name="T20" fmla="*/ 57 w 73"/>
                  <a:gd name="T21" fmla="*/ 48 h 48"/>
                  <a:gd name="T22" fmla="*/ 73 w 73"/>
                  <a:gd name="T23" fmla="*/ 32 h 48"/>
                  <a:gd name="T24" fmla="*/ 73 w 73"/>
                  <a:gd name="T25" fmla="*/ 16 h 48"/>
                  <a:gd name="T26" fmla="*/ 57 w 73"/>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8">
                    <a:moveTo>
                      <a:pt x="57" y="16"/>
                    </a:moveTo>
                    <a:cubicBezTo>
                      <a:pt x="57" y="32"/>
                      <a:pt x="57" y="32"/>
                      <a:pt x="57" y="32"/>
                    </a:cubicBezTo>
                    <a:cubicBezTo>
                      <a:pt x="16" y="32"/>
                      <a:pt x="16" y="32"/>
                      <a:pt x="16" y="32"/>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2"/>
                      <a:pt x="0" y="32"/>
                      <a:pt x="0" y="32"/>
                    </a:cubicBezTo>
                    <a:cubicBezTo>
                      <a:pt x="0" y="41"/>
                      <a:pt x="7" y="48"/>
                      <a:pt x="16" y="48"/>
                    </a:cubicBezTo>
                    <a:cubicBezTo>
                      <a:pt x="57" y="48"/>
                      <a:pt x="57" y="48"/>
                      <a:pt x="57" y="48"/>
                    </a:cubicBezTo>
                    <a:cubicBezTo>
                      <a:pt x="66" y="48"/>
                      <a:pt x="73" y="41"/>
                      <a:pt x="73" y="32"/>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7" name="Freeform 15">
                <a:extLst>
                  <a:ext uri="{FF2B5EF4-FFF2-40B4-BE49-F238E27FC236}">
                    <a16:creationId xmlns:a16="http://schemas.microsoft.com/office/drawing/2014/main" id="{25BBDF65-0816-4435-86C9-CE992D59BA26}"/>
                  </a:ext>
                </a:extLst>
              </p:cNvPr>
              <p:cNvSpPr>
                <a:spLocks noEditPoints="1"/>
              </p:cNvSpPr>
              <p:nvPr/>
            </p:nvSpPr>
            <p:spPr bwMode="auto">
              <a:xfrm>
                <a:off x="1563190" y="3581027"/>
                <a:ext cx="285052" cy="181983"/>
              </a:xfrm>
              <a:custGeom>
                <a:avLst/>
                <a:gdLst>
                  <a:gd name="T0" fmla="*/ 58 w 75"/>
                  <a:gd name="T1" fmla="*/ 16 h 48"/>
                  <a:gd name="T2" fmla="*/ 43 w 75"/>
                  <a:gd name="T3" fmla="*/ 32 h 48"/>
                  <a:gd name="T4" fmla="*/ 16 w 75"/>
                  <a:gd name="T5" fmla="*/ 32 h 48"/>
                  <a:gd name="T6" fmla="*/ 16 w 75"/>
                  <a:gd name="T7" fmla="*/ 16 h 48"/>
                  <a:gd name="T8" fmla="*/ 58 w 75"/>
                  <a:gd name="T9" fmla="*/ 16 h 48"/>
                  <a:gd name="T10" fmla="*/ 58 w 75"/>
                  <a:gd name="T11" fmla="*/ 0 h 48"/>
                  <a:gd name="T12" fmla="*/ 16 w 75"/>
                  <a:gd name="T13" fmla="*/ 0 h 48"/>
                  <a:gd name="T14" fmla="*/ 0 w 75"/>
                  <a:gd name="T15" fmla="*/ 16 h 48"/>
                  <a:gd name="T16" fmla="*/ 0 w 75"/>
                  <a:gd name="T17" fmla="*/ 32 h 48"/>
                  <a:gd name="T18" fmla="*/ 16 w 75"/>
                  <a:gd name="T19" fmla="*/ 48 h 48"/>
                  <a:gd name="T20" fmla="*/ 43 w 75"/>
                  <a:gd name="T21" fmla="*/ 48 h 48"/>
                  <a:gd name="T22" fmla="*/ 55 w 75"/>
                  <a:gd name="T23" fmla="*/ 43 h 48"/>
                  <a:gd name="T24" fmla="*/ 70 w 75"/>
                  <a:gd name="T25" fmla="*/ 26 h 48"/>
                  <a:gd name="T26" fmla="*/ 73 w 75"/>
                  <a:gd name="T27" fmla="*/ 9 h 48"/>
                  <a:gd name="T28" fmla="*/ 58 w 75"/>
                  <a:gd name="T2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8">
                    <a:moveTo>
                      <a:pt x="58" y="16"/>
                    </a:moveTo>
                    <a:cubicBezTo>
                      <a:pt x="43" y="32"/>
                      <a:pt x="43" y="32"/>
                      <a:pt x="43" y="32"/>
                    </a:cubicBezTo>
                    <a:cubicBezTo>
                      <a:pt x="16" y="32"/>
                      <a:pt x="16" y="32"/>
                      <a:pt x="16" y="32"/>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2"/>
                      <a:pt x="0" y="32"/>
                      <a:pt x="0" y="32"/>
                    </a:cubicBezTo>
                    <a:cubicBezTo>
                      <a:pt x="0" y="41"/>
                      <a:pt x="8" y="48"/>
                      <a:pt x="16" y="48"/>
                    </a:cubicBezTo>
                    <a:cubicBezTo>
                      <a:pt x="43" y="48"/>
                      <a:pt x="43" y="48"/>
                      <a:pt x="43" y="48"/>
                    </a:cubicBezTo>
                    <a:cubicBezTo>
                      <a:pt x="48" y="48"/>
                      <a:pt x="52" y="46"/>
                      <a:pt x="55" y="43"/>
                    </a:cubicBezTo>
                    <a:cubicBezTo>
                      <a:pt x="70" y="26"/>
                      <a:pt x="70" y="26"/>
                      <a:pt x="70" y="26"/>
                    </a:cubicBezTo>
                    <a:cubicBezTo>
                      <a:pt x="74" y="22"/>
                      <a:pt x="75" y="15"/>
                      <a:pt x="73" y="9"/>
                    </a:cubicBezTo>
                    <a:cubicBezTo>
                      <a:pt x="70" y="3"/>
                      <a:pt x="64"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8" name="Freeform 16">
                <a:extLst>
                  <a:ext uri="{FF2B5EF4-FFF2-40B4-BE49-F238E27FC236}">
                    <a16:creationId xmlns:a16="http://schemas.microsoft.com/office/drawing/2014/main" id="{D17517C7-E177-434D-8C4D-A78AAA7627E4}"/>
                  </a:ext>
                </a:extLst>
              </p:cNvPr>
              <p:cNvSpPr>
                <a:spLocks noEditPoints="1"/>
              </p:cNvSpPr>
              <p:nvPr/>
            </p:nvSpPr>
            <p:spPr bwMode="auto">
              <a:xfrm>
                <a:off x="1563190" y="4151132"/>
                <a:ext cx="280221" cy="194867"/>
              </a:xfrm>
              <a:custGeom>
                <a:avLst/>
                <a:gdLst>
                  <a:gd name="T0" fmla="*/ 58 w 74"/>
                  <a:gd name="T1" fmla="*/ 16 h 51"/>
                  <a:gd name="T2" fmla="*/ 58 w 74"/>
                  <a:gd name="T3" fmla="*/ 35 h 51"/>
                  <a:gd name="T4" fmla="*/ 16 w 74"/>
                  <a:gd name="T5" fmla="*/ 35 h 51"/>
                  <a:gd name="T6" fmla="*/ 16 w 74"/>
                  <a:gd name="T7" fmla="*/ 16 h 51"/>
                  <a:gd name="T8" fmla="*/ 58 w 74"/>
                  <a:gd name="T9" fmla="*/ 16 h 51"/>
                  <a:gd name="T10" fmla="*/ 58 w 74"/>
                  <a:gd name="T11" fmla="*/ 0 h 51"/>
                  <a:gd name="T12" fmla="*/ 16 w 74"/>
                  <a:gd name="T13" fmla="*/ 0 h 51"/>
                  <a:gd name="T14" fmla="*/ 0 w 74"/>
                  <a:gd name="T15" fmla="*/ 16 h 51"/>
                  <a:gd name="T16" fmla="*/ 0 w 74"/>
                  <a:gd name="T17" fmla="*/ 35 h 51"/>
                  <a:gd name="T18" fmla="*/ 16 w 74"/>
                  <a:gd name="T19" fmla="*/ 51 h 51"/>
                  <a:gd name="T20" fmla="*/ 58 w 74"/>
                  <a:gd name="T21" fmla="*/ 51 h 51"/>
                  <a:gd name="T22" fmla="*/ 74 w 74"/>
                  <a:gd name="T23" fmla="*/ 35 h 51"/>
                  <a:gd name="T24" fmla="*/ 74 w 74"/>
                  <a:gd name="T25" fmla="*/ 16 h 51"/>
                  <a:gd name="T26" fmla="*/ 58 w 74"/>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1">
                    <a:moveTo>
                      <a:pt x="58" y="16"/>
                    </a:moveTo>
                    <a:cubicBezTo>
                      <a:pt x="58" y="35"/>
                      <a:pt x="58" y="35"/>
                      <a:pt x="58" y="35"/>
                    </a:cubicBezTo>
                    <a:cubicBezTo>
                      <a:pt x="16" y="35"/>
                      <a:pt x="16" y="35"/>
                      <a:pt x="16" y="35"/>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5"/>
                      <a:pt x="0" y="35"/>
                      <a:pt x="0" y="35"/>
                    </a:cubicBezTo>
                    <a:cubicBezTo>
                      <a:pt x="0" y="43"/>
                      <a:pt x="8" y="51"/>
                      <a:pt x="16" y="51"/>
                    </a:cubicBezTo>
                    <a:cubicBezTo>
                      <a:pt x="58" y="51"/>
                      <a:pt x="58" y="51"/>
                      <a:pt x="58" y="51"/>
                    </a:cubicBezTo>
                    <a:cubicBezTo>
                      <a:pt x="67" y="51"/>
                      <a:pt x="74" y="43"/>
                      <a:pt x="74" y="35"/>
                    </a:cubicBezTo>
                    <a:cubicBezTo>
                      <a:pt x="74" y="16"/>
                      <a:pt x="74" y="16"/>
                      <a:pt x="74" y="16"/>
                    </a:cubicBezTo>
                    <a:cubicBezTo>
                      <a:pt x="74" y="7"/>
                      <a:pt x="67"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59" name="Freeform 17">
                <a:extLst>
                  <a:ext uri="{FF2B5EF4-FFF2-40B4-BE49-F238E27FC236}">
                    <a16:creationId xmlns:a16="http://schemas.microsoft.com/office/drawing/2014/main" id="{9B01B60B-B2FF-4665-8ED7-490257C21EAE}"/>
                  </a:ext>
                </a:extLst>
              </p:cNvPr>
              <p:cNvSpPr>
                <a:spLocks noEditPoints="1"/>
              </p:cNvSpPr>
              <p:nvPr/>
            </p:nvSpPr>
            <p:spPr bwMode="auto">
              <a:xfrm>
                <a:off x="1311958" y="4064167"/>
                <a:ext cx="19003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0" name="Freeform 18">
                <a:extLst>
                  <a:ext uri="{FF2B5EF4-FFF2-40B4-BE49-F238E27FC236}">
                    <a16:creationId xmlns:a16="http://schemas.microsoft.com/office/drawing/2014/main" id="{19109C17-AF6D-4476-A672-55EC71EF9A0D}"/>
                  </a:ext>
                </a:extLst>
              </p:cNvPr>
              <p:cNvSpPr>
                <a:spLocks noEditPoints="1"/>
              </p:cNvSpPr>
              <p:nvPr/>
            </p:nvSpPr>
            <p:spPr bwMode="auto">
              <a:xfrm>
                <a:off x="1311958" y="4151132"/>
                <a:ext cx="27700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1" name="Freeform 19">
                <a:extLst>
                  <a:ext uri="{FF2B5EF4-FFF2-40B4-BE49-F238E27FC236}">
                    <a16:creationId xmlns:a16="http://schemas.microsoft.com/office/drawing/2014/main" id="{81AC942F-911A-4CB3-9629-21F5E1B5FBC6}"/>
                  </a:ext>
                </a:extLst>
              </p:cNvPr>
              <p:cNvSpPr>
                <a:spLocks noEditPoints="1"/>
              </p:cNvSpPr>
              <p:nvPr/>
            </p:nvSpPr>
            <p:spPr bwMode="auto">
              <a:xfrm>
                <a:off x="1311958" y="3820986"/>
                <a:ext cx="19003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2" name="Freeform 20">
                <a:extLst>
                  <a:ext uri="{FF2B5EF4-FFF2-40B4-BE49-F238E27FC236}">
                    <a16:creationId xmlns:a16="http://schemas.microsoft.com/office/drawing/2014/main" id="{D9F382EA-F4E2-4501-BC82-C78D2C810BC9}"/>
                  </a:ext>
                </a:extLst>
              </p:cNvPr>
              <p:cNvSpPr>
                <a:spLocks noEditPoints="1"/>
              </p:cNvSpPr>
              <p:nvPr/>
            </p:nvSpPr>
            <p:spPr bwMode="auto">
              <a:xfrm>
                <a:off x="1907830" y="4064167"/>
                <a:ext cx="19164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3" name="Freeform 21">
                <a:extLst>
                  <a:ext uri="{FF2B5EF4-FFF2-40B4-BE49-F238E27FC236}">
                    <a16:creationId xmlns:a16="http://schemas.microsoft.com/office/drawing/2014/main" id="{F1ECB0E6-4452-4C42-BAAB-DC3E74C35AE2}"/>
                  </a:ext>
                </a:extLst>
              </p:cNvPr>
              <p:cNvSpPr>
                <a:spLocks noEditPoints="1"/>
              </p:cNvSpPr>
              <p:nvPr/>
            </p:nvSpPr>
            <p:spPr bwMode="auto">
              <a:xfrm>
                <a:off x="1820865" y="4151132"/>
                <a:ext cx="27861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4" name="Freeform 22">
                <a:extLst>
                  <a:ext uri="{FF2B5EF4-FFF2-40B4-BE49-F238E27FC236}">
                    <a16:creationId xmlns:a16="http://schemas.microsoft.com/office/drawing/2014/main" id="{4BAED771-D18E-4AB8-90C4-545B70E84253}"/>
                  </a:ext>
                </a:extLst>
              </p:cNvPr>
              <p:cNvSpPr>
                <a:spLocks noEditPoints="1"/>
              </p:cNvSpPr>
              <p:nvPr/>
            </p:nvSpPr>
            <p:spPr bwMode="auto">
              <a:xfrm>
                <a:off x="1907830" y="3820986"/>
                <a:ext cx="19164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5" name="Freeform 23">
                <a:extLst>
                  <a:ext uri="{FF2B5EF4-FFF2-40B4-BE49-F238E27FC236}">
                    <a16:creationId xmlns:a16="http://schemas.microsoft.com/office/drawing/2014/main" id="{9015FA6A-8E42-44EB-BD0B-B4F3C8124FCA}"/>
                  </a:ext>
                </a:extLst>
              </p:cNvPr>
              <p:cNvSpPr>
                <a:spLocks noEditPoints="1"/>
              </p:cNvSpPr>
              <p:nvPr/>
            </p:nvSpPr>
            <p:spPr bwMode="auto">
              <a:xfrm>
                <a:off x="1661428" y="3405486"/>
                <a:ext cx="600703" cy="594262"/>
              </a:xfrm>
              <a:custGeom>
                <a:avLst/>
                <a:gdLst>
                  <a:gd name="T0" fmla="*/ 105 w 158"/>
                  <a:gd name="T1" fmla="*/ 16 h 156"/>
                  <a:gd name="T2" fmla="*/ 140 w 158"/>
                  <a:gd name="T3" fmla="*/ 56 h 156"/>
                  <a:gd name="T4" fmla="*/ 56 w 158"/>
                  <a:gd name="T5" fmla="*/ 140 h 156"/>
                  <a:gd name="T6" fmla="*/ 17 w 158"/>
                  <a:gd name="T7" fmla="*/ 99 h 156"/>
                  <a:gd name="T8" fmla="*/ 105 w 158"/>
                  <a:gd name="T9" fmla="*/ 16 h 156"/>
                  <a:gd name="T10" fmla="*/ 105 w 158"/>
                  <a:gd name="T11" fmla="*/ 0 h 156"/>
                  <a:gd name="T12" fmla="*/ 94 w 158"/>
                  <a:gd name="T13" fmla="*/ 5 h 156"/>
                  <a:gd name="T14" fmla="*/ 6 w 158"/>
                  <a:gd name="T15" fmla="*/ 87 h 156"/>
                  <a:gd name="T16" fmla="*/ 5 w 158"/>
                  <a:gd name="T17" fmla="*/ 109 h 156"/>
                  <a:gd name="T18" fmla="*/ 44 w 158"/>
                  <a:gd name="T19" fmla="*/ 151 h 156"/>
                  <a:gd name="T20" fmla="*/ 55 w 158"/>
                  <a:gd name="T21" fmla="*/ 156 h 156"/>
                  <a:gd name="T22" fmla="*/ 56 w 158"/>
                  <a:gd name="T23" fmla="*/ 156 h 156"/>
                  <a:gd name="T24" fmla="*/ 67 w 158"/>
                  <a:gd name="T25" fmla="*/ 152 h 156"/>
                  <a:gd name="T26" fmla="*/ 151 w 158"/>
                  <a:gd name="T27" fmla="*/ 67 h 156"/>
                  <a:gd name="T28" fmla="*/ 152 w 158"/>
                  <a:gd name="T29" fmla="*/ 45 h 156"/>
                  <a:gd name="T30" fmla="*/ 117 w 158"/>
                  <a:gd name="T31" fmla="*/ 6 h 156"/>
                  <a:gd name="T32" fmla="*/ 105 w 158"/>
                  <a:gd name="T33" fmla="*/ 0 h 156"/>
                  <a:gd name="T34" fmla="*/ 105 w 158"/>
                  <a:gd name="T3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 h="156">
                    <a:moveTo>
                      <a:pt x="105" y="16"/>
                    </a:moveTo>
                    <a:cubicBezTo>
                      <a:pt x="140" y="56"/>
                      <a:pt x="140" y="56"/>
                      <a:pt x="140" y="56"/>
                    </a:cubicBezTo>
                    <a:cubicBezTo>
                      <a:pt x="56" y="140"/>
                      <a:pt x="56" y="140"/>
                      <a:pt x="56" y="140"/>
                    </a:cubicBezTo>
                    <a:cubicBezTo>
                      <a:pt x="17" y="99"/>
                      <a:pt x="17" y="99"/>
                      <a:pt x="17" y="99"/>
                    </a:cubicBezTo>
                    <a:cubicBezTo>
                      <a:pt x="105" y="16"/>
                      <a:pt x="105" y="16"/>
                      <a:pt x="105" y="16"/>
                    </a:cubicBezTo>
                    <a:moveTo>
                      <a:pt x="105" y="0"/>
                    </a:moveTo>
                    <a:cubicBezTo>
                      <a:pt x="101" y="0"/>
                      <a:pt x="97" y="2"/>
                      <a:pt x="94" y="5"/>
                    </a:cubicBezTo>
                    <a:cubicBezTo>
                      <a:pt x="6" y="87"/>
                      <a:pt x="6" y="87"/>
                      <a:pt x="6" y="87"/>
                    </a:cubicBezTo>
                    <a:cubicBezTo>
                      <a:pt x="0" y="93"/>
                      <a:pt x="0" y="103"/>
                      <a:pt x="5" y="109"/>
                    </a:cubicBezTo>
                    <a:cubicBezTo>
                      <a:pt x="44" y="151"/>
                      <a:pt x="44" y="151"/>
                      <a:pt x="44" y="151"/>
                    </a:cubicBezTo>
                    <a:cubicBezTo>
                      <a:pt x="47" y="154"/>
                      <a:pt x="51" y="156"/>
                      <a:pt x="55" y="156"/>
                    </a:cubicBezTo>
                    <a:cubicBezTo>
                      <a:pt x="55" y="156"/>
                      <a:pt x="56" y="156"/>
                      <a:pt x="56" y="156"/>
                    </a:cubicBezTo>
                    <a:cubicBezTo>
                      <a:pt x="60" y="156"/>
                      <a:pt x="64" y="155"/>
                      <a:pt x="67" y="152"/>
                    </a:cubicBezTo>
                    <a:cubicBezTo>
                      <a:pt x="151" y="67"/>
                      <a:pt x="151" y="67"/>
                      <a:pt x="151" y="67"/>
                    </a:cubicBezTo>
                    <a:cubicBezTo>
                      <a:pt x="157" y="61"/>
                      <a:pt x="158" y="52"/>
                      <a:pt x="152" y="45"/>
                    </a:cubicBezTo>
                    <a:cubicBezTo>
                      <a:pt x="117" y="6"/>
                      <a:pt x="117" y="6"/>
                      <a:pt x="117" y="6"/>
                    </a:cubicBezTo>
                    <a:cubicBezTo>
                      <a:pt x="114" y="3"/>
                      <a:pt x="110" y="1"/>
                      <a:pt x="105" y="0"/>
                    </a:cubicBezTo>
                    <a:cubicBezTo>
                      <a:pt x="105" y="0"/>
                      <a:pt x="105" y="0"/>
                      <a:pt x="105"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6" name="Freeform 24">
                <a:extLst>
                  <a:ext uri="{FF2B5EF4-FFF2-40B4-BE49-F238E27FC236}">
                    <a16:creationId xmlns:a16="http://schemas.microsoft.com/office/drawing/2014/main" id="{67CF42F9-44A5-43B1-8433-A9E6B4A6ADC5}"/>
                  </a:ext>
                </a:extLst>
              </p:cNvPr>
              <p:cNvSpPr>
                <a:spLocks noEditPoints="1"/>
              </p:cNvSpPr>
              <p:nvPr/>
            </p:nvSpPr>
            <p:spPr bwMode="auto">
              <a:xfrm>
                <a:off x="1555138" y="3790388"/>
                <a:ext cx="318872" cy="293105"/>
              </a:xfrm>
              <a:custGeom>
                <a:avLst/>
                <a:gdLst>
                  <a:gd name="T0" fmla="*/ 32 w 84"/>
                  <a:gd name="T1" fmla="*/ 16 h 77"/>
                  <a:gd name="T2" fmla="*/ 67 w 84"/>
                  <a:gd name="T3" fmla="*/ 50 h 77"/>
                  <a:gd name="T4" fmla="*/ 17 w 84"/>
                  <a:gd name="T5" fmla="*/ 61 h 77"/>
                  <a:gd name="T6" fmla="*/ 32 w 84"/>
                  <a:gd name="T7" fmla="*/ 16 h 77"/>
                  <a:gd name="T8" fmla="*/ 32 w 84"/>
                  <a:gd name="T9" fmla="*/ 0 h 77"/>
                  <a:gd name="T10" fmla="*/ 28 w 84"/>
                  <a:gd name="T11" fmla="*/ 1 h 77"/>
                  <a:gd name="T12" fmla="*/ 17 w 84"/>
                  <a:gd name="T13" fmla="*/ 11 h 77"/>
                  <a:gd name="T14" fmla="*/ 2 w 84"/>
                  <a:gd name="T15" fmla="*/ 56 h 77"/>
                  <a:gd name="T16" fmla="*/ 5 w 84"/>
                  <a:gd name="T17" fmla="*/ 72 h 77"/>
                  <a:gd name="T18" fmla="*/ 17 w 84"/>
                  <a:gd name="T19" fmla="*/ 77 h 77"/>
                  <a:gd name="T20" fmla="*/ 20 w 84"/>
                  <a:gd name="T21" fmla="*/ 76 h 77"/>
                  <a:gd name="T22" fmla="*/ 71 w 84"/>
                  <a:gd name="T23" fmla="*/ 65 h 77"/>
                  <a:gd name="T24" fmla="*/ 83 w 84"/>
                  <a:gd name="T25" fmla="*/ 54 h 77"/>
                  <a:gd name="T26" fmla="*/ 78 w 84"/>
                  <a:gd name="T27" fmla="*/ 38 h 77"/>
                  <a:gd name="T28" fmla="*/ 43 w 84"/>
                  <a:gd name="T29" fmla="*/ 5 h 77"/>
                  <a:gd name="T30" fmla="*/ 32 w 84"/>
                  <a:gd name="T3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77">
                    <a:moveTo>
                      <a:pt x="32" y="16"/>
                    </a:moveTo>
                    <a:cubicBezTo>
                      <a:pt x="67" y="50"/>
                      <a:pt x="67" y="50"/>
                      <a:pt x="67" y="50"/>
                    </a:cubicBezTo>
                    <a:cubicBezTo>
                      <a:pt x="17" y="61"/>
                      <a:pt x="17" y="61"/>
                      <a:pt x="17" y="61"/>
                    </a:cubicBezTo>
                    <a:cubicBezTo>
                      <a:pt x="32" y="16"/>
                      <a:pt x="32" y="16"/>
                      <a:pt x="32" y="16"/>
                    </a:cubicBezTo>
                    <a:moveTo>
                      <a:pt x="32" y="0"/>
                    </a:moveTo>
                    <a:cubicBezTo>
                      <a:pt x="31" y="0"/>
                      <a:pt x="29" y="0"/>
                      <a:pt x="28" y="1"/>
                    </a:cubicBezTo>
                    <a:cubicBezTo>
                      <a:pt x="23" y="2"/>
                      <a:pt x="18" y="6"/>
                      <a:pt x="17" y="11"/>
                    </a:cubicBezTo>
                    <a:cubicBezTo>
                      <a:pt x="2" y="56"/>
                      <a:pt x="2" y="56"/>
                      <a:pt x="2" y="56"/>
                    </a:cubicBezTo>
                    <a:cubicBezTo>
                      <a:pt x="0" y="61"/>
                      <a:pt x="1" y="67"/>
                      <a:pt x="5" y="72"/>
                    </a:cubicBezTo>
                    <a:cubicBezTo>
                      <a:pt x="8" y="75"/>
                      <a:pt x="12" y="77"/>
                      <a:pt x="17" y="77"/>
                    </a:cubicBezTo>
                    <a:cubicBezTo>
                      <a:pt x="18" y="77"/>
                      <a:pt x="19" y="77"/>
                      <a:pt x="20" y="76"/>
                    </a:cubicBezTo>
                    <a:cubicBezTo>
                      <a:pt x="71" y="65"/>
                      <a:pt x="71" y="65"/>
                      <a:pt x="71" y="65"/>
                    </a:cubicBezTo>
                    <a:cubicBezTo>
                      <a:pt x="77" y="64"/>
                      <a:pt x="81" y="59"/>
                      <a:pt x="83" y="54"/>
                    </a:cubicBezTo>
                    <a:cubicBezTo>
                      <a:pt x="84" y="48"/>
                      <a:pt x="83" y="42"/>
                      <a:pt x="78" y="38"/>
                    </a:cubicBezTo>
                    <a:cubicBezTo>
                      <a:pt x="43" y="5"/>
                      <a:pt x="43" y="5"/>
                      <a:pt x="43" y="5"/>
                    </a:cubicBezTo>
                    <a:cubicBezTo>
                      <a:pt x="40" y="2"/>
                      <a:pt x="36" y="0"/>
                      <a:pt x="32"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7" name="Freeform 25">
                <a:extLst>
                  <a:ext uri="{FF2B5EF4-FFF2-40B4-BE49-F238E27FC236}">
                    <a16:creationId xmlns:a16="http://schemas.microsoft.com/office/drawing/2014/main" id="{024383A2-15A9-46AB-9836-B440A160DEB9}"/>
                  </a:ext>
                </a:extLst>
              </p:cNvPr>
              <p:cNvSpPr>
                <a:spLocks/>
              </p:cNvSpPr>
              <p:nvPr/>
            </p:nvSpPr>
            <p:spPr bwMode="auto">
              <a:xfrm>
                <a:off x="1371545" y="3642225"/>
                <a:ext cx="69249" cy="148163"/>
              </a:xfrm>
              <a:custGeom>
                <a:avLst/>
                <a:gdLst>
                  <a:gd name="T0" fmla="*/ 0 w 43"/>
                  <a:gd name="T1" fmla="*/ 0 h 92"/>
                  <a:gd name="T2" fmla="*/ 43 w 43"/>
                  <a:gd name="T3" fmla="*/ 0 h 92"/>
                  <a:gd name="T4" fmla="*/ 43 w 43"/>
                  <a:gd name="T5" fmla="*/ 92 h 92"/>
                  <a:gd name="T6" fmla="*/ 0 w 43"/>
                  <a:gd name="T7" fmla="*/ 92 h 92"/>
                  <a:gd name="T8" fmla="*/ 0 w 43"/>
                  <a:gd name="T9" fmla="*/ 0 h 92"/>
                  <a:gd name="T10" fmla="*/ 0 w 43"/>
                  <a:gd name="T11" fmla="*/ 0 h 92"/>
                </a:gdLst>
                <a:ahLst/>
                <a:cxnLst>
                  <a:cxn ang="0">
                    <a:pos x="T0" y="T1"/>
                  </a:cxn>
                  <a:cxn ang="0">
                    <a:pos x="T2" y="T3"/>
                  </a:cxn>
                  <a:cxn ang="0">
                    <a:pos x="T4" y="T5"/>
                  </a:cxn>
                  <a:cxn ang="0">
                    <a:pos x="T6" y="T7"/>
                  </a:cxn>
                  <a:cxn ang="0">
                    <a:pos x="T8" y="T9"/>
                  </a:cxn>
                  <a:cxn ang="0">
                    <a:pos x="T10" y="T11"/>
                  </a:cxn>
                </a:cxnLst>
                <a:rect l="0" t="0" r="r" b="b"/>
                <a:pathLst>
                  <a:path w="43" h="92">
                    <a:moveTo>
                      <a:pt x="0" y="0"/>
                    </a:moveTo>
                    <a:lnTo>
                      <a:pt x="43" y="0"/>
                    </a:lnTo>
                    <a:lnTo>
                      <a:pt x="43" y="92"/>
                    </a:lnTo>
                    <a:lnTo>
                      <a:pt x="0" y="92"/>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8" name="Freeform 26">
                <a:extLst>
                  <a:ext uri="{FF2B5EF4-FFF2-40B4-BE49-F238E27FC236}">
                    <a16:creationId xmlns:a16="http://schemas.microsoft.com/office/drawing/2014/main" id="{CBBC424F-E267-4294-AC7B-C2A365F10E51}"/>
                  </a:ext>
                </a:extLst>
              </p:cNvPr>
              <p:cNvSpPr>
                <a:spLocks/>
              </p:cNvSpPr>
              <p:nvPr/>
            </p:nvSpPr>
            <p:spPr bwMode="auto">
              <a:xfrm>
                <a:off x="1371545" y="3642225"/>
                <a:ext cx="156215" cy="59588"/>
              </a:xfrm>
              <a:custGeom>
                <a:avLst/>
                <a:gdLst>
                  <a:gd name="T0" fmla="*/ 0 w 97"/>
                  <a:gd name="T1" fmla="*/ 0 h 37"/>
                  <a:gd name="T2" fmla="*/ 97 w 97"/>
                  <a:gd name="T3" fmla="*/ 0 h 37"/>
                  <a:gd name="T4" fmla="*/ 97 w 97"/>
                  <a:gd name="T5" fmla="*/ 37 h 37"/>
                  <a:gd name="T6" fmla="*/ 0 w 97"/>
                  <a:gd name="T7" fmla="*/ 37 h 37"/>
                  <a:gd name="T8" fmla="*/ 0 w 97"/>
                  <a:gd name="T9" fmla="*/ 0 h 37"/>
                  <a:gd name="T10" fmla="*/ 0 w 97"/>
                  <a:gd name="T11" fmla="*/ 0 h 37"/>
                </a:gdLst>
                <a:ahLst/>
                <a:cxnLst>
                  <a:cxn ang="0">
                    <a:pos x="T0" y="T1"/>
                  </a:cxn>
                  <a:cxn ang="0">
                    <a:pos x="T2" y="T3"/>
                  </a:cxn>
                  <a:cxn ang="0">
                    <a:pos x="T4" y="T5"/>
                  </a:cxn>
                  <a:cxn ang="0">
                    <a:pos x="T6" y="T7"/>
                  </a:cxn>
                  <a:cxn ang="0">
                    <a:pos x="T8" y="T9"/>
                  </a:cxn>
                  <a:cxn ang="0">
                    <a:pos x="T10" y="T11"/>
                  </a:cxn>
                </a:cxnLst>
                <a:rect l="0" t="0" r="r" b="b"/>
                <a:pathLst>
                  <a:path w="97" h="37">
                    <a:moveTo>
                      <a:pt x="0" y="0"/>
                    </a:moveTo>
                    <a:lnTo>
                      <a:pt x="97" y="0"/>
                    </a:lnTo>
                    <a:lnTo>
                      <a:pt x="97" y="37"/>
                    </a:lnTo>
                    <a:lnTo>
                      <a:pt x="0" y="37"/>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9" name="Freeform 27">
                <a:extLst>
                  <a:ext uri="{FF2B5EF4-FFF2-40B4-BE49-F238E27FC236}">
                    <a16:creationId xmlns:a16="http://schemas.microsoft.com/office/drawing/2014/main" id="{E10F5550-7A5C-4D04-AF81-314FA07D9743}"/>
                  </a:ext>
                </a:extLst>
              </p:cNvPr>
              <p:cNvSpPr>
                <a:spLocks/>
              </p:cNvSpPr>
              <p:nvPr/>
            </p:nvSpPr>
            <p:spPr bwMode="auto">
              <a:xfrm>
                <a:off x="1622777" y="3642225"/>
                <a:ext cx="161046" cy="59588"/>
              </a:xfrm>
              <a:custGeom>
                <a:avLst/>
                <a:gdLst>
                  <a:gd name="T0" fmla="*/ 0 w 100"/>
                  <a:gd name="T1" fmla="*/ 37 h 37"/>
                  <a:gd name="T2" fmla="*/ 0 w 100"/>
                  <a:gd name="T3" fmla="*/ 0 h 37"/>
                  <a:gd name="T4" fmla="*/ 100 w 100"/>
                  <a:gd name="T5" fmla="*/ 0 h 37"/>
                  <a:gd name="T6" fmla="*/ 64 w 100"/>
                  <a:gd name="T7" fmla="*/ 37 h 37"/>
                  <a:gd name="T8" fmla="*/ 0 w 100"/>
                  <a:gd name="T9" fmla="*/ 37 h 37"/>
                  <a:gd name="T10" fmla="*/ 0 w 100"/>
                  <a:gd name="T11" fmla="*/ 37 h 37"/>
                  <a:gd name="T12" fmla="*/ 0 w 100"/>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100" h="37">
                    <a:moveTo>
                      <a:pt x="0" y="37"/>
                    </a:moveTo>
                    <a:lnTo>
                      <a:pt x="0" y="0"/>
                    </a:lnTo>
                    <a:lnTo>
                      <a:pt x="100" y="0"/>
                    </a:lnTo>
                    <a:lnTo>
                      <a:pt x="64" y="37"/>
                    </a:lnTo>
                    <a:lnTo>
                      <a:pt x="0" y="37"/>
                    </a:lnTo>
                    <a:lnTo>
                      <a:pt x="0" y="37"/>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0" name="Freeform 28">
                <a:extLst>
                  <a:ext uri="{FF2B5EF4-FFF2-40B4-BE49-F238E27FC236}">
                    <a16:creationId xmlns:a16="http://schemas.microsoft.com/office/drawing/2014/main" id="{C84E9659-ABE6-4728-B9E2-CF1DABABE7FE}"/>
                  </a:ext>
                </a:extLst>
              </p:cNvPr>
              <p:cNvSpPr>
                <a:spLocks/>
              </p:cNvSpPr>
              <p:nvPr/>
            </p:nvSpPr>
            <p:spPr bwMode="auto">
              <a:xfrm>
                <a:off x="1622777" y="4212330"/>
                <a:ext cx="161046" cy="72471"/>
              </a:xfrm>
              <a:custGeom>
                <a:avLst/>
                <a:gdLst>
                  <a:gd name="T0" fmla="*/ 0 w 100"/>
                  <a:gd name="T1" fmla="*/ 0 h 45"/>
                  <a:gd name="T2" fmla="*/ 100 w 100"/>
                  <a:gd name="T3" fmla="*/ 0 h 45"/>
                  <a:gd name="T4" fmla="*/ 100 w 100"/>
                  <a:gd name="T5" fmla="*/ 45 h 45"/>
                  <a:gd name="T6" fmla="*/ 0 w 100"/>
                  <a:gd name="T7" fmla="*/ 45 h 45"/>
                  <a:gd name="T8" fmla="*/ 0 w 100"/>
                  <a:gd name="T9" fmla="*/ 0 h 45"/>
                  <a:gd name="T10" fmla="*/ 0 w 100"/>
                  <a:gd name="T11" fmla="*/ 0 h 45"/>
                </a:gdLst>
                <a:ahLst/>
                <a:cxnLst>
                  <a:cxn ang="0">
                    <a:pos x="T0" y="T1"/>
                  </a:cxn>
                  <a:cxn ang="0">
                    <a:pos x="T2" y="T3"/>
                  </a:cxn>
                  <a:cxn ang="0">
                    <a:pos x="T4" y="T5"/>
                  </a:cxn>
                  <a:cxn ang="0">
                    <a:pos x="T6" y="T7"/>
                  </a:cxn>
                  <a:cxn ang="0">
                    <a:pos x="T8" y="T9"/>
                  </a:cxn>
                  <a:cxn ang="0">
                    <a:pos x="T10" y="T11"/>
                  </a:cxn>
                </a:cxnLst>
                <a:rect l="0" t="0" r="r" b="b"/>
                <a:pathLst>
                  <a:path w="100" h="45">
                    <a:moveTo>
                      <a:pt x="0" y="0"/>
                    </a:moveTo>
                    <a:lnTo>
                      <a:pt x="100" y="0"/>
                    </a:lnTo>
                    <a:lnTo>
                      <a:pt x="100"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1" name="Freeform 29">
                <a:extLst>
                  <a:ext uri="{FF2B5EF4-FFF2-40B4-BE49-F238E27FC236}">
                    <a16:creationId xmlns:a16="http://schemas.microsoft.com/office/drawing/2014/main" id="{916FD9E1-4B27-47DC-BD7B-069CB432303C}"/>
                  </a:ext>
                </a:extLst>
              </p:cNvPr>
              <p:cNvSpPr>
                <a:spLocks/>
              </p:cNvSpPr>
              <p:nvPr/>
            </p:nvSpPr>
            <p:spPr bwMode="auto">
              <a:xfrm>
                <a:off x="1371545"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2" name="Freeform 30">
                <a:extLst>
                  <a:ext uri="{FF2B5EF4-FFF2-40B4-BE49-F238E27FC236}">
                    <a16:creationId xmlns:a16="http://schemas.microsoft.com/office/drawing/2014/main" id="{B4BE53A6-C202-4DAE-812F-04AC26C7D3EF}"/>
                  </a:ext>
                </a:extLst>
              </p:cNvPr>
              <p:cNvSpPr>
                <a:spLocks/>
              </p:cNvSpPr>
              <p:nvPr/>
            </p:nvSpPr>
            <p:spPr bwMode="auto">
              <a:xfrm>
                <a:off x="1371545"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3" name="Freeform 31">
                <a:extLst>
                  <a:ext uri="{FF2B5EF4-FFF2-40B4-BE49-F238E27FC236}">
                    <a16:creationId xmlns:a16="http://schemas.microsoft.com/office/drawing/2014/main" id="{F246C574-3DC7-4E89-8F0D-9001EDC8B76B}"/>
                  </a:ext>
                </a:extLst>
              </p:cNvPr>
              <p:cNvSpPr>
                <a:spLocks/>
              </p:cNvSpPr>
              <p:nvPr/>
            </p:nvSpPr>
            <p:spPr bwMode="auto">
              <a:xfrm>
                <a:off x="1371545"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4" name="Freeform 32">
                <a:extLst>
                  <a:ext uri="{FF2B5EF4-FFF2-40B4-BE49-F238E27FC236}">
                    <a16:creationId xmlns:a16="http://schemas.microsoft.com/office/drawing/2014/main" id="{BB0DA318-2CD7-4778-97E0-E0DF3F1EDECE}"/>
                  </a:ext>
                </a:extLst>
              </p:cNvPr>
              <p:cNvSpPr>
                <a:spLocks/>
              </p:cNvSpPr>
              <p:nvPr/>
            </p:nvSpPr>
            <p:spPr bwMode="auto">
              <a:xfrm>
                <a:off x="1969027"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5" name="Freeform 33">
                <a:extLst>
                  <a:ext uri="{FF2B5EF4-FFF2-40B4-BE49-F238E27FC236}">
                    <a16:creationId xmlns:a16="http://schemas.microsoft.com/office/drawing/2014/main" id="{A1AF9A78-9612-4282-8B72-B07DA777B19E}"/>
                  </a:ext>
                </a:extLst>
              </p:cNvPr>
              <p:cNvSpPr>
                <a:spLocks/>
              </p:cNvSpPr>
              <p:nvPr/>
            </p:nvSpPr>
            <p:spPr bwMode="auto">
              <a:xfrm>
                <a:off x="1882062"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6" name="Freeform 34">
                <a:extLst>
                  <a:ext uri="{FF2B5EF4-FFF2-40B4-BE49-F238E27FC236}">
                    <a16:creationId xmlns:a16="http://schemas.microsoft.com/office/drawing/2014/main" id="{5942A584-5791-42D4-BE98-AA5043743485}"/>
                  </a:ext>
                </a:extLst>
              </p:cNvPr>
              <p:cNvSpPr>
                <a:spLocks/>
              </p:cNvSpPr>
              <p:nvPr/>
            </p:nvSpPr>
            <p:spPr bwMode="auto">
              <a:xfrm>
                <a:off x="1969027"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7" name="Freeform 35">
                <a:extLst>
                  <a:ext uri="{FF2B5EF4-FFF2-40B4-BE49-F238E27FC236}">
                    <a16:creationId xmlns:a16="http://schemas.microsoft.com/office/drawing/2014/main" id="{6FEBF141-B9BB-46D8-8EAC-1E8BE7F3F09B}"/>
                  </a:ext>
                </a:extLst>
              </p:cNvPr>
              <p:cNvSpPr>
                <a:spLocks/>
              </p:cNvSpPr>
              <p:nvPr/>
            </p:nvSpPr>
            <p:spPr bwMode="auto">
              <a:xfrm>
                <a:off x="1725847" y="3466684"/>
                <a:ext cx="468645" cy="471867"/>
              </a:xfrm>
              <a:custGeom>
                <a:avLst/>
                <a:gdLst>
                  <a:gd name="T0" fmla="*/ 208 w 291"/>
                  <a:gd name="T1" fmla="*/ 0 h 293"/>
                  <a:gd name="T2" fmla="*/ 0 w 291"/>
                  <a:gd name="T3" fmla="*/ 196 h 293"/>
                  <a:gd name="T4" fmla="*/ 92 w 291"/>
                  <a:gd name="T5" fmla="*/ 293 h 293"/>
                  <a:gd name="T6" fmla="*/ 291 w 291"/>
                  <a:gd name="T7" fmla="*/ 94 h 293"/>
                  <a:gd name="T8" fmla="*/ 208 w 291"/>
                  <a:gd name="T9" fmla="*/ 0 h 293"/>
                  <a:gd name="T10" fmla="*/ 208 w 291"/>
                  <a:gd name="T11" fmla="*/ 0 h 293"/>
                  <a:gd name="T12" fmla="*/ 208 w 291"/>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91" h="293">
                    <a:moveTo>
                      <a:pt x="208" y="0"/>
                    </a:moveTo>
                    <a:lnTo>
                      <a:pt x="0" y="196"/>
                    </a:lnTo>
                    <a:lnTo>
                      <a:pt x="92" y="293"/>
                    </a:lnTo>
                    <a:lnTo>
                      <a:pt x="291" y="94"/>
                    </a:lnTo>
                    <a:lnTo>
                      <a:pt x="208" y="0"/>
                    </a:lnTo>
                    <a:lnTo>
                      <a:pt x="208" y="0"/>
                    </a:lnTo>
                    <a:lnTo>
                      <a:pt x="20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8" name="Freeform 36">
                <a:extLst>
                  <a:ext uri="{FF2B5EF4-FFF2-40B4-BE49-F238E27FC236}">
                    <a16:creationId xmlns:a16="http://schemas.microsoft.com/office/drawing/2014/main" id="{8E06B4B8-B73A-41C4-BC84-349F7E2A0913}"/>
                  </a:ext>
                </a:extLst>
              </p:cNvPr>
              <p:cNvSpPr>
                <a:spLocks/>
              </p:cNvSpPr>
              <p:nvPr/>
            </p:nvSpPr>
            <p:spPr bwMode="auto">
              <a:xfrm>
                <a:off x="1619556" y="3849975"/>
                <a:ext cx="190035" cy="172320"/>
              </a:xfrm>
              <a:custGeom>
                <a:avLst/>
                <a:gdLst>
                  <a:gd name="T0" fmla="*/ 35 w 118"/>
                  <a:gd name="T1" fmla="*/ 0 h 107"/>
                  <a:gd name="T2" fmla="*/ 0 w 118"/>
                  <a:gd name="T3" fmla="*/ 107 h 107"/>
                  <a:gd name="T4" fmla="*/ 118 w 118"/>
                  <a:gd name="T5" fmla="*/ 81 h 107"/>
                  <a:gd name="T6" fmla="*/ 35 w 118"/>
                  <a:gd name="T7" fmla="*/ 0 h 107"/>
                  <a:gd name="T8" fmla="*/ 35 w 118"/>
                  <a:gd name="T9" fmla="*/ 0 h 107"/>
                  <a:gd name="T10" fmla="*/ 35 w 118"/>
                  <a:gd name="T11" fmla="*/ 0 h 107"/>
                </a:gdLst>
                <a:ahLst/>
                <a:cxnLst>
                  <a:cxn ang="0">
                    <a:pos x="T0" y="T1"/>
                  </a:cxn>
                  <a:cxn ang="0">
                    <a:pos x="T2" y="T3"/>
                  </a:cxn>
                  <a:cxn ang="0">
                    <a:pos x="T4" y="T5"/>
                  </a:cxn>
                  <a:cxn ang="0">
                    <a:pos x="T6" y="T7"/>
                  </a:cxn>
                  <a:cxn ang="0">
                    <a:pos x="T8" y="T9"/>
                  </a:cxn>
                  <a:cxn ang="0">
                    <a:pos x="T10" y="T11"/>
                  </a:cxn>
                </a:cxnLst>
                <a:rect l="0" t="0" r="r" b="b"/>
                <a:pathLst>
                  <a:path w="118" h="107">
                    <a:moveTo>
                      <a:pt x="35" y="0"/>
                    </a:moveTo>
                    <a:lnTo>
                      <a:pt x="0" y="107"/>
                    </a:lnTo>
                    <a:lnTo>
                      <a:pt x="118" y="81"/>
                    </a:lnTo>
                    <a:lnTo>
                      <a:pt x="35" y="0"/>
                    </a:lnTo>
                    <a:lnTo>
                      <a:pt x="35" y="0"/>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p:sp>
        <p:nvSpPr>
          <p:cNvPr id="79" name="TextBox 78">
            <a:extLst>
              <a:ext uri="{FF2B5EF4-FFF2-40B4-BE49-F238E27FC236}">
                <a16:creationId xmlns:a16="http://schemas.microsoft.com/office/drawing/2014/main" id="{7C93031B-F06C-433E-87D1-6F0F3294C852}"/>
              </a:ext>
            </a:extLst>
          </p:cNvPr>
          <p:cNvSpPr txBox="1"/>
          <p:nvPr/>
        </p:nvSpPr>
        <p:spPr>
          <a:xfrm>
            <a:off x="1583544" y="4573738"/>
            <a:ext cx="22240372" cy="2308324"/>
          </a:xfrm>
          <a:prstGeom prst="rect">
            <a:avLst/>
          </a:prstGeom>
          <a:noFill/>
        </p:spPr>
        <p:txBody>
          <a:bodyPr wrap="square">
            <a:spAutoFit/>
          </a:bodyPr>
          <a:lstStyle/>
          <a:p>
            <a:r>
              <a:rPr lang="fr-FR" sz="4800" b="1">
                <a:latin typeface="Tahoma" panose="020B0604030504040204" pitchFamily="34" charset="0"/>
                <a:ea typeface="Tahoma" panose="020B0604030504040204" pitchFamily="34" charset="0"/>
                <a:cs typeface="Tahoma" panose="020B0604030504040204" pitchFamily="34" charset="0"/>
              </a:rPr>
              <a:t>Hãy xác định tính đúng sai của mệnh đề sau :</a:t>
            </a:r>
          </a:p>
          <a:p>
            <a:r>
              <a:rPr lang="fr-FR" sz="4800" b="1">
                <a:latin typeface="Tahoma" panose="020B0604030504040204" pitchFamily="34" charset="0"/>
                <a:ea typeface="Tahoma" panose="020B0604030504040204" pitchFamily="34" charset="0"/>
                <a:cs typeface="Tahoma" panose="020B0604030504040204" pitchFamily="34" charset="0"/>
              </a:rPr>
              <a:t>“Một số tự nhiên chia hết cho 5 nếu số đó có chữ số tận cùng bằng 0 hoặc 5 và ngược lại”.</a:t>
            </a:r>
            <a:endParaRPr lang="en-US" sz="4800" b="1">
              <a:latin typeface="Tahoma" panose="020B0604030504040204" pitchFamily="34" charset="0"/>
              <a:ea typeface="Tahoma" panose="020B0604030504040204" pitchFamily="34" charset="0"/>
              <a:cs typeface="Tahoma" panose="020B0604030504040204" pitchFamily="34" charset="0"/>
            </a:endParaRPr>
          </a:p>
        </p:txBody>
      </p:sp>
      <p:sp>
        <p:nvSpPr>
          <p:cNvPr id="80" name="Rounded Rectangle 4">
            <a:extLst>
              <a:ext uri="{FF2B5EF4-FFF2-40B4-BE49-F238E27FC236}">
                <a16:creationId xmlns:a16="http://schemas.microsoft.com/office/drawing/2014/main" id="{60BF75B9-8E5D-4526-9D50-2E9BBC426B2C}"/>
              </a:ext>
            </a:extLst>
          </p:cNvPr>
          <p:cNvSpPr/>
          <p:nvPr/>
        </p:nvSpPr>
        <p:spPr>
          <a:xfrm>
            <a:off x="1066800" y="7472479"/>
            <a:ext cx="22310327" cy="5786321"/>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99FF99"/>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81" name="Group 80">
            <a:extLst>
              <a:ext uri="{FF2B5EF4-FFF2-40B4-BE49-F238E27FC236}">
                <a16:creationId xmlns:a16="http://schemas.microsoft.com/office/drawing/2014/main" id="{FC8842BF-BD13-47EC-A01B-D5CB2E509824}"/>
              </a:ext>
            </a:extLst>
          </p:cNvPr>
          <p:cNvGrpSpPr/>
          <p:nvPr/>
        </p:nvGrpSpPr>
        <p:grpSpPr>
          <a:xfrm>
            <a:off x="1686432" y="7134285"/>
            <a:ext cx="3600000" cy="828000"/>
            <a:chOff x="1275608" y="6322796"/>
            <a:chExt cx="3572909" cy="828631"/>
          </a:xfrm>
        </p:grpSpPr>
        <p:sp>
          <p:nvSpPr>
            <p:cNvPr id="82" name="Freeform 20">
              <a:extLst>
                <a:ext uri="{FF2B5EF4-FFF2-40B4-BE49-F238E27FC236}">
                  <a16:creationId xmlns:a16="http://schemas.microsoft.com/office/drawing/2014/main" id="{9DCB7188-C5D1-4562-B7E9-036039AD40E7}"/>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3" name="TextBox 82">
              <a:extLst>
                <a:ext uri="{FF2B5EF4-FFF2-40B4-BE49-F238E27FC236}">
                  <a16:creationId xmlns:a16="http://schemas.microsoft.com/office/drawing/2014/main" id="{3C5BC4FA-BAB5-4E66-A1A7-2C39A80EA8B6}"/>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84" name="Round Diagonal Corner Rectangle 8">
              <a:extLst>
                <a:ext uri="{FF2B5EF4-FFF2-40B4-BE49-F238E27FC236}">
                  <a16:creationId xmlns:a16="http://schemas.microsoft.com/office/drawing/2014/main" id="{DD02836A-CB9D-49AF-9B43-E2AE37577D4F}"/>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5" name="Freeform 9">
              <a:extLst>
                <a:ext uri="{FF2B5EF4-FFF2-40B4-BE49-F238E27FC236}">
                  <a16:creationId xmlns:a16="http://schemas.microsoft.com/office/drawing/2014/main" id="{F1DAE37F-C02F-41A4-AB7C-15856E498EB4}"/>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86" name="Rectangle 85">
            <a:extLst>
              <a:ext uri="{FF2B5EF4-FFF2-40B4-BE49-F238E27FC236}">
                <a16:creationId xmlns:a16="http://schemas.microsoft.com/office/drawing/2014/main" id="{AC37888B-97E9-42E3-82BD-29595758137A}"/>
              </a:ext>
            </a:extLst>
          </p:cNvPr>
          <p:cNvSpPr/>
          <p:nvPr/>
        </p:nvSpPr>
        <p:spPr>
          <a:xfrm>
            <a:off x="1514230" y="8348385"/>
            <a:ext cx="22378999" cy="4524315"/>
          </a:xfrm>
          <a:prstGeom prst="rect">
            <a:avLst/>
          </a:prstGeom>
        </p:spPr>
        <p:txBody>
          <a:bodyPr wrap="square">
            <a:spAutoFit/>
          </a:bodyPr>
          <a:lstStyle/>
          <a:p>
            <a:r>
              <a:rPr lang="fr-FR" sz="4800" b="1">
                <a:latin typeface="Tahoma" panose="020B0604030504040204" pitchFamily="34" charset="0"/>
                <a:ea typeface="Tahoma" panose="020B0604030504040204" pitchFamily="34" charset="0"/>
                <a:cs typeface="Tahoma" panose="020B0604030504040204" pitchFamily="34" charset="0"/>
              </a:rPr>
              <a:t>“Một số tự nhiên chia hết cho 5 nếu số đó có chữ số tận cùng bằng 0 hoặc 5’’ là mệnh đề đúng.</a:t>
            </a:r>
            <a:endParaRPr lang="en-US" sz="4800" b="1">
              <a:latin typeface="Tahoma" panose="020B0604030504040204" pitchFamily="34" charset="0"/>
              <a:ea typeface="Tahoma" panose="020B0604030504040204" pitchFamily="34" charset="0"/>
              <a:cs typeface="Tahoma" panose="020B0604030504040204" pitchFamily="34" charset="0"/>
            </a:endParaRPr>
          </a:p>
          <a:p>
            <a:r>
              <a:rPr lang="fr-FR" sz="4800" b="1">
                <a:latin typeface="Tahoma" panose="020B0604030504040204" pitchFamily="34" charset="0"/>
                <a:ea typeface="Tahoma" panose="020B0604030504040204" pitchFamily="34" charset="0"/>
                <a:cs typeface="Tahoma" panose="020B0604030504040204" pitchFamily="34" charset="0"/>
              </a:rPr>
              <a:t>“Số tự nhiên có chữ số tận cùng bằng 0 hoặc 5 số đó sẽ chia hết cho 5’’ là mệnh đề đúng.</a:t>
            </a:r>
            <a:endParaRPr lang="en-US" sz="4800" b="1">
              <a:latin typeface="Tahoma" panose="020B0604030504040204" pitchFamily="34" charset="0"/>
              <a:ea typeface="Tahoma" panose="020B0604030504040204" pitchFamily="34" charset="0"/>
              <a:cs typeface="Tahoma" panose="020B0604030504040204" pitchFamily="34" charset="0"/>
            </a:endParaRPr>
          </a:p>
          <a:p>
            <a:r>
              <a:rPr lang="fr-FR" sz="4800" b="1">
                <a:latin typeface="Tahoma" panose="020B0604030504040204" pitchFamily="34" charset="0"/>
                <a:ea typeface="Tahoma" panose="020B0604030504040204" pitchFamily="34" charset="0"/>
                <a:cs typeface="Tahoma" panose="020B0604030504040204" pitchFamily="34" charset="0"/>
              </a:rPr>
              <a:t>Mệnh đề ở HĐ6 có thể phát biểu dưới dạng : “Một số tự nhiên chia hết cho 5 nếu và chỉ nếu số đó có chữ số tận cùng bằng 0 hoặc 5 ”.</a:t>
            </a:r>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46" name="Group 45">
            <a:extLst>
              <a:ext uri="{FF2B5EF4-FFF2-40B4-BE49-F238E27FC236}">
                <a16:creationId xmlns:a16="http://schemas.microsoft.com/office/drawing/2014/main" id="{2D5F1879-E2C7-42CA-94F8-92FF592236D3}"/>
              </a:ext>
            </a:extLst>
          </p:cNvPr>
          <p:cNvGrpSpPr/>
          <p:nvPr/>
        </p:nvGrpSpPr>
        <p:grpSpPr>
          <a:xfrm>
            <a:off x="1055781" y="2501634"/>
            <a:ext cx="18592800" cy="830997"/>
            <a:chOff x="777875" y="1892299"/>
            <a:chExt cx="18592800" cy="830995"/>
          </a:xfrm>
        </p:grpSpPr>
        <p:sp>
          <p:nvSpPr>
            <p:cNvPr id="47" name="Rounded Rectangle 71">
              <a:extLst>
                <a:ext uri="{FF2B5EF4-FFF2-40B4-BE49-F238E27FC236}">
                  <a16:creationId xmlns:a16="http://schemas.microsoft.com/office/drawing/2014/main" id="{F0A35595-F802-4630-9930-199628F3A69D}"/>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0CE9F260-F6B5-4B60-B6CC-114DE5655D54}"/>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4.</a:t>
              </a:r>
            </a:p>
          </p:txBody>
        </p:sp>
        <p:sp>
          <p:nvSpPr>
            <p:cNvPr id="87" name="TextBox 86">
              <a:extLst>
                <a:ext uri="{FF2B5EF4-FFF2-40B4-BE49-F238E27FC236}">
                  <a16:creationId xmlns:a16="http://schemas.microsoft.com/office/drawing/2014/main" id="{73CC5716-B3FF-415B-9257-8D082F557E10}"/>
                </a:ext>
              </a:extLst>
            </p:cNvPr>
            <p:cNvSpPr txBox="1"/>
            <p:nvPr/>
          </p:nvSpPr>
          <p:spPr>
            <a:xfrm>
              <a:off x="2087561" y="1892299"/>
              <a:ext cx="17283114" cy="830995"/>
            </a:xfrm>
            <a:prstGeom prst="rect">
              <a:avLst/>
            </a:prstGeom>
            <a:noFill/>
          </p:spPr>
          <p:txBody>
            <a:bodyPr wrap="square" rtlCol="0">
              <a:spAutoFit/>
            </a:bodyPr>
            <a:lstStyle/>
            <a:p>
              <a:r>
                <a:rPr lang="en-US" sz="4800" b="1">
                  <a:solidFill>
                    <a:srgbClr val="145F82"/>
                  </a:solidFill>
                  <a:latin typeface="Tahoma" pitchFamily="34" charset="0"/>
                  <a:ea typeface="Tahoma" pitchFamily="34" charset="0"/>
                  <a:cs typeface="Tahoma" pitchFamily="34" charset="0"/>
                </a:rPr>
                <a:t>MỆNH ĐỀ TƯƠNG ĐƯƠNG.</a:t>
              </a:r>
              <a:endParaRPr lang="en-US" sz="4800" b="1" dirty="0">
                <a:solidFill>
                  <a:srgbClr val="145F82"/>
                </a:solidFill>
                <a:latin typeface="Tahoma" pitchFamily="34" charset="0"/>
                <a:ea typeface="Tahoma" pitchFamily="34" charset="0"/>
                <a:cs typeface="Tahoma" pitchFamily="34" charset="0"/>
              </a:endParaRPr>
            </a:p>
          </p:txBody>
        </p:sp>
      </p:grpSp>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1995249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inVertical)">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wipe(left)">
                                      <p:cBhvr>
                                        <p:cTn id="12" dur="500"/>
                                        <p:tgtEl>
                                          <p:spTgt spid="49"/>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50"/>
                                        </p:tgtEl>
                                        <p:attrNameLst>
                                          <p:attrName>style.visibility</p:attrName>
                                        </p:attrNameLst>
                                      </p:cBhvr>
                                      <p:to>
                                        <p:strVal val="visible"/>
                                      </p:to>
                                    </p:set>
                                    <p:animEffect transition="in" filter="wipe(left)">
                                      <p:cBhvr>
                                        <p:cTn id="16" dur="500"/>
                                        <p:tgtEl>
                                          <p:spTgt spid="50"/>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79"/>
                                        </p:tgtEl>
                                        <p:attrNameLst>
                                          <p:attrName>style.visibility</p:attrName>
                                        </p:attrNameLst>
                                      </p:cBhvr>
                                      <p:to>
                                        <p:strVal val="visible"/>
                                      </p:to>
                                    </p:set>
                                    <p:animEffect transition="in" filter="wipe(left)">
                                      <p:cBhvr>
                                        <p:cTn id="20" dur="500"/>
                                        <p:tgtEl>
                                          <p:spTgt spid="79"/>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81"/>
                                        </p:tgtEl>
                                        <p:attrNameLst>
                                          <p:attrName>style.visibility</p:attrName>
                                        </p:attrNameLst>
                                      </p:cBhvr>
                                      <p:to>
                                        <p:strVal val="visible"/>
                                      </p:to>
                                    </p:set>
                                    <p:animEffect transition="in" filter="barn(inVertical)">
                                      <p:cBhvr>
                                        <p:cTn id="25" dur="500"/>
                                        <p:tgtEl>
                                          <p:spTgt spid="81"/>
                                        </p:tgtEl>
                                      </p:cBhvr>
                                    </p:animEffect>
                                  </p:childTnLst>
                                </p:cTn>
                              </p:par>
                            </p:childTnLst>
                          </p:cTn>
                        </p:par>
                        <p:par>
                          <p:cTn id="26" fill="hold">
                            <p:stCondLst>
                              <p:cond delay="500"/>
                            </p:stCondLst>
                            <p:childTnLst>
                              <p:par>
                                <p:cTn id="27" presetID="22" presetClass="entr" presetSubtype="4" fill="hold" grpId="0" nodeType="afterEffect">
                                  <p:stCondLst>
                                    <p:cond delay="0"/>
                                  </p:stCondLst>
                                  <p:childTnLst>
                                    <p:set>
                                      <p:cBhvr>
                                        <p:cTn id="28" dur="1" fill="hold">
                                          <p:stCondLst>
                                            <p:cond delay="0"/>
                                          </p:stCondLst>
                                        </p:cTn>
                                        <p:tgtEl>
                                          <p:spTgt spid="80"/>
                                        </p:tgtEl>
                                        <p:attrNameLst>
                                          <p:attrName>style.visibility</p:attrName>
                                        </p:attrNameLst>
                                      </p:cBhvr>
                                      <p:to>
                                        <p:strVal val="visible"/>
                                      </p:to>
                                    </p:set>
                                    <p:animEffect transition="in" filter="wipe(down)">
                                      <p:cBhvr>
                                        <p:cTn id="29" dur="500"/>
                                        <p:tgtEl>
                                          <p:spTgt spid="80"/>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86">
                                            <p:txEl>
                                              <p:pRg st="0" end="0"/>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86">
                                            <p:txEl>
                                              <p:pRg st="1" end="1"/>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8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79" grpId="0"/>
      <p:bldP spid="8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7" name="TextBox 26">
            <a:extLst>
              <a:ext uri="{FF2B5EF4-FFF2-40B4-BE49-F238E27FC236}">
                <a16:creationId xmlns:a16="http://schemas.microsoft.com/office/drawing/2014/main" id="{3A653732-9210-4228-AD0D-1B9B77B02426}"/>
              </a:ext>
            </a:extLst>
          </p:cNvPr>
          <p:cNvSpPr txBox="1"/>
          <p:nvPr/>
        </p:nvSpPr>
        <p:spPr>
          <a:xfrm>
            <a:off x="1846339" y="5820713"/>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80" name="Rounded Rectangle 4">
            <a:extLst>
              <a:ext uri="{FF2B5EF4-FFF2-40B4-BE49-F238E27FC236}">
                <a16:creationId xmlns:a16="http://schemas.microsoft.com/office/drawing/2014/main" id="{60BF75B9-8E5D-4526-9D50-2E9BBC426B2C}"/>
              </a:ext>
            </a:extLst>
          </p:cNvPr>
          <p:cNvSpPr/>
          <p:nvPr/>
        </p:nvSpPr>
        <p:spPr>
          <a:xfrm>
            <a:off x="1066800" y="7472479"/>
            <a:ext cx="22310327" cy="5786321"/>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99FF99"/>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81" name="Group 80">
            <a:extLst>
              <a:ext uri="{FF2B5EF4-FFF2-40B4-BE49-F238E27FC236}">
                <a16:creationId xmlns:a16="http://schemas.microsoft.com/office/drawing/2014/main" id="{FC8842BF-BD13-47EC-A01B-D5CB2E509824}"/>
              </a:ext>
            </a:extLst>
          </p:cNvPr>
          <p:cNvGrpSpPr/>
          <p:nvPr/>
        </p:nvGrpSpPr>
        <p:grpSpPr>
          <a:xfrm>
            <a:off x="1686432" y="7134285"/>
            <a:ext cx="3600185" cy="828000"/>
            <a:chOff x="1275608" y="6322796"/>
            <a:chExt cx="3573091" cy="828631"/>
          </a:xfrm>
        </p:grpSpPr>
        <p:sp>
          <p:nvSpPr>
            <p:cNvPr id="82" name="Freeform 20">
              <a:extLst>
                <a:ext uri="{FF2B5EF4-FFF2-40B4-BE49-F238E27FC236}">
                  <a16:creationId xmlns:a16="http://schemas.microsoft.com/office/drawing/2014/main" id="{9DCB7188-C5D1-4562-B7E9-036039AD40E7}"/>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3" name="TextBox 82">
              <a:extLst>
                <a:ext uri="{FF2B5EF4-FFF2-40B4-BE49-F238E27FC236}">
                  <a16:creationId xmlns:a16="http://schemas.microsoft.com/office/drawing/2014/main" id="{3C5BC4FA-BAB5-4E66-A1A7-2C39A80EA8B6}"/>
                </a:ext>
              </a:extLst>
            </p:cNvPr>
            <p:cNvSpPr txBox="1"/>
            <p:nvPr/>
          </p:nvSpPr>
          <p:spPr>
            <a:xfrm>
              <a:off x="2097544" y="6372066"/>
              <a:ext cx="2751155"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Nhận xét</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84" name="Round Diagonal Corner Rectangle 8">
              <a:extLst>
                <a:ext uri="{FF2B5EF4-FFF2-40B4-BE49-F238E27FC236}">
                  <a16:creationId xmlns:a16="http://schemas.microsoft.com/office/drawing/2014/main" id="{DD02836A-CB9D-49AF-9B43-E2AE37577D4F}"/>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5" name="Freeform 9">
              <a:extLst>
                <a:ext uri="{FF2B5EF4-FFF2-40B4-BE49-F238E27FC236}">
                  <a16:creationId xmlns:a16="http://schemas.microsoft.com/office/drawing/2014/main" id="{F1DAE37F-C02F-41A4-AB7C-15856E498EB4}"/>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86" name="Rectangle 85">
                <a:extLst>
                  <a:ext uri="{FF2B5EF4-FFF2-40B4-BE49-F238E27FC236}">
                    <a16:creationId xmlns:a16="http://schemas.microsoft.com/office/drawing/2014/main" id="{AC37888B-97E9-42E3-82BD-29595758137A}"/>
                  </a:ext>
                </a:extLst>
              </p:cNvPr>
              <p:cNvSpPr/>
              <p:nvPr/>
            </p:nvSpPr>
            <p:spPr>
              <a:xfrm>
                <a:off x="1514230" y="8348385"/>
                <a:ext cx="22378999" cy="2308324"/>
              </a:xfrm>
              <a:prstGeom prst="rect">
                <a:avLst/>
              </a:prstGeom>
            </p:spPr>
            <p:txBody>
              <a:bodyPr wrap="square">
                <a:spAutoFit/>
              </a:bodyPr>
              <a:lstStyle/>
              <a:p>
                <a:r>
                  <a:rPr lang="fr-FR" sz="4800" b="1" dirty="0">
                    <a:latin typeface="Tahoma" panose="020B0604030504040204" pitchFamily="34" charset="0"/>
                    <a:ea typeface="Tahoma" panose="020B0604030504040204" pitchFamily="34" charset="0"/>
                    <a:cs typeface="Tahoma" panose="020B0604030504040204" pitchFamily="34" charset="0"/>
                  </a:rPr>
                  <a:t>Nếu </a:t>
                </a:r>
                <a:r>
                  <a:rPr lang="fr-FR" sz="4800" b="1" dirty="0" err="1">
                    <a:latin typeface="Tahoma" panose="020B0604030504040204" pitchFamily="34" charset="0"/>
                    <a:ea typeface="Tahoma" panose="020B0604030504040204" pitchFamily="34" charset="0"/>
                    <a:cs typeface="Tahoma" panose="020B0604030504040204" pitchFamily="34" charset="0"/>
                  </a:rPr>
                  <a:t>cả</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hai</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𝑷</m:t>
                    </m:r>
                    <m:r>
                      <a:rPr lang="fr-FR" sz="4800" b="1" i="1">
                        <a:latin typeface="Cambria Math" panose="02040503050406030204" pitchFamily="18" charset="0"/>
                      </a:rPr>
                      <m:t>⇒</m:t>
                    </m:r>
                    <m:r>
                      <a:rPr lang="fr-FR" sz="4800" b="1" i="1">
                        <a:latin typeface="Cambria Math" panose="02040503050406030204" pitchFamily="18" charset="0"/>
                      </a:rPr>
                      <m:t>𝑸</m:t>
                    </m:r>
                  </m:oMath>
                </a14:m>
                <a:r>
                  <a:rPr lang="vi-VN"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𝑸</m:t>
                    </m:r>
                    <m:r>
                      <a:rPr lang="fr-FR" sz="4800" b="1" i="1">
                        <a:latin typeface="Cambria Math" panose="02040503050406030204" pitchFamily="18" charset="0"/>
                      </a:rPr>
                      <m:t>⇒</m:t>
                    </m:r>
                    <m:r>
                      <a:rPr lang="fr-FR" sz="4800" b="1" i="1">
                        <a:latin typeface="Cambria Math" panose="02040503050406030204" pitchFamily="18" charset="0"/>
                      </a:rPr>
                      <m:t>𝑷</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đều</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đúng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thì</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tương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đương</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𝑷</m:t>
                    </m:r>
                    <m:r>
                      <a:rPr lang="fr-FR" sz="4800" b="1" i="1">
                        <a:latin typeface="Cambria Math" panose="02040503050406030204" pitchFamily="18" charset="0"/>
                      </a:rPr>
                      <m:t>⇔</m:t>
                    </m:r>
                    <m:r>
                      <a:rPr lang="fr-FR" sz="4800" b="1" i="1">
                        <a:latin typeface="Cambria Math" panose="02040503050406030204" pitchFamily="18" charset="0"/>
                      </a:rPr>
                      <m:t>𝑸</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đúng</a:t>
                </a:r>
                <a:r>
                  <a:rPr lang="fr-FR" sz="4800" b="1" dirty="0">
                    <a:latin typeface="Tahoma" panose="020B0604030504040204" pitchFamily="34" charset="0"/>
                    <a:ea typeface="Tahoma" panose="020B0604030504040204" pitchFamily="34" charset="0"/>
                    <a:cs typeface="Tahoma" panose="020B0604030504040204" pitchFamily="34" charset="0"/>
                  </a:rPr>
                  <a:t>. Khi </a:t>
                </a:r>
                <a:r>
                  <a:rPr lang="fr-FR" sz="4800" b="1" dirty="0" err="1">
                    <a:latin typeface="Tahoma" panose="020B0604030504040204" pitchFamily="34" charset="0"/>
                    <a:ea typeface="Tahoma" panose="020B0604030504040204" pitchFamily="34" charset="0"/>
                    <a:cs typeface="Tahoma" panose="020B0604030504040204" pitchFamily="34" charset="0"/>
                  </a:rPr>
                  <a:t>đó</a:t>
                </a:r>
                <a:r>
                  <a:rPr lang="fr-FR" sz="4800" b="1" dirty="0">
                    <a:latin typeface="Tahoma" panose="020B0604030504040204" pitchFamily="34" charset="0"/>
                    <a:ea typeface="Tahoma" panose="020B0604030504040204" pitchFamily="34" charset="0"/>
                    <a:cs typeface="Tahoma" panose="020B0604030504040204" pitchFamily="34" charset="0"/>
                  </a:rPr>
                  <a:t> ta </a:t>
                </a:r>
                <a:r>
                  <a:rPr lang="fr-FR" sz="4800" b="1" dirty="0" err="1">
                    <a:latin typeface="Tahoma" panose="020B0604030504040204" pitchFamily="34" charset="0"/>
                    <a:ea typeface="Tahoma" panose="020B0604030504040204" pitchFamily="34" charset="0"/>
                    <a:cs typeface="Tahoma" panose="020B0604030504040204" pitchFamily="34" charset="0"/>
                  </a:rPr>
                  <a:t>nói</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𝑷</m:t>
                    </m:r>
                  </m:oMath>
                </a14:m>
                <a:r>
                  <a:rPr lang="fr-FR" sz="4800" b="1" i="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tương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đương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với</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𝑸</m:t>
                    </m:r>
                  </m:oMath>
                </a14:m>
                <a:r>
                  <a:rPr lang="fr-FR" sz="4800" b="1" dirty="0">
                    <a:latin typeface="Tahoma" panose="020B0604030504040204" pitchFamily="34" charset="0"/>
                    <a:ea typeface="Tahoma" panose="020B0604030504040204" pitchFamily="34" charset="0"/>
                    <a:cs typeface="Tahoma" panose="020B0604030504040204" pitchFamily="34" charset="0"/>
                  </a:rPr>
                  <a:t> ” </a:t>
                </a:r>
                <a:r>
                  <a:rPr lang="fr-FR" sz="4800" b="1" dirty="0" err="1">
                    <a:latin typeface="Tahoma" panose="020B0604030504040204" pitchFamily="34" charset="0"/>
                    <a:ea typeface="Tahoma" panose="020B0604030504040204" pitchFamily="34" charset="0"/>
                    <a:cs typeface="Tahoma" panose="020B0604030504040204" pitchFamily="34" charset="0"/>
                  </a:rPr>
                  <a:t>hoặc</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𝑷</m:t>
                    </m:r>
                  </m:oMath>
                </a14:m>
                <a:r>
                  <a:rPr lang="fr-FR" sz="4800" b="1" i="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là </a:t>
                </a:r>
                <a:r>
                  <a:rPr lang="fr-FR" sz="4800" b="1" dirty="0" err="1">
                    <a:latin typeface="Tahoma" panose="020B0604030504040204" pitchFamily="34" charset="0"/>
                    <a:ea typeface="Tahoma" panose="020B0604030504040204" pitchFamily="34" charset="0"/>
                    <a:cs typeface="Tahoma" panose="020B0604030504040204" pitchFamily="34" charset="0"/>
                  </a:rPr>
                  <a:t>điều</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kiện</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cần</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đủ</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để</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có</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𝑸</m:t>
                    </m:r>
                  </m:oMath>
                </a14:m>
                <a:r>
                  <a:rPr lang="fr-FR" sz="4800" b="1" dirty="0">
                    <a:latin typeface="Tahoma" panose="020B0604030504040204" pitchFamily="34" charset="0"/>
                    <a:ea typeface="Tahoma" panose="020B0604030504040204" pitchFamily="34" charset="0"/>
                    <a:cs typeface="Tahoma" panose="020B0604030504040204" pitchFamily="34" charset="0"/>
                  </a:rPr>
                  <a:t> ” </a:t>
                </a:r>
                <a:r>
                  <a:rPr lang="fr-FR" sz="4800" b="1" dirty="0" err="1">
                    <a:latin typeface="Tahoma" panose="020B0604030504040204" pitchFamily="34" charset="0"/>
                    <a:ea typeface="Tahoma" panose="020B0604030504040204" pitchFamily="34" charset="0"/>
                    <a:cs typeface="Tahoma" panose="020B0604030504040204" pitchFamily="34" charset="0"/>
                  </a:rPr>
                  <a:t>hoặc</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𝑷</m:t>
                    </m:r>
                    <m:r>
                      <a:rPr lang="vi-VN" sz="4800" b="1" i="1" smtClean="0">
                        <a:latin typeface="Cambria Math" panose="02040503050406030204" pitchFamily="18" charset="0"/>
                      </a:rPr>
                      <m:t> </m:t>
                    </m:r>
                  </m:oMath>
                </a14:m>
                <a:r>
                  <a:rPr lang="fr-FR" sz="4800" b="1" dirty="0">
                    <a:latin typeface="Tahoma" panose="020B0604030504040204" pitchFamily="34" charset="0"/>
                    <a:ea typeface="Tahoma" panose="020B0604030504040204" pitchFamily="34" charset="0"/>
                    <a:cs typeface="Tahoma" panose="020B0604030504040204" pitchFamily="34" charset="0"/>
                  </a:rPr>
                  <a:t>khi </a:t>
                </a:r>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chỉ</a:t>
                </a:r>
                <a:r>
                  <a:rPr lang="fr-FR" sz="4800" b="1" dirty="0">
                    <a:latin typeface="Tahoma" panose="020B0604030504040204" pitchFamily="34" charset="0"/>
                    <a:ea typeface="Tahoma" panose="020B0604030504040204" pitchFamily="34" charset="0"/>
                    <a:cs typeface="Tahoma" panose="020B0604030504040204" pitchFamily="34" charset="0"/>
                  </a:rPr>
                  <a:t> khi  </a:t>
                </a:r>
                <a14:m>
                  <m:oMath xmlns:m="http://schemas.openxmlformats.org/officeDocument/2006/math">
                    <m:r>
                      <a:rPr lang="fr-FR" sz="4800" b="1" i="1">
                        <a:latin typeface="Cambria Math" panose="02040503050406030204" pitchFamily="18" charset="0"/>
                      </a:rPr>
                      <m:t>𝑸</m:t>
                    </m:r>
                  </m:oMath>
                </a14:m>
                <a:r>
                  <a:rPr lang="fr-FR" sz="4800" b="1" dirty="0">
                    <a:latin typeface="Tahoma" panose="020B0604030504040204" pitchFamily="34" charset="0"/>
                    <a:ea typeface="Tahoma" panose="020B0604030504040204" pitchFamily="34" charset="0"/>
                    <a:cs typeface="Tahoma" panose="020B0604030504040204" pitchFamily="34" charset="0"/>
                  </a:rPr>
                  <a:t> ”.</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86" name="Rectangle 85">
                <a:extLst>
                  <a:ext uri="{FF2B5EF4-FFF2-40B4-BE49-F238E27FC236}">
                    <a16:creationId xmlns:a16="http://schemas.microsoft.com/office/drawing/2014/main" id="{AC37888B-97E9-42E3-82BD-29595758137A}"/>
                  </a:ext>
                </a:extLst>
              </p:cNvPr>
              <p:cNvSpPr>
                <a:spLocks noRot="1" noChangeAspect="1" noMove="1" noResize="1" noEditPoints="1" noAdjustHandles="1" noChangeArrowheads="1" noChangeShapeType="1" noTextEdit="1"/>
              </p:cNvSpPr>
              <p:nvPr/>
            </p:nvSpPr>
            <p:spPr>
              <a:xfrm>
                <a:off x="1514230" y="8348385"/>
                <a:ext cx="22378999" cy="2308324"/>
              </a:xfrm>
              <a:prstGeom prst="rect">
                <a:avLst/>
              </a:prstGeom>
              <a:blipFill>
                <a:blip r:embed="rId4"/>
                <a:stretch>
                  <a:fillRect l="-1226" t="-6332" b="-12665"/>
                </a:stretch>
              </a:blipFill>
            </p:spPr>
            <p:txBody>
              <a:bodyPr/>
              <a:lstStyle/>
              <a:p>
                <a:r>
                  <a:rPr lang="en-US">
                    <a:noFill/>
                  </a:rPr>
                  <a:t> </a:t>
                </a:r>
              </a:p>
            </p:txBody>
          </p:sp>
        </mc:Fallback>
      </mc:AlternateContent>
      <p:grpSp>
        <p:nvGrpSpPr>
          <p:cNvPr id="46" name="Group 45">
            <a:extLst>
              <a:ext uri="{FF2B5EF4-FFF2-40B4-BE49-F238E27FC236}">
                <a16:creationId xmlns:a16="http://schemas.microsoft.com/office/drawing/2014/main" id="{2D5F1879-E2C7-42CA-94F8-92FF592236D3}"/>
              </a:ext>
            </a:extLst>
          </p:cNvPr>
          <p:cNvGrpSpPr/>
          <p:nvPr/>
        </p:nvGrpSpPr>
        <p:grpSpPr>
          <a:xfrm>
            <a:off x="1055781" y="2501634"/>
            <a:ext cx="18592800" cy="830997"/>
            <a:chOff x="777875" y="1892299"/>
            <a:chExt cx="18592800" cy="830995"/>
          </a:xfrm>
        </p:grpSpPr>
        <p:sp>
          <p:nvSpPr>
            <p:cNvPr id="47" name="Rounded Rectangle 71">
              <a:extLst>
                <a:ext uri="{FF2B5EF4-FFF2-40B4-BE49-F238E27FC236}">
                  <a16:creationId xmlns:a16="http://schemas.microsoft.com/office/drawing/2014/main" id="{F0A35595-F802-4630-9930-199628F3A69D}"/>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0CE9F260-F6B5-4B60-B6CC-114DE5655D54}"/>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4.</a:t>
              </a:r>
            </a:p>
          </p:txBody>
        </p:sp>
        <p:sp>
          <p:nvSpPr>
            <p:cNvPr id="87" name="TextBox 86">
              <a:extLst>
                <a:ext uri="{FF2B5EF4-FFF2-40B4-BE49-F238E27FC236}">
                  <a16:creationId xmlns:a16="http://schemas.microsoft.com/office/drawing/2014/main" id="{73CC5716-B3FF-415B-9257-8D082F557E10}"/>
                </a:ext>
              </a:extLst>
            </p:cNvPr>
            <p:cNvSpPr txBox="1"/>
            <p:nvPr/>
          </p:nvSpPr>
          <p:spPr>
            <a:xfrm>
              <a:off x="2087561" y="1892299"/>
              <a:ext cx="17283114" cy="830995"/>
            </a:xfrm>
            <a:prstGeom prst="rect">
              <a:avLst/>
            </a:prstGeom>
            <a:noFill/>
          </p:spPr>
          <p:txBody>
            <a:bodyPr wrap="square" rtlCol="0">
              <a:spAutoFit/>
            </a:bodyPr>
            <a:lstStyle/>
            <a:p>
              <a:r>
                <a:rPr lang="en-US" sz="4800" b="1">
                  <a:solidFill>
                    <a:srgbClr val="145F82"/>
                  </a:solidFill>
                  <a:latin typeface="Tahoma" pitchFamily="34" charset="0"/>
                  <a:ea typeface="Tahoma" pitchFamily="34" charset="0"/>
                  <a:cs typeface="Tahoma" pitchFamily="34" charset="0"/>
                </a:rPr>
                <a:t>MỆNH ĐỀ TƯƠNG ĐƯƠNG.</a:t>
              </a:r>
              <a:endParaRPr lang="en-US" sz="4800" b="1" dirty="0">
                <a:solidFill>
                  <a:srgbClr val="145F82"/>
                </a:solidFill>
                <a:latin typeface="Tahoma" pitchFamily="34" charset="0"/>
                <a:ea typeface="Tahoma" pitchFamily="34" charset="0"/>
                <a:cs typeface="Tahoma" pitchFamily="34" charset="0"/>
              </a:endParaRPr>
            </a:p>
          </p:txBody>
        </p:sp>
      </p:grpSp>
      <mc:AlternateContent xmlns:mc="http://schemas.openxmlformats.org/markup-compatibility/2006" xmlns:a14="http://schemas.microsoft.com/office/drawing/2010/main">
        <mc:Choice Requires="a14">
          <p:sp>
            <p:nvSpPr>
              <p:cNvPr id="88" name="Rectangle: Rounded Corners 87">
                <a:extLst>
                  <a:ext uri="{FF2B5EF4-FFF2-40B4-BE49-F238E27FC236}">
                    <a16:creationId xmlns:a16="http://schemas.microsoft.com/office/drawing/2014/main" id="{8B3F33BB-201F-4BA4-ABB9-D537BFB33DCA}"/>
                  </a:ext>
                </a:extLst>
              </p:cNvPr>
              <p:cNvSpPr/>
              <p:nvPr/>
            </p:nvSpPr>
            <p:spPr>
              <a:xfrm>
                <a:off x="1341531" y="4617863"/>
                <a:ext cx="21013644" cy="194725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marL="685800" indent="-685800">
                  <a:buFont typeface="Wingdings" panose="05000000000000000000" pitchFamily="2" charset="2"/>
                  <a:buChar char="Ø"/>
                </a:pP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𝑷</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nếu</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chỉ</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nếu</a:t>
                </a:r>
                <a:r>
                  <a:rPr lang="fr-FR" sz="4800" b="1" i="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𝑸</m:t>
                    </m:r>
                  </m:oMath>
                </a14:m>
                <a:r>
                  <a:rPr lang="fr-FR" sz="4800" b="1" dirty="0">
                    <a:latin typeface="Tahoma" panose="020B0604030504040204" pitchFamily="34" charset="0"/>
                    <a:ea typeface="Tahoma" panose="020B0604030504040204" pitchFamily="34" charset="0"/>
                    <a:cs typeface="Tahoma" panose="020B0604030504040204" pitchFamily="34" charset="0"/>
                  </a:rPr>
                  <a:t> ” </a:t>
                </a:r>
                <a:r>
                  <a:rPr lang="fr-FR" sz="4800" b="1" dirty="0" err="1">
                    <a:latin typeface="Tahoma" panose="020B0604030504040204" pitchFamily="34" charset="0"/>
                    <a:ea typeface="Tahoma" panose="020B0604030504040204" pitchFamily="34" charset="0"/>
                    <a:cs typeface="Tahoma" panose="020B0604030504040204" pitchFamily="34" charset="0"/>
                  </a:rPr>
                  <a:t>được</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gọi</a:t>
                </a:r>
                <a:r>
                  <a:rPr lang="fr-FR" sz="4800" b="1" dirty="0">
                    <a:latin typeface="Tahoma" panose="020B0604030504040204" pitchFamily="34" charset="0"/>
                    <a:ea typeface="Tahoma" panose="020B0604030504040204" pitchFamily="34" charset="0"/>
                    <a:cs typeface="Tahoma" panose="020B0604030504040204" pitchFamily="34" charset="0"/>
                  </a:rPr>
                  <a:t> là </a:t>
                </a:r>
                <a:r>
                  <a:rPr lang="fr-FR" sz="4800" b="1" dirty="0" err="1">
                    <a:latin typeface="Tahoma" panose="020B0604030504040204" pitchFamily="34" charset="0"/>
                    <a:ea typeface="Tahoma" panose="020B0604030504040204" pitchFamily="34" charset="0"/>
                    <a:cs typeface="Tahoma" panose="020B0604030504040204" pitchFamily="34" charset="0"/>
                  </a:rPr>
                  <a:t>một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tương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đương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kí</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hiệu</a:t>
                </a:r>
                <a:r>
                  <a:rPr lang="fr-FR" sz="4800" b="1" dirty="0">
                    <a:latin typeface="Tahoma" panose="020B0604030504040204" pitchFamily="34" charset="0"/>
                    <a:ea typeface="Tahoma" panose="020B0604030504040204" pitchFamily="34" charset="0"/>
                    <a:cs typeface="Tahoma" panose="020B0604030504040204" pitchFamily="34" charset="0"/>
                  </a:rPr>
                  <a:t> là </a:t>
                </a:r>
                <a14:m>
                  <m:oMath xmlns:m="http://schemas.openxmlformats.org/officeDocument/2006/math">
                    <m:r>
                      <a:rPr lang="fr-FR" sz="4800" b="1" i="1">
                        <a:latin typeface="Cambria Math" panose="02040503050406030204" pitchFamily="18" charset="0"/>
                      </a:rPr>
                      <m:t>𝑷</m:t>
                    </m:r>
                    <m:r>
                      <a:rPr lang="fr-FR" sz="4800" b="1" i="1">
                        <a:latin typeface="Cambria Math" panose="02040503050406030204" pitchFamily="18" charset="0"/>
                      </a:rPr>
                      <m:t>⇔</m:t>
                    </m:r>
                    <m:r>
                      <a:rPr lang="fr-FR" sz="4800" b="1" i="1">
                        <a:latin typeface="Cambria Math" panose="02040503050406030204" pitchFamily="18" charset="0"/>
                      </a:rPr>
                      <m:t>𝑸</m:t>
                    </m:r>
                  </m:oMath>
                </a14:m>
                <a:r>
                  <a:rPr lang="fr-FR" sz="4800" b="1" i="1" dirty="0">
                    <a:latin typeface="Tahoma" panose="020B0604030504040204" pitchFamily="34" charset="0"/>
                    <a:ea typeface="Tahoma" panose="020B0604030504040204" pitchFamily="34" charset="0"/>
                    <a:cs typeface="Tahoma" panose="020B0604030504040204" pitchFamily="34" charset="0"/>
                  </a:rPr>
                  <a:t>.</a:t>
                </a:r>
                <a:r>
                  <a:rPr lang="fr-FR" sz="4800" b="1" dirty="0">
                    <a:latin typeface="Tahoma" panose="020B0604030504040204" pitchFamily="34" charset="0"/>
                    <a:ea typeface="Tahoma" panose="020B0604030504040204" pitchFamily="34" charset="0"/>
                    <a:cs typeface="Tahoma" panose="020B0604030504040204" pitchFamily="34" charset="0"/>
                  </a:rPr>
                  <a:t> </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88" name="Rectangle: Rounded Corners 87">
                <a:extLst>
                  <a:ext uri="{FF2B5EF4-FFF2-40B4-BE49-F238E27FC236}">
                    <a16:creationId xmlns:a16="http://schemas.microsoft.com/office/drawing/2014/main" id="{8B3F33BB-201F-4BA4-ABB9-D537BFB33DCA}"/>
                  </a:ext>
                </a:extLst>
              </p:cNvPr>
              <p:cNvSpPr>
                <a:spLocks noRot="1" noChangeAspect="1" noMove="1" noResize="1" noEditPoints="1" noAdjustHandles="1" noChangeArrowheads="1" noChangeShapeType="1" noTextEdit="1"/>
              </p:cNvSpPr>
              <p:nvPr/>
            </p:nvSpPr>
            <p:spPr>
              <a:xfrm>
                <a:off x="1341531" y="4617863"/>
                <a:ext cx="21013644" cy="1947250"/>
              </a:xfrm>
              <a:prstGeom prst="roundRect">
                <a:avLst/>
              </a:prstGeom>
              <a:blipFill>
                <a:blip r:embed="rId5"/>
                <a:stretch>
                  <a:fillRect l="-725" b="-5938"/>
                </a:stretch>
              </a:blipFill>
            </p:spPr>
            <p:txBody>
              <a:bodyPr/>
              <a:lstStyle/>
              <a:p>
                <a:r>
                  <a:rPr lang="en-US">
                    <a:noFill/>
                  </a:rPr>
                  <a:t> </a:t>
                </a:r>
              </a:p>
            </p:txBody>
          </p:sp>
        </mc:Fallback>
      </mc:AlternateContent>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1215998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inVertical)">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81"/>
                                        </p:tgtEl>
                                        <p:attrNameLst>
                                          <p:attrName>style.visibility</p:attrName>
                                        </p:attrNameLst>
                                      </p:cBhvr>
                                      <p:to>
                                        <p:strVal val="visible"/>
                                      </p:to>
                                    </p:set>
                                    <p:animEffect transition="in" filter="barn(inVertical)">
                                      <p:cBhvr>
                                        <p:cTn id="16" dur="500"/>
                                        <p:tgtEl>
                                          <p:spTgt spid="81"/>
                                        </p:tgtEl>
                                      </p:cBhvr>
                                    </p:animEffect>
                                  </p:childTnLst>
                                </p:cTn>
                              </p:par>
                            </p:childTnLst>
                          </p:cTn>
                        </p:par>
                        <p:par>
                          <p:cTn id="17" fill="hold">
                            <p:stCondLst>
                              <p:cond delay="500"/>
                            </p:stCondLst>
                            <p:childTnLst>
                              <p:par>
                                <p:cTn id="18" presetID="22" presetClass="entr" presetSubtype="4" fill="hold" grpId="0" nodeType="afterEffect">
                                  <p:stCondLst>
                                    <p:cond delay="0"/>
                                  </p:stCondLst>
                                  <p:childTnLst>
                                    <p:set>
                                      <p:cBhvr>
                                        <p:cTn id="19" dur="1" fill="hold">
                                          <p:stCondLst>
                                            <p:cond delay="0"/>
                                          </p:stCondLst>
                                        </p:cTn>
                                        <p:tgtEl>
                                          <p:spTgt spid="80"/>
                                        </p:tgtEl>
                                        <p:attrNameLst>
                                          <p:attrName>style.visibility</p:attrName>
                                        </p:attrNameLst>
                                      </p:cBhvr>
                                      <p:to>
                                        <p:strVal val="visible"/>
                                      </p:to>
                                    </p:set>
                                    <p:animEffect transition="in" filter="wipe(down)">
                                      <p:cBhvr>
                                        <p:cTn id="20" dur="500"/>
                                        <p:tgtEl>
                                          <p:spTgt spid="8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86"/>
                                        </p:tgtEl>
                                        <p:attrNameLst>
                                          <p:attrName>style.visibility</p:attrName>
                                        </p:attrNameLst>
                                      </p:cBhvr>
                                      <p:to>
                                        <p:strVal val="visible"/>
                                      </p:to>
                                    </p:set>
                                    <p:animEffect transition="in" filter="wipe(left)">
                                      <p:cBhvr>
                                        <p:cTn id="25"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6" grpId="0"/>
      <p:bldP spid="8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Rectangle 131"/>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nvGrpSpPr>
          <p:cNvPr id="46" name="Group 45">
            <a:extLst>
              <a:ext uri="{FF2B5EF4-FFF2-40B4-BE49-F238E27FC236}">
                <a16:creationId xmlns:a16="http://schemas.microsoft.com/office/drawing/2014/main" id="{2D5F1879-E2C7-42CA-94F8-92FF592236D3}"/>
              </a:ext>
            </a:extLst>
          </p:cNvPr>
          <p:cNvGrpSpPr/>
          <p:nvPr/>
        </p:nvGrpSpPr>
        <p:grpSpPr>
          <a:xfrm>
            <a:off x="1055781" y="2501634"/>
            <a:ext cx="18592800" cy="830997"/>
            <a:chOff x="777875" y="1892299"/>
            <a:chExt cx="18592800" cy="830995"/>
          </a:xfrm>
        </p:grpSpPr>
        <p:sp>
          <p:nvSpPr>
            <p:cNvPr id="47" name="Rounded Rectangle 71">
              <a:extLst>
                <a:ext uri="{FF2B5EF4-FFF2-40B4-BE49-F238E27FC236}">
                  <a16:creationId xmlns:a16="http://schemas.microsoft.com/office/drawing/2014/main" id="{F0A35595-F802-4630-9930-199628F3A69D}"/>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0CE9F260-F6B5-4B60-B6CC-114DE5655D54}"/>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4.</a:t>
              </a:r>
            </a:p>
          </p:txBody>
        </p:sp>
        <p:sp>
          <p:nvSpPr>
            <p:cNvPr id="87" name="TextBox 86">
              <a:extLst>
                <a:ext uri="{FF2B5EF4-FFF2-40B4-BE49-F238E27FC236}">
                  <a16:creationId xmlns:a16="http://schemas.microsoft.com/office/drawing/2014/main" id="{73CC5716-B3FF-415B-9257-8D082F557E10}"/>
                </a:ext>
              </a:extLst>
            </p:cNvPr>
            <p:cNvSpPr txBox="1"/>
            <p:nvPr/>
          </p:nvSpPr>
          <p:spPr>
            <a:xfrm>
              <a:off x="2087561" y="1892299"/>
              <a:ext cx="17283114" cy="830995"/>
            </a:xfrm>
            <a:prstGeom prst="rect">
              <a:avLst/>
            </a:prstGeom>
            <a:noFill/>
          </p:spPr>
          <p:txBody>
            <a:bodyPr wrap="square" rtlCol="0">
              <a:spAutoFit/>
            </a:bodyPr>
            <a:lstStyle/>
            <a:p>
              <a:r>
                <a:rPr lang="en-US" sz="4800" b="1">
                  <a:solidFill>
                    <a:srgbClr val="145F82"/>
                  </a:solidFill>
                  <a:latin typeface="Tahoma" pitchFamily="34" charset="0"/>
                  <a:ea typeface="Tahoma" pitchFamily="34" charset="0"/>
                  <a:cs typeface="Tahoma" pitchFamily="34" charset="0"/>
                </a:rPr>
                <a:t>MỆNH ĐỀ TƯƠNG ĐƯƠNG.</a:t>
              </a:r>
              <a:endParaRPr lang="en-US" sz="4800" b="1" dirty="0">
                <a:solidFill>
                  <a:srgbClr val="145F82"/>
                </a:solidFill>
                <a:latin typeface="Tahoma" pitchFamily="34" charset="0"/>
                <a:ea typeface="Tahoma" pitchFamily="34" charset="0"/>
                <a:cs typeface="Tahoma" pitchFamily="34" charset="0"/>
              </a:endParaRPr>
            </a:p>
          </p:txBody>
        </p:sp>
      </p:grpSp>
      <p:sp>
        <p:nvSpPr>
          <p:cNvPr id="88" name="TextBox 87">
            <a:extLst>
              <a:ext uri="{FF2B5EF4-FFF2-40B4-BE49-F238E27FC236}">
                <a16:creationId xmlns:a16="http://schemas.microsoft.com/office/drawing/2014/main" id="{7E4260F9-6F78-40A1-96A5-D8759F199442}"/>
              </a:ext>
            </a:extLst>
          </p:cNvPr>
          <p:cNvSpPr txBox="1"/>
          <p:nvPr/>
        </p:nvSpPr>
        <p:spPr>
          <a:xfrm>
            <a:off x="1551082" y="5631343"/>
            <a:ext cx="2071386" cy="800219"/>
          </a:xfrm>
          <a:prstGeom prst="rect">
            <a:avLst/>
          </a:prstGeom>
          <a:noFill/>
        </p:spPr>
        <p:txBody>
          <a:bodyPr wrap="squar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89" name="Rounded Rectangle 61">
            <a:extLst>
              <a:ext uri="{FF2B5EF4-FFF2-40B4-BE49-F238E27FC236}">
                <a16:creationId xmlns:a16="http://schemas.microsoft.com/office/drawing/2014/main" id="{A7190076-6C25-406B-A93C-15C041BB7305}"/>
              </a:ext>
            </a:extLst>
          </p:cNvPr>
          <p:cNvSpPr/>
          <p:nvPr/>
        </p:nvSpPr>
        <p:spPr>
          <a:xfrm>
            <a:off x="990600" y="3717537"/>
            <a:ext cx="22407574" cy="4891823"/>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90" name="Group 67">
            <a:extLst>
              <a:ext uri="{FF2B5EF4-FFF2-40B4-BE49-F238E27FC236}">
                <a16:creationId xmlns:a16="http://schemas.microsoft.com/office/drawing/2014/main" id="{56D30F83-0703-4A80-9642-1F664CC77BA3}"/>
              </a:ext>
            </a:extLst>
          </p:cNvPr>
          <p:cNvGrpSpPr/>
          <p:nvPr/>
        </p:nvGrpSpPr>
        <p:grpSpPr>
          <a:xfrm>
            <a:off x="1029640" y="3352800"/>
            <a:ext cx="4010579" cy="940513"/>
            <a:chOff x="1311958" y="3405486"/>
            <a:chExt cx="3579192" cy="940513"/>
          </a:xfrm>
        </p:grpSpPr>
        <p:sp>
          <p:nvSpPr>
            <p:cNvPr id="91" name="Freeform 20">
              <a:extLst>
                <a:ext uri="{FF2B5EF4-FFF2-40B4-BE49-F238E27FC236}">
                  <a16:creationId xmlns:a16="http://schemas.microsoft.com/office/drawing/2014/main" id="{A7B5215F-EDB2-4902-9E28-130A12FD5360}"/>
                </a:ext>
              </a:extLst>
            </p:cNvPr>
            <p:cNvSpPr>
              <a:spLocks/>
            </p:cNvSpPr>
            <p:nvPr/>
          </p:nvSpPr>
          <p:spPr bwMode="auto">
            <a:xfrm rot="5400000">
              <a:off x="3085216" y="2507252"/>
              <a:ext cx="793396" cy="2818473"/>
            </a:xfrm>
            <a:prstGeom prst="round2SameRect">
              <a:avLst/>
            </a:prstGeom>
            <a:solidFill>
              <a:srgbClr val="70AD47">
                <a:lumMod val="75000"/>
              </a:srgbClr>
            </a:solidFill>
            <a:ln w="57150">
              <a:solidFill>
                <a:srgbClr val="70AD47">
                  <a:lumMod val="75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92" name="TextBox 91">
              <a:extLst>
                <a:ext uri="{FF2B5EF4-FFF2-40B4-BE49-F238E27FC236}">
                  <a16:creationId xmlns:a16="http://schemas.microsoft.com/office/drawing/2014/main" id="{2925C7EB-42A5-4B8D-9B7F-2EF6B05B8486}"/>
                </a:ext>
              </a:extLst>
            </p:cNvPr>
            <p:cNvSpPr txBox="1"/>
            <p:nvPr/>
          </p:nvSpPr>
          <p:spPr>
            <a:xfrm>
              <a:off x="2316645" y="3484582"/>
              <a:ext cx="2404826" cy="8002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600" b="1" kern="0">
                  <a:solidFill>
                    <a:prstClr val="white"/>
                  </a:solidFill>
                  <a:latin typeface="Tahoma" pitchFamily="34" charset="0"/>
                  <a:ea typeface="Tahoma" pitchFamily="34" charset="0"/>
                  <a:cs typeface="Tahoma" pitchFamily="34" charset="0"/>
                </a:rPr>
                <a:t>Ví dụ 5</a:t>
              </a:r>
              <a:r>
                <a:rPr kumimoji="0" lang="en-US" sz="4600" b="1" i="0" u="none" strike="noStrike" kern="0" cap="none" spc="0" normalizeH="0" baseline="0" noProof="0">
                  <a:ln>
                    <a:noFill/>
                  </a:ln>
                  <a:solidFill>
                    <a:prstClr val="white"/>
                  </a:solidFill>
                  <a:effectLst/>
                  <a:uLnTx/>
                  <a:uFillTx/>
                  <a:latin typeface="Tahoma" pitchFamily="34" charset="0"/>
                  <a:ea typeface="Tahoma" pitchFamily="34" charset="0"/>
                  <a:cs typeface="Tahoma" pitchFamily="34" charset="0"/>
                </a:rPr>
                <a:t> </a:t>
              </a:r>
              <a:endParaRPr kumimoji="0" lang="en-US" sz="4600" b="1" i="0" u="none" strike="noStrike" kern="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p:grpSp>
          <p:nvGrpSpPr>
            <p:cNvPr id="93" name="Group 70">
              <a:extLst>
                <a:ext uri="{FF2B5EF4-FFF2-40B4-BE49-F238E27FC236}">
                  <a16:creationId xmlns:a16="http://schemas.microsoft.com/office/drawing/2014/main" id="{6F28BB4A-5CE3-40C5-B758-37A37F4D97C8}"/>
                </a:ext>
              </a:extLst>
            </p:cNvPr>
            <p:cNvGrpSpPr/>
            <p:nvPr/>
          </p:nvGrpSpPr>
          <p:grpSpPr>
            <a:xfrm>
              <a:off x="1311958" y="3405486"/>
              <a:ext cx="950173" cy="940513"/>
              <a:chOff x="1311958" y="3405486"/>
              <a:chExt cx="950173" cy="940513"/>
            </a:xfrm>
          </p:grpSpPr>
          <p:sp>
            <p:nvSpPr>
              <p:cNvPr id="94" name="Rectangle 93">
                <a:extLst>
                  <a:ext uri="{FF2B5EF4-FFF2-40B4-BE49-F238E27FC236}">
                    <a16:creationId xmlns:a16="http://schemas.microsoft.com/office/drawing/2014/main" id="{ED2B56F9-12A8-426A-B314-B83B65D0B6FB}"/>
                  </a:ext>
                </a:extLst>
              </p:cNvPr>
              <p:cNvSpPr/>
              <p:nvPr/>
            </p:nvSpPr>
            <p:spPr>
              <a:xfrm>
                <a:off x="1406975" y="3672018"/>
                <a:ext cx="596676" cy="54031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5" name="Freeform 13">
                <a:extLst>
                  <a:ext uri="{FF2B5EF4-FFF2-40B4-BE49-F238E27FC236}">
                    <a16:creationId xmlns:a16="http://schemas.microsoft.com/office/drawing/2014/main" id="{1BE6B691-B2A6-4FCB-A171-172CFFE9F66D}"/>
                  </a:ext>
                </a:extLst>
              </p:cNvPr>
              <p:cNvSpPr>
                <a:spLocks noEditPoints="1"/>
              </p:cNvSpPr>
              <p:nvPr/>
            </p:nvSpPr>
            <p:spPr bwMode="auto">
              <a:xfrm>
                <a:off x="1311958" y="3581027"/>
                <a:ext cx="190035" cy="268948"/>
              </a:xfrm>
              <a:custGeom>
                <a:avLst/>
                <a:gdLst>
                  <a:gd name="T0" fmla="*/ 34 w 50"/>
                  <a:gd name="T1" fmla="*/ 16 h 71"/>
                  <a:gd name="T2" fmla="*/ 34 w 50"/>
                  <a:gd name="T3" fmla="*/ 55 h 71"/>
                  <a:gd name="T4" fmla="*/ 16 w 50"/>
                  <a:gd name="T5" fmla="*/ 55 h 71"/>
                  <a:gd name="T6" fmla="*/ 16 w 50"/>
                  <a:gd name="T7" fmla="*/ 16 h 71"/>
                  <a:gd name="T8" fmla="*/ 34 w 50"/>
                  <a:gd name="T9" fmla="*/ 16 h 71"/>
                  <a:gd name="T10" fmla="*/ 34 w 50"/>
                  <a:gd name="T11" fmla="*/ 0 h 71"/>
                  <a:gd name="T12" fmla="*/ 16 w 50"/>
                  <a:gd name="T13" fmla="*/ 0 h 71"/>
                  <a:gd name="T14" fmla="*/ 0 w 50"/>
                  <a:gd name="T15" fmla="*/ 16 h 71"/>
                  <a:gd name="T16" fmla="*/ 0 w 50"/>
                  <a:gd name="T17" fmla="*/ 55 h 71"/>
                  <a:gd name="T18" fmla="*/ 16 w 50"/>
                  <a:gd name="T19" fmla="*/ 71 h 71"/>
                  <a:gd name="T20" fmla="*/ 34 w 50"/>
                  <a:gd name="T21" fmla="*/ 71 h 71"/>
                  <a:gd name="T22" fmla="*/ 50 w 50"/>
                  <a:gd name="T23" fmla="*/ 55 h 71"/>
                  <a:gd name="T24" fmla="*/ 50 w 50"/>
                  <a:gd name="T25" fmla="*/ 16 h 71"/>
                  <a:gd name="T26" fmla="*/ 34 w 50"/>
                  <a:gd name="T2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1">
                    <a:moveTo>
                      <a:pt x="34" y="16"/>
                    </a:moveTo>
                    <a:cubicBezTo>
                      <a:pt x="34" y="55"/>
                      <a:pt x="34" y="55"/>
                      <a:pt x="34" y="55"/>
                    </a:cubicBezTo>
                    <a:cubicBezTo>
                      <a:pt x="16" y="55"/>
                      <a:pt x="16" y="55"/>
                      <a:pt x="16" y="55"/>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5"/>
                      <a:pt x="0" y="55"/>
                      <a:pt x="0" y="55"/>
                    </a:cubicBezTo>
                    <a:cubicBezTo>
                      <a:pt x="0" y="64"/>
                      <a:pt x="7" y="71"/>
                      <a:pt x="16" y="71"/>
                    </a:cubicBezTo>
                    <a:cubicBezTo>
                      <a:pt x="34" y="71"/>
                      <a:pt x="34" y="71"/>
                      <a:pt x="34" y="71"/>
                    </a:cubicBezTo>
                    <a:cubicBezTo>
                      <a:pt x="43" y="71"/>
                      <a:pt x="50" y="64"/>
                      <a:pt x="50" y="55"/>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96" name="Freeform 14">
                <a:extLst>
                  <a:ext uri="{FF2B5EF4-FFF2-40B4-BE49-F238E27FC236}">
                    <a16:creationId xmlns:a16="http://schemas.microsoft.com/office/drawing/2014/main" id="{2A2ECF5C-2895-4E51-B6CE-F93F67682B57}"/>
                  </a:ext>
                </a:extLst>
              </p:cNvPr>
              <p:cNvSpPr>
                <a:spLocks noEditPoints="1"/>
              </p:cNvSpPr>
              <p:nvPr/>
            </p:nvSpPr>
            <p:spPr bwMode="auto">
              <a:xfrm>
                <a:off x="1311958" y="3581027"/>
                <a:ext cx="277000" cy="181983"/>
              </a:xfrm>
              <a:custGeom>
                <a:avLst/>
                <a:gdLst>
                  <a:gd name="T0" fmla="*/ 57 w 73"/>
                  <a:gd name="T1" fmla="*/ 16 h 48"/>
                  <a:gd name="T2" fmla="*/ 57 w 73"/>
                  <a:gd name="T3" fmla="*/ 32 h 48"/>
                  <a:gd name="T4" fmla="*/ 16 w 73"/>
                  <a:gd name="T5" fmla="*/ 32 h 48"/>
                  <a:gd name="T6" fmla="*/ 16 w 73"/>
                  <a:gd name="T7" fmla="*/ 16 h 48"/>
                  <a:gd name="T8" fmla="*/ 57 w 73"/>
                  <a:gd name="T9" fmla="*/ 16 h 48"/>
                  <a:gd name="T10" fmla="*/ 57 w 73"/>
                  <a:gd name="T11" fmla="*/ 0 h 48"/>
                  <a:gd name="T12" fmla="*/ 16 w 73"/>
                  <a:gd name="T13" fmla="*/ 0 h 48"/>
                  <a:gd name="T14" fmla="*/ 0 w 73"/>
                  <a:gd name="T15" fmla="*/ 16 h 48"/>
                  <a:gd name="T16" fmla="*/ 0 w 73"/>
                  <a:gd name="T17" fmla="*/ 32 h 48"/>
                  <a:gd name="T18" fmla="*/ 16 w 73"/>
                  <a:gd name="T19" fmla="*/ 48 h 48"/>
                  <a:gd name="T20" fmla="*/ 57 w 73"/>
                  <a:gd name="T21" fmla="*/ 48 h 48"/>
                  <a:gd name="T22" fmla="*/ 73 w 73"/>
                  <a:gd name="T23" fmla="*/ 32 h 48"/>
                  <a:gd name="T24" fmla="*/ 73 w 73"/>
                  <a:gd name="T25" fmla="*/ 16 h 48"/>
                  <a:gd name="T26" fmla="*/ 57 w 73"/>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8">
                    <a:moveTo>
                      <a:pt x="57" y="16"/>
                    </a:moveTo>
                    <a:cubicBezTo>
                      <a:pt x="57" y="32"/>
                      <a:pt x="57" y="32"/>
                      <a:pt x="57" y="32"/>
                    </a:cubicBezTo>
                    <a:cubicBezTo>
                      <a:pt x="16" y="32"/>
                      <a:pt x="16" y="32"/>
                      <a:pt x="16" y="32"/>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2"/>
                      <a:pt x="0" y="32"/>
                      <a:pt x="0" y="32"/>
                    </a:cubicBezTo>
                    <a:cubicBezTo>
                      <a:pt x="0" y="41"/>
                      <a:pt x="7" y="48"/>
                      <a:pt x="16" y="48"/>
                    </a:cubicBezTo>
                    <a:cubicBezTo>
                      <a:pt x="57" y="48"/>
                      <a:pt x="57" y="48"/>
                      <a:pt x="57" y="48"/>
                    </a:cubicBezTo>
                    <a:cubicBezTo>
                      <a:pt x="66" y="48"/>
                      <a:pt x="73" y="41"/>
                      <a:pt x="73" y="32"/>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98" name="Freeform 15">
                <a:extLst>
                  <a:ext uri="{FF2B5EF4-FFF2-40B4-BE49-F238E27FC236}">
                    <a16:creationId xmlns:a16="http://schemas.microsoft.com/office/drawing/2014/main" id="{1554E9D7-B705-4C8D-886B-3B0CA61FA4B1}"/>
                  </a:ext>
                </a:extLst>
              </p:cNvPr>
              <p:cNvSpPr>
                <a:spLocks noEditPoints="1"/>
              </p:cNvSpPr>
              <p:nvPr/>
            </p:nvSpPr>
            <p:spPr bwMode="auto">
              <a:xfrm>
                <a:off x="1563190" y="3581027"/>
                <a:ext cx="285052" cy="181983"/>
              </a:xfrm>
              <a:custGeom>
                <a:avLst/>
                <a:gdLst>
                  <a:gd name="T0" fmla="*/ 58 w 75"/>
                  <a:gd name="T1" fmla="*/ 16 h 48"/>
                  <a:gd name="T2" fmla="*/ 43 w 75"/>
                  <a:gd name="T3" fmla="*/ 32 h 48"/>
                  <a:gd name="T4" fmla="*/ 16 w 75"/>
                  <a:gd name="T5" fmla="*/ 32 h 48"/>
                  <a:gd name="T6" fmla="*/ 16 w 75"/>
                  <a:gd name="T7" fmla="*/ 16 h 48"/>
                  <a:gd name="T8" fmla="*/ 58 w 75"/>
                  <a:gd name="T9" fmla="*/ 16 h 48"/>
                  <a:gd name="T10" fmla="*/ 58 w 75"/>
                  <a:gd name="T11" fmla="*/ 0 h 48"/>
                  <a:gd name="T12" fmla="*/ 16 w 75"/>
                  <a:gd name="T13" fmla="*/ 0 h 48"/>
                  <a:gd name="T14" fmla="*/ 0 w 75"/>
                  <a:gd name="T15" fmla="*/ 16 h 48"/>
                  <a:gd name="T16" fmla="*/ 0 w 75"/>
                  <a:gd name="T17" fmla="*/ 32 h 48"/>
                  <a:gd name="T18" fmla="*/ 16 w 75"/>
                  <a:gd name="T19" fmla="*/ 48 h 48"/>
                  <a:gd name="T20" fmla="*/ 43 w 75"/>
                  <a:gd name="T21" fmla="*/ 48 h 48"/>
                  <a:gd name="T22" fmla="*/ 55 w 75"/>
                  <a:gd name="T23" fmla="*/ 43 h 48"/>
                  <a:gd name="T24" fmla="*/ 70 w 75"/>
                  <a:gd name="T25" fmla="*/ 26 h 48"/>
                  <a:gd name="T26" fmla="*/ 73 w 75"/>
                  <a:gd name="T27" fmla="*/ 9 h 48"/>
                  <a:gd name="T28" fmla="*/ 58 w 75"/>
                  <a:gd name="T2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8">
                    <a:moveTo>
                      <a:pt x="58" y="16"/>
                    </a:moveTo>
                    <a:cubicBezTo>
                      <a:pt x="43" y="32"/>
                      <a:pt x="43" y="32"/>
                      <a:pt x="43" y="32"/>
                    </a:cubicBezTo>
                    <a:cubicBezTo>
                      <a:pt x="16" y="32"/>
                      <a:pt x="16" y="32"/>
                      <a:pt x="16" y="32"/>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2"/>
                      <a:pt x="0" y="32"/>
                      <a:pt x="0" y="32"/>
                    </a:cubicBezTo>
                    <a:cubicBezTo>
                      <a:pt x="0" y="41"/>
                      <a:pt x="8" y="48"/>
                      <a:pt x="16" y="48"/>
                    </a:cubicBezTo>
                    <a:cubicBezTo>
                      <a:pt x="43" y="48"/>
                      <a:pt x="43" y="48"/>
                      <a:pt x="43" y="48"/>
                    </a:cubicBezTo>
                    <a:cubicBezTo>
                      <a:pt x="48" y="48"/>
                      <a:pt x="52" y="46"/>
                      <a:pt x="55" y="43"/>
                    </a:cubicBezTo>
                    <a:cubicBezTo>
                      <a:pt x="70" y="26"/>
                      <a:pt x="70" y="26"/>
                      <a:pt x="70" y="26"/>
                    </a:cubicBezTo>
                    <a:cubicBezTo>
                      <a:pt x="74" y="22"/>
                      <a:pt x="75" y="15"/>
                      <a:pt x="73" y="9"/>
                    </a:cubicBezTo>
                    <a:cubicBezTo>
                      <a:pt x="70" y="3"/>
                      <a:pt x="64"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99" name="Freeform 16">
                <a:extLst>
                  <a:ext uri="{FF2B5EF4-FFF2-40B4-BE49-F238E27FC236}">
                    <a16:creationId xmlns:a16="http://schemas.microsoft.com/office/drawing/2014/main" id="{407D9C6C-29D1-42BB-B08C-83E50A601B17}"/>
                  </a:ext>
                </a:extLst>
              </p:cNvPr>
              <p:cNvSpPr>
                <a:spLocks noEditPoints="1"/>
              </p:cNvSpPr>
              <p:nvPr/>
            </p:nvSpPr>
            <p:spPr bwMode="auto">
              <a:xfrm>
                <a:off x="1563190" y="4151132"/>
                <a:ext cx="280221" cy="194867"/>
              </a:xfrm>
              <a:custGeom>
                <a:avLst/>
                <a:gdLst>
                  <a:gd name="T0" fmla="*/ 58 w 74"/>
                  <a:gd name="T1" fmla="*/ 16 h 51"/>
                  <a:gd name="T2" fmla="*/ 58 w 74"/>
                  <a:gd name="T3" fmla="*/ 35 h 51"/>
                  <a:gd name="T4" fmla="*/ 16 w 74"/>
                  <a:gd name="T5" fmla="*/ 35 h 51"/>
                  <a:gd name="T6" fmla="*/ 16 w 74"/>
                  <a:gd name="T7" fmla="*/ 16 h 51"/>
                  <a:gd name="T8" fmla="*/ 58 w 74"/>
                  <a:gd name="T9" fmla="*/ 16 h 51"/>
                  <a:gd name="T10" fmla="*/ 58 w 74"/>
                  <a:gd name="T11" fmla="*/ 0 h 51"/>
                  <a:gd name="T12" fmla="*/ 16 w 74"/>
                  <a:gd name="T13" fmla="*/ 0 h 51"/>
                  <a:gd name="T14" fmla="*/ 0 w 74"/>
                  <a:gd name="T15" fmla="*/ 16 h 51"/>
                  <a:gd name="T16" fmla="*/ 0 w 74"/>
                  <a:gd name="T17" fmla="*/ 35 h 51"/>
                  <a:gd name="T18" fmla="*/ 16 w 74"/>
                  <a:gd name="T19" fmla="*/ 51 h 51"/>
                  <a:gd name="T20" fmla="*/ 58 w 74"/>
                  <a:gd name="T21" fmla="*/ 51 h 51"/>
                  <a:gd name="T22" fmla="*/ 74 w 74"/>
                  <a:gd name="T23" fmla="*/ 35 h 51"/>
                  <a:gd name="T24" fmla="*/ 74 w 74"/>
                  <a:gd name="T25" fmla="*/ 16 h 51"/>
                  <a:gd name="T26" fmla="*/ 58 w 74"/>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1">
                    <a:moveTo>
                      <a:pt x="58" y="16"/>
                    </a:moveTo>
                    <a:cubicBezTo>
                      <a:pt x="58" y="35"/>
                      <a:pt x="58" y="35"/>
                      <a:pt x="58" y="35"/>
                    </a:cubicBezTo>
                    <a:cubicBezTo>
                      <a:pt x="16" y="35"/>
                      <a:pt x="16" y="35"/>
                      <a:pt x="16" y="35"/>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5"/>
                      <a:pt x="0" y="35"/>
                      <a:pt x="0" y="35"/>
                    </a:cubicBezTo>
                    <a:cubicBezTo>
                      <a:pt x="0" y="43"/>
                      <a:pt x="8" y="51"/>
                      <a:pt x="16" y="51"/>
                    </a:cubicBezTo>
                    <a:cubicBezTo>
                      <a:pt x="58" y="51"/>
                      <a:pt x="58" y="51"/>
                      <a:pt x="58" y="51"/>
                    </a:cubicBezTo>
                    <a:cubicBezTo>
                      <a:pt x="67" y="51"/>
                      <a:pt x="74" y="43"/>
                      <a:pt x="74" y="35"/>
                    </a:cubicBezTo>
                    <a:cubicBezTo>
                      <a:pt x="74" y="16"/>
                      <a:pt x="74" y="16"/>
                      <a:pt x="74" y="16"/>
                    </a:cubicBezTo>
                    <a:cubicBezTo>
                      <a:pt x="74" y="7"/>
                      <a:pt x="67"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0" name="Freeform 17">
                <a:extLst>
                  <a:ext uri="{FF2B5EF4-FFF2-40B4-BE49-F238E27FC236}">
                    <a16:creationId xmlns:a16="http://schemas.microsoft.com/office/drawing/2014/main" id="{837A893B-C48C-445E-A515-EE45DF3E9735}"/>
                  </a:ext>
                </a:extLst>
              </p:cNvPr>
              <p:cNvSpPr>
                <a:spLocks noEditPoints="1"/>
              </p:cNvSpPr>
              <p:nvPr/>
            </p:nvSpPr>
            <p:spPr bwMode="auto">
              <a:xfrm>
                <a:off x="1311958" y="4064167"/>
                <a:ext cx="19003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1" name="Freeform 18">
                <a:extLst>
                  <a:ext uri="{FF2B5EF4-FFF2-40B4-BE49-F238E27FC236}">
                    <a16:creationId xmlns:a16="http://schemas.microsoft.com/office/drawing/2014/main" id="{9A9BFD5A-A081-42F9-9DA5-BB24D7A8143C}"/>
                  </a:ext>
                </a:extLst>
              </p:cNvPr>
              <p:cNvSpPr>
                <a:spLocks noEditPoints="1"/>
              </p:cNvSpPr>
              <p:nvPr/>
            </p:nvSpPr>
            <p:spPr bwMode="auto">
              <a:xfrm>
                <a:off x="1311958" y="4151132"/>
                <a:ext cx="27700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2" name="Freeform 19">
                <a:extLst>
                  <a:ext uri="{FF2B5EF4-FFF2-40B4-BE49-F238E27FC236}">
                    <a16:creationId xmlns:a16="http://schemas.microsoft.com/office/drawing/2014/main" id="{766DAEBA-E841-4CEE-9146-BE4FD99ED74B}"/>
                  </a:ext>
                </a:extLst>
              </p:cNvPr>
              <p:cNvSpPr>
                <a:spLocks noEditPoints="1"/>
              </p:cNvSpPr>
              <p:nvPr/>
            </p:nvSpPr>
            <p:spPr bwMode="auto">
              <a:xfrm>
                <a:off x="1311958" y="3820986"/>
                <a:ext cx="19003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3" name="Freeform 20">
                <a:extLst>
                  <a:ext uri="{FF2B5EF4-FFF2-40B4-BE49-F238E27FC236}">
                    <a16:creationId xmlns:a16="http://schemas.microsoft.com/office/drawing/2014/main" id="{410995D1-CF2C-4BD7-A860-33CE02788822}"/>
                  </a:ext>
                </a:extLst>
              </p:cNvPr>
              <p:cNvSpPr>
                <a:spLocks noEditPoints="1"/>
              </p:cNvSpPr>
              <p:nvPr/>
            </p:nvSpPr>
            <p:spPr bwMode="auto">
              <a:xfrm>
                <a:off x="1907830" y="4064167"/>
                <a:ext cx="19164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4" name="Freeform 21">
                <a:extLst>
                  <a:ext uri="{FF2B5EF4-FFF2-40B4-BE49-F238E27FC236}">
                    <a16:creationId xmlns:a16="http://schemas.microsoft.com/office/drawing/2014/main" id="{81B8D3ED-0DC0-4554-85E9-26DCCAAD07E1}"/>
                  </a:ext>
                </a:extLst>
              </p:cNvPr>
              <p:cNvSpPr>
                <a:spLocks noEditPoints="1"/>
              </p:cNvSpPr>
              <p:nvPr/>
            </p:nvSpPr>
            <p:spPr bwMode="auto">
              <a:xfrm>
                <a:off x="1820865" y="4151132"/>
                <a:ext cx="27861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5" name="Freeform 22">
                <a:extLst>
                  <a:ext uri="{FF2B5EF4-FFF2-40B4-BE49-F238E27FC236}">
                    <a16:creationId xmlns:a16="http://schemas.microsoft.com/office/drawing/2014/main" id="{712D4FE4-6564-4F18-9FB0-15AAF0FBB1E2}"/>
                  </a:ext>
                </a:extLst>
              </p:cNvPr>
              <p:cNvSpPr>
                <a:spLocks noEditPoints="1"/>
              </p:cNvSpPr>
              <p:nvPr/>
            </p:nvSpPr>
            <p:spPr bwMode="auto">
              <a:xfrm>
                <a:off x="1907830" y="3820986"/>
                <a:ext cx="19164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6" name="Freeform 23">
                <a:extLst>
                  <a:ext uri="{FF2B5EF4-FFF2-40B4-BE49-F238E27FC236}">
                    <a16:creationId xmlns:a16="http://schemas.microsoft.com/office/drawing/2014/main" id="{1443DE35-43F2-4D81-A6BD-71D1E87A79CC}"/>
                  </a:ext>
                </a:extLst>
              </p:cNvPr>
              <p:cNvSpPr>
                <a:spLocks noEditPoints="1"/>
              </p:cNvSpPr>
              <p:nvPr/>
            </p:nvSpPr>
            <p:spPr bwMode="auto">
              <a:xfrm>
                <a:off x="1661428" y="3405486"/>
                <a:ext cx="600703" cy="594262"/>
              </a:xfrm>
              <a:custGeom>
                <a:avLst/>
                <a:gdLst>
                  <a:gd name="T0" fmla="*/ 105 w 158"/>
                  <a:gd name="T1" fmla="*/ 16 h 156"/>
                  <a:gd name="T2" fmla="*/ 140 w 158"/>
                  <a:gd name="T3" fmla="*/ 56 h 156"/>
                  <a:gd name="T4" fmla="*/ 56 w 158"/>
                  <a:gd name="T5" fmla="*/ 140 h 156"/>
                  <a:gd name="T6" fmla="*/ 17 w 158"/>
                  <a:gd name="T7" fmla="*/ 99 h 156"/>
                  <a:gd name="T8" fmla="*/ 105 w 158"/>
                  <a:gd name="T9" fmla="*/ 16 h 156"/>
                  <a:gd name="T10" fmla="*/ 105 w 158"/>
                  <a:gd name="T11" fmla="*/ 0 h 156"/>
                  <a:gd name="T12" fmla="*/ 94 w 158"/>
                  <a:gd name="T13" fmla="*/ 5 h 156"/>
                  <a:gd name="T14" fmla="*/ 6 w 158"/>
                  <a:gd name="T15" fmla="*/ 87 h 156"/>
                  <a:gd name="T16" fmla="*/ 5 w 158"/>
                  <a:gd name="T17" fmla="*/ 109 h 156"/>
                  <a:gd name="T18" fmla="*/ 44 w 158"/>
                  <a:gd name="T19" fmla="*/ 151 h 156"/>
                  <a:gd name="T20" fmla="*/ 55 w 158"/>
                  <a:gd name="T21" fmla="*/ 156 h 156"/>
                  <a:gd name="T22" fmla="*/ 56 w 158"/>
                  <a:gd name="T23" fmla="*/ 156 h 156"/>
                  <a:gd name="T24" fmla="*/ 67 w 158"/>
                  <a:gd name="T25" fmla="*/ 152 h 156"/>
                  <a:gd name="T26" fmla="*/ 151 w 158"/>
                  <a:gd name="T27" fmla="*/ 67 h 156"/>
                  <a:gd name="T28" fmla="*/ 152 w 158"/>
                  <a:gd name="T29" fmla="*/ 45 h 156"/>
                  <a:gd name="T30" fmla="*/ 117 w 158"/>
                  <a:gd name="T31" fmla="*/ 6 h 156"/>
                  <a:gd name="T32" fmla="*/ 105 w 158"/>
                  <a:gd name="T33" fmla="*/ 0 h 156"/>
                  <a:gd name="T34" fmla="*/ 105 w 158"/>
                  <a:gd name="T3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 h="156">
                    <a:moveTo>
                      <a:pt x="105" y="16"/>
                    </a:moveTo>
                    <a:cubicBezTo>
                      <a:pt x="140" y="56"/>
                      <a:pt x="140" y="56"/>
                      <a:pt x="140" y="56"/>
                    </a:cubicBezTo>
                    <a:cubicBezTo>
                      <a:pt x="56" y="140"/>
                      <a:pt x="56" y="140"/>
                      <a:pt x="56" y="140"/>
                    </a:cubicBezTo>
                    <a:cubicBezTo>
                      <a:pt x="17" y="99"/>
                      <a:pt x="17" y="99"/>
                      <a:pt x="17" y="99"/>
                    </a:cubicBezTo>
                    <a:cubicBezTo>
                      <a:pt x="105" y="16"/>
                      <a:pt x="105" y="16"/>
                      <a:pt x="105" y="16"/>
                    </a:cubicBezTo>
                    <a:moveTo>
                      <a:pt x="105" y="0"/>
                    </a:moveTo>
                    <a:cubicBezTo>
                      <a:pt x="101" y="0"/>
                      <a:pt x="97" y="2"/>
                      <a:pt x="94" y="5"/>
                    </a:cubicBezTo>
                    <a:cubicBezTo>
                      <a:pt x="6" y="87"/>
                      <a:pt x="6" y="87"/>
                      <a:pt x="6" y="87"/>
                    </a:cubicBezTo>
                    <a:cubicBezTo>
                      <a:pt x="0" y="93"/>
                      <a:pt x="0" y="103"/>
                      <a:pt x="5" y="109"/>
                    </a:cubicBezTo>
                    <a:cubicBezTo>
                      <a:pt x="44" y="151"/>
                      <a:pt x="44" y="151"/>
                      <a:pt x="44" y="151"/>
                    </a:cubicBezTo>
                    <a:cubicBezTo>
                      <a:pt x="47" y="154"/>
                      <a:pt x="51" y="156"/>
                      <a:pt x="55" y="156"/>
                    </a:cubicBezTo>
                    <a:cubicBezTo>
                      <a:pt x="55" y="156"/>
                      <a:pt x="56" y="156"/>
                      <a:pt x="56" y="156"/>
                    </a:cubicBezTo>
                    <a:cubicBezTo>
                      <a:pt x="60" y="156"/>
                      <a:pt x="64" y="155"/>
                      <a:pt x="67" y="152"/>
                    </a:cubicBezTo>
                    <a:cubicBezTo>
                      <a:pt x="151" y="67"/>
                      <a:pt x="151" y="67"/>
                      <a:pt x="151" y="67"/>
                    </a:cubicBezTo>
                    <a:cubicBezTo>
                      <a:pt x="157" y="61"/>
                      <a:pt x="158" y="52"/>
                      <a:pt x="152" y="45"/>
                    </a:cubicBezTo>
                    <a:cubicBezTo>
                      <a:pt x="117" y="6"/>
                      <a:pt x="117" y="6"/>
                      <a:pt x="117" y="6"/>
                    </a:cubicBezTo>
                    <a:cubicBezTo>
                      <a:pt x="114" y="3"/>
                      <a:pt x="110" y="1"/>
                      <a:pt x="105" y="0"/>
                    </a:cubicBezTo>
                    <a:cubicBezTo>
                      <a:pt x="105" y="0"/>
                      <a:pt x="105" y="0"/>
                      <a:pt x="105"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7" name="Freeform 24">
                <a:extLst>
                  <a:ext uri="{FF2B5EF4-FFF2-40B4-BE49-F238E27FC236}">
                    <a16:creationId xmlns:a16="http://schemas.microsoft.com/office/drawing/2014/main" id="{FBC82ADE-EF93-4E68-9ABE-B4F387BCD3EE}"/>
                  </a:ext>
                </a:extLst>
              </p:cNvPr>
              <p:cNvSpPr>
                <a:spLocks noEditPoints="1"/>
              </p:cNvSpPr>
              <p:nvPr/>
            </p:nvSpPr>
            <p:spPr bwMode="auto">
              <a:xfrm>
                <a:off x="1555138" y="3790388"/>
                <a:ext cx="318872" cy="293105"/>
              </a:xfrm>
              <a:custGeom>
                <a:avLst/>
                <a:gdLst>
                  <a:gd name="T0" fmla="*/ 32 w 84"/>
                  <a:gd name="T1" fmla="*/ 16 h 77"/>
                  <a:gd name="T2" fmla="*/ 67 w 84"/>
                  <a:gd name="T3" fmla="*/ 50 h 77"/>
                  <a:gd name="T4" fmla="*/ 17 w 84"/>
                  <a:gd name="T5" fmla="*/ 61 h 77"/>
                  <a:gd name="T6" fmla="*/ 32 w 84"/>
                  <a:gd name="T7" fmla="*/ 16 h 77"/>
                  <a:gd name="T8" fmla="*/ 32 w 84"/>
                  <a:gd name="T9" fmla="*/ 0 h 77"/>
                  <a:gd name="T10" fmla="*/ 28 w 84"/>
                  <a:gd name="T11" fmla="*/ 1 h 77"/>
                  <a:gd name="T12" fmla="*/ 17 w 84"/>
                  <a:gd name="T13" fmla="*/ 11 h 77"/>
                  <a:gd name="T14" fmla="*/ 2 w 84"/>
                  <a:gd name="T15" fmla="*/ 56 h 77"/>
                  <a:gd name="T16" fmla="*/ 5 w 84"/>
                  <a:gd name="T17" fmla="*/ 72 h 77"/>
                  <a:gd name="T18" fmla="*/ 17 w 84"/>
                  <a:gd name="T19" fmla="*/ 77 h 77"/>
                  <a:gd name="T20" fmla="*/ 20 w 84"/>
                  <a:gd name="T21" fmla="*/ 76 h 77"/>
                  <a:gd name="T22" fmla="*/ 71 w 84"/>
                  <a:gd name="T23" fmla="*/ 65 h 77"/>
                  <a:gd name="T24" fmla="*/ 83 w 84"/>
                  <a:gd name="T25" fmla="*/ 54 h 77"/>
                  <a:gd name="T26" fmla="*/ 78 w 84"/>
                  <a:gd name="T27" fmla="*/ 38 h 77"/>
                  <a:gd name="T28" fmla="*/ 43 w 84"/>
                  <a:gd name="T29" fmla="*/ 5 h 77"/>
                  <a:gd name="T30" fmla="*/ 32 w 84"/>
                  <a:gd name="T3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77">
                    <a:moveTo>
                      <a:pt x="32" y="16"/>
                    </a:moveTo>
                    <a:cubicBezTo>
                      <a:pt x="67" y="50"/>
                      <a:pt x="67" y="50"/>
                      <a:pt x="67" y="50"/>
                    </a:cubicBezTo>
                    <a:cubicBezTo>
                      <a:pt x="17" y="61"/>
                      <a:pt x="17" y="61"/>
                      <a:pt x="17" y="61"/>
                    </a:cubicBezTo>
                    <a:cubicBezTo>
                      <a:pt x="32" y="16"/>
                      <a:pt x="32" y="16"/>
                      <a:pt x="32" y="16"/>
                    </a:cubicBezTo>
                    <a:moveTo>
                      <a:pt x="32" y="0"/>
                    </a:moveTo>
                    <a:cubicBezTo>
                      <a:pt x="31" y="0"/>
                      <a:pt x="29" y="0"/>
                      <a:pt x="28" y="1"/>
                    </a:cubicBezTo>
                    <a:cubicBezTo>
                      <a:pt x="23" y="2"/>
                      <a:pt x="18" y="6"/>
                      <a:pt x="17" y="11"/>
                    </a:cubicBezTo>
                    <a:cubicBezTo>
                      <a:pt x="2" y="56"/>
                      <a:pt x="2" y="56"/>
                      <a:pt x="2" y="56"/>
                    </a:cubicBezTo>
                    <a:cubicBezTo>
                      <a:pt x="0" y="61"/>
                      <a:pt x="1" y="67"/>
                      <a:pt x="5" y="72"/>
                    </a:cubicBezTo>
                    <a:cubicBezTo>
                      <a:pt x="8" y="75"/>
                      <a:pt x="12" y="77"/>
                      <a:pt x="17" y="77"/>
                    </a:cubicBezTo>
                    <a:cubicBezTo>
                      <a:pt x="18" y="77"/>
                      <a:pt x="19" y="77"/>
                      <a:pt x="20" y="76"/>
                    </a:cubicBezTo>
                    <a:cubicBezTo>
                      <a:pt x="71" y="65"/>
                      <a:pt x="71" y="65"/>
                      <a:pt x="71" y="65"/>
                    </a:cubicBezTo>
                    <a:cubicBezTo>
                      <a:pt x="77" y="64"/>
                      <a:pt x="81" y="59"/>
                      <a:pt x="83" y="54"/>
                    </a:cubicBezTo>
                    <a:cubicBezTo>
                      <a:pt x="84" y="48"/>
                      <a:pt x="83" y="42"/>
                      <a:pt x="78" y="38"/>
                    </a:cubicBezTo>
                    <a:cubicBezTo>
                      <a:pt x="43" y="5"/>
                      <a:pt x="43" y="5"/>
                      <a:pt x="43" y="5"/>
                    </a:cubicBezTo>
                    <a:cubicBezTo>
                      <a:pt x="40" y="2"/>
                      <a:pt x="36" y="0"/>
                      <a:pt x="32"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8" name="Freeform 25">
                <a:extLst>
                  <a:ext uri="{FF2B5EF4-FFF2-40B4-BE49-F238E27FC236}">
                    <a16:creationId xmlns:a16="http://schemas.microsoft.com/office/drawing/2014/main" id="{CDF5CD46-1C3C-4A1A-A15F-9D7ED94D5BDB}"/>
                  </a:ext>
                </a:extLst>
              </p:cNvPr>
              <p:cNvSpPr>
                <a:spLocks/>
              </p:cNvSpPr>
              <p:nvPr/>
            </p:nvSpPr>
            <p:spPr bwMode="auto">
              <a:xfrm>
                <a:off x="1371545" y="3642225"/>
                <a:ext cx="69249" cy="148163"/>
              </a:xfrm>
              <a:custGeom>
                <a:avLst/>
                <a:gdLst>
                  <a:gd name="T0" fmla="*/ 0 w 43"/>
                  <a:gd name="T1" fmla="*/ 0 h 92"/>
                  <a:gd name="T2" fmla="*/ 43 w 43"/>
                  <a:gd name="T3" fmla="*/ 0 h 92"/>
                  <a:gd name="T4" fmla="*/ 43 w 43"/>
                  <a:gd name="T5" fmla="*/ 92 h 92"/>
                  <a:gd name="T6" fmla="*/ 0 w 43"/>
                  <a:gd name="T7" fmla="*/ 92 h 92"/>
                  <a:gd name="T8" fmla="*/ 0 w 43"/>
                  <a:gd name="T9" fmla="*/ 0 h 92"/>
                  <a:gd name="T10" fmla="*/ 0 w 43"/>
                  <a:gd name="T11" fmla="*/ 0 h 92"/>
                </a:gdLst>
                <a:ahLst/>
                <a:cxnLst>
                  <a:cxn ang="0">
                    <a:pos x="T0" y="T1"/>
                  </a:cxn>
                  <a:cxn ang="0">
                    <a:pos x="T2" y="T3"/>
                  </a:cxn>
                  <a:cxn ang="0">
                    <a:pos x="T4" y="T5"/>
                  </a:cxn>
                  <a:cxn ang="0">
                    <a:pos x="T6" y="T7"/>
                  </a:cxn>
                  <a:cxn ang="0">
                    <a:pos x="T8" y="T9"/>
                  </a:cxn>
                  <a:cxn ang="0">
                    <a:pos x="T10" y="T11"/>
                  </a:cxn>
                </a:cxnLst>
                <a:rect l="0" t="0" r="r" b="b"/>
                <a:pathLst>
                  <a:path w="43" h="92">
                    <a:moveTo>
                      <a:pt x="0" y="0"/>
                    </a:moveTo>
                    <a:lnTo>
                      <a:pt x="43" y="0"/>
                    </a:lnTo>
                    <a:lnTo>
                      <a:pt x="43" y="92"/>
                    </a:lnTo>
                    <a:lnTo>
                      <a:pt x="0" y="92"/>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9" name="Freeform 26">
                <a:extLst>
                  <a:ext uri="{FF2B5EF4-FFF2-40B4-BE49-F238E27FC236}">
                    <a16:creationId xmlns:a16="http://schemas.microsoft.com/office/drawing/2014/main" id="{965199B4-145F-4D19-BE17-C007438C8939}"/>
                  </a:ext>
                </a:extLst>
              </p:cNvPr>
              <p:cNvSpPr>
                <a:spLocks/>
              </p:cNvSpPr>
              <p:nvPr/>
            </p:nvSpPr>
            <p:spPr bwMode="auto">
              <a:xfrm>
                <a:off x="1371545" y="3642225"/>
                <a:ext cx="156215" cy="59588"/>
              </a:xfrm>
              <a:custGeom>
                <a:avLst/>
                <a:gdLst>
                  <a:gd name="T0" fmla="*/ 0 w 97"/>
                  <a:gd name="T1" fmla="*/ 0 h 37"/>
                  <a:gd name="T2" fmla="*/ 97 w 97"/>
                  <a:gd name="T3" fmla="*/ 0 h 37"/>
                  <a:gd name="T4" fmla="*/ 97 w 97"/>
                  <a:gd name="T5" fmla="*/ 37 h 37"/>
                  <a:gd name="T6" fmla="*/ 0 w 97"/>
                  <a:gd name="T7" fmla="*/ 37 h 37"/>
                  <a:gd name="T8" fmla="*/ 0 w 97"/>
                  <a:gd name="T9" fmla="*/ 0 h 37"/>
                  <a:gd name="T10" fmla="*/ 0 w 97"/>
                  <a:gd name="T11" fmla="*/ 0 h 37"/>
                </a:gdLst>
                <a:ahLst/>
                <a:cxnLst>
                  <a:cxn ang="0">
                    <a:pos x="T0" y="T1"/>
                  </a:cxn>
                  <a:cxn ang="0">
                    <a:pos x="T2" y="T3"/>
                  </a:cxn>
                  <a:cxn ang="0">
                    <a:pos x="T4" y="T5"/>
                  </a:cxn>
                  <a:cxn ang="0">
                    <a:pos x="T6" y="T7"/>
                  </a:cxn>
                  <a:cxn ang="0">
                    <a:pos x="T8" y="T9"/>
                  </a:cxn>
                  <a:cxn ang="0">
                    <a:pos x="T10" y="T11"/>
                  </a:cxn>
                </a:cxnLst>
                <a:rect l="0" t="0" r="r" b="b"/>
                <a:pathLst>
                  <a:path w="97" h="37">
                    <a:moveTo>
                      <a:pt x="0" y="0"/>
                    </a:moveTo>
                    <a:lnTo>
                      <a:pt x="97" y="0"/>
                    </a:lnTo>
                    <a:lnTo>
                      <a:pt x="97" y="37"/>
                    </a:lnTo>
                    <a:lnTo>
                      <a:pt x="0" y="37"/>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10" name="Freeform 27">
                <a:extLst>
                  <a:ext uri="{FF2B5EF4-FFF2-40B4-BE49-F238E27FC236}">
                    <a16:creationId xmlns:a16="http://schemas.microsoft.com/office/drawing/2014/main" id="{A0AB6282-CE2D-480B-B9A5-75BA8A501B58}"/>
                  </a:ext>
                </a:extLst>
              </p:cNvPr>
              <p:cNvSpPr>
                <a:spLocks/>
              </p:cNvSpPr>
              <p:nvPr/>
            </p:nvSpPr>
            <p:spPr bwMode="auto">
              <a:xfrm>
                <a:off x="1622777" y="3642225"/>
                <a:ext cx="161046" cy="59588"/>
              </a:xfrm>
              <a:custGeom>
                <a:avLst/>
                <a:gdLst>
                  <a:gd name="T0" fmla="*/ 0 w 100"/>
                  <a:gd name="T1" fmla="*/ 37 h 37"/>
                  <a:gd name="T2" fmla="*/ 0 w 100"/>
                  <a:gd name="T3" fmla="*/ 0 h 37"/>
                  <a:gd name="T4" fmla="*/ 100 w 100"/>
                  <a:gd name="T5" fmla="*/ 0 h 37"/>
                  <a:gd name="T6" fmla="*/ 64 w 100"/>
                  <a:gd name="T7" fmla="*/ 37 h 37"/>
                  <a:gd name="T8" fmla="*/ 0 w 100"/>
                  <a:gd name="T9" fmla="*/ 37 h 37"/>
                  <a:gd name="T10" fmla="*/ 0 w 100"/>
                  <a:gd name="T11" fmla="*/ 37 h 37"/>
                  <a:gd name="T12" fmla="*/ 0 w 100"/>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100" h="37">
                    <a:moveTo>
                      <a:pt x="0" y="37"/>
                    </a:moveTo>
                    <a:lnTo>
                      <a:pt x="0" y="0"/>
                    </a:lnTo>
                    <a:lnTo>
                      <a:pt x="100" y="0"/>
                    </a:lnTo>
                    <a:lnTo>
                      <a:pt x="64" y="37"/>
                    </a:lnTo>
                    <a:lnTo>
                      <a:pt x="0" y="37"/>
                    </a:lnTo>
                    <a:lnTo>
                      <a:pt x="0" y="37"/>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11" name="Freeform 28">
                <a:extLst>
                  <a:ext uri="{FF2B5EF4-FFF2-40B4-BE49-F238E27FC236}">
                    <a16:creationId xmlns:a16="http://schemas.microsoft.com/office/drawing/2014/main" id="{B5E3C037-A911-4155-B587-8ACD44DB98A9}"/>
                  </a:ext>
                </a:extLst>
              </p:cNvPr>
              <p:cNvSpPr>
                <a:spLocks/>
              </p:cNvSpPr>
              <p:nvPr/>
            </p:nvSpPr>
            <p:spPr bwMode="auto">
              <a:xfrm>
                <a:off x="1622777" y="4212330"/>
                <a:ext cx="161046" cy="72471"/>
              </a:xfrm>
              <a:custGeom>
                <a:avLst/>
                <a:gdLst>
                  <a:gd name="T0" fmla="*/ 0 w 100"/>
                  <a:gd name="T1" fmla="*/ 0 h 45"/>
                  <a:gd name="T2" fmla="*/ 100 w 100"/>
                  <a:gd name="T3" fmla="*/ 0 h 45"/>
                  <a:gd name="T4" fmla="*/ 100 w 100"/>
                  <a:gd name="T5" fmla="*/ 45 h 45"/>
                  <a:gd name="T6" fmla="*/ 0 w 100"/>
                  <a:gd name="T7" fmla="*/ 45 h 45"/>
                  <a:gd name="T8" fmla="*/ 0 w 100"/>
                  <a:gd name="T9" fmla="*/ 0 h 45"/>
                  <a:gd name="T10" fmla="*/ 0 w 100"/>
                  <a:gd name="T11" fmla="*/ 0 h 45"/>
                </a:gdLst>
                <a:ahLst/>
                <a:cxnLst>
                  <a:cxn ang="0">
                    <a:pos x="T0" y="T1"/>
                  </a:cxn>
                  <a:cxn ang="0">
                    <a:pos x="T2" y="T3"/>
                  </a:cxn>
                  <a:cxn ang="0">
                    <a:pos x="T4" y="T5"/>
                  </a:cxn>
                  <a:cxn ang="0">
                    <a:pos x="T6" y="T7"/>
                  </a:cxn>
                  <a:cxn ang="0">
                    <a:pos x="T8" y="T9"/>
                  </a:cxn>
                  <a:cxn ang="0">
                    <a:pos x="T10" y="T11"/>
                  </a:cxn>
                </a:cxnLst>
                <a:rect l="0" t="0" r="r" b="b"/>
                <a:pathLst>
                  <a:path w="100" h="45">
                    <a:moveTo>
                      <a:pt x="0" y="0"/>
                    </a:moveTo>
                    <a:lnTo>
                      <a:pt x="100" y="0"/>
                    </a:lnTo>
                    <a:lnTo>
                      <a:pt x="100"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16" name="Freeform 29">
                <a:extLst>
                  <a:ext uri="{FF2B5EF4-FFF2-40B4-BE49-F238E27FC236}">
                    <a16:creationId xmlns:a16="http://schemas.microsoft.com/office/drawing/2014/main" id="{904570C7-31F4-4FC6-8AC4-28789114BC03}"/>
                  </a:ext>
                </a:extLst>
              </p:cNvPr>
              <p:cNvSpPr>
                <a:spLocks/>
              </p:cNvSpPr>
              <p:nvPr/>
            </p:nvSpPr>
            <p:spPr bwMode="auto">
              <a:xfrm>
                <a:off x="1371545"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17" name="Freeform 30">
                <a:extLst>
                  <a:ext uri="{FF2B5EF4-FFF2-40B4-BE49-F238E27FC236}">
                    <a16:creationId xmlns:a16="http://schemas.microsoft.com/office/drawing/2014/main" id="{03B2BA39-D3F2-42FF-A526-5913881AEB75}"/>
                  </a:ext>
                </a:extLst>
              </p:cNvPr>
              <p:cNvSpPr>
                <a:spLocks/>
              </p:cNvSpPr>
              <p:nvPr/>
            </p:nvSpPr>
            <p:spPr bwMode="auto">
              <a:xfrm>
                <a:off x="1371545"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18" name="Freeform 31">
                <a:extLst>
                  <a:ext uri="{FF2B5EF4-FFF2-40B4-BE49-F238E27FC236}">
                    <a16:creationId xmlns:a16="http://schemas.microsoft.com/office/drawing/2014/main" id="{52659006-E49D-403A-B395-5B38194486C8}"/>
                  </a:ext>
                </a:extLst>
              </p:cNvPr>
              <p:cNvSpPr>
                <a:spLocks/>
              </p:cNvSpPr>
              <p:nvPr/>
            </p:nvSpPr>
            <p:spPr bwMode="auto">
              <a:xfrm>
                <a:off x="1371545"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19" name="Freeform 32">
                <a:extLst>
                  <a:ext uri="{FF2B5EF4-FFF2-40B4-BE49-F238E27FC236}">
                    <a16:creationId xmlns:a16="http://schemas.microsoft.com/office/drawing/2014/main" id="{3600E8F1-6AFA-45BE-A65C-4E99FE13CC3A}"/>
                  </a:ext>
                </a:extLst>
              </p:cNvPr>
              <p:cNvSpPr>
                <a:spLocks/>
              </p:cNvSpPr>
              <p:nvPr/>
            </p:nvSpPr>
            <p:spPr bwMode="auto">
              <a:xfrm>
                <a:off x="1969027"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20" name="Freeform 33">
                <a:extLst>
                  <a:ext uri="{FF2B5EF4-FFF2-40B4-BE49-F238E27FC236}">
                    <a16:creationId xmlns:a16="http://schemas.microsoft.com/office/drawing/2014/main" id="{3B68C7A7-0E9F-4BE8-8691-C127DE89FCEC}"/>
                  </a:ext>
                </a:extLst>
              </p:cNvPr>
              <p:cNvSpPr>
                <a:spLocks/>
              </p:cNvSpPr>
              <p:nvPr/>
            </p:nvSpPr>
            <p:spPr bwMode="auto">
              <a:xfrm>
                <a:off x="1882062"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21" name="Freeform 34">
                <a:extLst>
                  <a:ext uri="{FF2B5EF4-FFF2-40B4-BE49-F238E27FC236}">
                    <a16:creationId xmlns:a16="http://schemas.microsoft.com/office/drawing/2014/main" id="{7FB685A0-1112-4E8E-9D62-E96D18EA90B1}"/>
                  </a:ext>
                </a:extLst>
              </p:cNvPr>
              <p:cNvSpPr>
                <a:spLocks/>
              </p:cNvSpPr>
              <p:nvPr/>
            </p:nvSpPr>
            <p:spPr bwMode="auto">
              <a:xfrm>
                <a:off x="1969027"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22" name="Freeform 35">
                <a:extLst>
                  <a:ext uri="{FF2B5EF4-FFF2-40B4-BE49-F238E27FC236}">
                    <a16:creationId xmlns:a16="http://schemas.microsoft.com/office/drawing/2014/main" id="{BDCAC1B8-3AE6-4103-9288-EF548CD72F9D}"/>
                  </a:ext>
                </a:extLst>
              </p:cNvPr>
              <p:cNvSpPr>
                <a:spLocks/>
              </p:cNvSpPr>
              <p:nvPr/>
            </p:nvSpPr>
            <p:spPr bwMode="auto">
              <a:xfrm>
                <a:off x="1725847" y="3466684"/>
                <a:ext cx="468645" cy="471867"/>
              </a:xfrm>
              <a:custGeom>
                <a:avLst/>
                <a:gdLst>
                  <a:gd name="T0" fmla="*/ 208 w 291"/>
                  <a:gd name="T1" fmla="*/ 0 h 293"/>
                  <a:gd name="T2" fmla="*/ 0 w 291"/>
                  <a:gd name="T3" fmla="*/ 196 h 293"/>
                  <a:gd name="T4" fmla="*/ 92 w 291"/>
                  <a:gd name="T5" fmla="*/ 293 h 293"/>
                  <a:gd name="T6" fmla="*/ 291 w 291"/>
                  <a:gd name="T7" fmla="*/ 94 h 293"/>
                  <a:gd name="T8" fmla="*/ 208 w 291"/>
                  <a:gd name="T9" fmla="*/ 0 h 293"/>
                  <a:gd name="T10" fmla="*/ 208 w 291"/>
                  <a:gd name="T11" fmla="*/ 0 h 293"/>
                  <a:gd name="T12" fmla="*/ 208 w 291"/>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91" h="293">
                    <a:moveTo>
                      <a:pt x="208" y="0"/>
                    </a:moveTo>
                    <a:lnTo>
                      <a:pt x="0" y="196"/>
                    </a:lnTo>
                    <a:lnTo>
                      <a:pt x="92" y="293"/>
                    </a:lnTo>
                    <a:lnTo>
                      <a:pt x="291" y="94"/>
                    </a:lnTo>
                    <a:lnTo>
                      <a:pt x="208" y="0"/>
                    </a:lnTo>
                    <a:lnTo>
                      <a:pt x="208" y="0"/>
                    </a:lnTo>
                    <a:lnTo>
                      <a:pt x="20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23" name="Freeform 36">
                <a:extLst>
                  <a:ext uri="{FF2B5EF4-FFF2-40B4-BE49-F238E27FC236}">
                    <a16:creationId xmlns:a16="http://schemas.microsoft.com/office/drawing/2014/main" id="{6D1C0F3C-E94E-48BC-AB71-EE8661D52695}"/>
                  </a:ext>
                </a:extLst>
              </p:cNvPr>
              <p:cNvSpPr>
                <a:spLocks/>
              </p:cNvSpPr>
              <p:nvPr/>
            </p:nvSpPr>
            <p:spPr bwMode="auto">
              <a:xfrm>
                <a:off x="1619556" y="3849975"/>
                <a:ext cx="190035" cy="172320"/>
              </a:xfrm>
              <a:custGeom>
                <a:avLst/>
                <a:gdLst>
                  <a:gd name="T0" fmla="*/ 35 w 118"/>
                  <a:gd name="T1" fmla="*/ 0 h 107"/>
                  <a:gd name="T2" fmla="*/ 0 w 118"/>
                  <a:gd name="T3" fmla="*/ 107 h 107"/>
                  <a:gd name="T4" fmla="*/ 118 w 118"/>
                  <a:gd name="T5" fmla="*/ 81 h 107"/>
                  <a:gd name="T6" fmla="*/ 35 w 118"/>
                  <a:gd name="T7" fmla="*/ 0 h 107"/>
                  <a:gd name="T8" fmla="*/ 35 w 118"/>
                  <a:gd name="T9" fmla="*/ 0 h 107"/>
                  <a:gd name="T10" fmla="*/ 35 w 118"/>
                  <a:gd name="T11" fmla="*/ 0 h 107"/>
                </a:gdLst>
                <a:ahLst/>
                <a:cxnLst>
                  <a:cxn ang="0">
                    <a:pos x="T0" y="T1"/>
                  </a:cxn>
                  <a:cxn ang="0">
                    <a:pos x="T2" y="T3"/>
                  </a:cxn>
                  <a:cxn ang="0">
                    <a:pos x="T4" y="T5"/>
                  </a:cxn>
                  <a:cxn ang="0">
                    <a:pos x="T6" y="T7"/>
                  </a:cxn>
                  <a:cxn ang="0">
                    <a:pos x="T8" y="T9"/>
                  </a:cxn>
                  <a:cxn ang="0">
                    <a:pos x="T10" y="T11"/>
                  </a:cxn>
                </a:cxnLst>
                <a:rect l="0" t="0" r="r" b="b"/>
                <a:pathLst>
                  <a:path w="118" h="107">
                    <a:moveTo>
                      <a:pt x="35" y="0"/>
                    </a:moveTo>
                    <a:lnTo>
                      <a:pt x="0" y="107"/>
                    </a:lnTo>
                    <a:lnTo>
                      <a:pt x="118" y="81"/>
                    </a:lnTo>
                    <a:lnTo>
                      <a:pt x="35" y="0"/>
                    </a:lnTo>
                    <a:lnTo>
                      <a:pt x="35" y="0"/>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98E1169B-E2B5-4100-A040-650CD1F20107}"/>
                  </a:ext>
                </a:extLst>
              </p:cNvPr>
              <p:cNvSpPr txBox="1"/>
              <p:nvPr/>
            </p:nvSpPr>
            <p:spPr>
              <a:xfrm>
                <a:off x="1551081" y="3810000"/>
                <a:ext cx="22240372" cy="5262979"/>
              </a:xfrm>
              <a:prstGeom prst="rect">
                <a:avLst/>
              </a:prstGeom>
              <a:noFill/>
            </p:spPr>
            <p:txBody>
              <a:bodyPr wrap="square">
                <a:spAutoFit/>
              </a:bodyPr>
              <a:lstStyle/>
              <a:p>
                <a:r>
                  <a:rPr lang="fr-FR" sz="4800" b="1" dirty="0">
                    <a:latin typeface="Tahoma" panose="020B0604030504040204" pitchFamily="34" charset="0"/>
                    <a:ea typeface="Tahoma" panose="020B0604030504040204" pitchFamily="34" charset="0"/>
                    <a:cs typeface="Tahoma" panose="020B0604030504040204" pitchFamily="34" charset="0"/>
                  </a:rPr>
                  <a:t>		Cho </a:t>
                </a:r>
                <a:r>
                  <a:rPr lang="fr-FR" sz="4800" b="1" dirty="0" err="1">
                    <a:latin typeface="Tahoma" panose="020B0604030504040204" pitchFamily="34" charset="0"/>
                    <a:ea typeface="Tahoma" panose="020B0604030504040204" pitchFamily="34" charset="0"/>
                    <a:cs typeface="Tahoma" panose="020B0604030504040204" pitchFamily="34" charset="0"/>
                  </a:rPr>
                  <a:t>hai</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a:t>
                </a:r>
              </a:p>
              <a:p>
                <a:r>
                  <a:rPr lang="fr-FR" sz="4800" b="1" i="1" dirty="0">
                    <a:latin typeface="Tahoma" panose="020B0604030504040204" pitchFamily="34" charset="0"/>
                    <a:ea typeface="Tahoma" panose="020B0604030504040204" pitchFamily="34" charset="0"/>
                    <a:cs typeface="Tahoma" panose="020B0604030504040204" pitchFamily="34" charset="0"/>
                  </a:rPr>
                  <a:t>		P</a:t>
                </a:r>
                <a:r>
                  <a:rPr lang="fr-FR" sz="4800" b="1" dirty="0">
                    <a:latin typeface="Tahoma" panose="020B0604030504040204" pitchFamily="34" charset="0"/>
                    <a:ea typeface="Tahoma" panose="020B0604030504040204" pitchFamily="34" charset="0"/>
                    <a:cs typeface="Tahoma" panose="020B0604030504040204" pitchFamily="34" charset="0"/>
                  </a:rPr>
                  <a:t> : “</a:t>
                </a:r>
                <a:r>
                  <a:rPr lang="fr-FR" sz="4800" b="1" dirty="0" err="1">
                    <a:latin typeface="Tahoma" panose="020B0604030504040204" pitchFamily="34" charset="0"/>
                    <a:ea typeface="Tahoma" panose="020B0604030504040204" pitchFamily="34" charset="0"/>
                    <a:cs typeface="Tahoma" panose="020B0604030504040204" pitchFamily="34" charset="0"/>
                  </a:rPr>
                  <a:t>Tứ</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giác</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𝑨𝑩𝑪𝑫</m:t>
                    </m:r>
                  </m:oMath>
                </a14:m>
                <a:r>
                  <a:rPr lang="fr-FR" sz="4800" b="1" i="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là </a:t>
                </a:r>
                <a:r>
                  <a:rPr lang="fr-FR" sz="4800" b="1" dirty="0" err="1">
                    <a:latin typeface="Tahoma" panose="020B0604030504040204" pitchFamily="34" charset="0"/>
                    <a:ea typeface="Tahoma" panose="020B0604030504040204" pitchFamily="34" charset="0"/>
                    <a:cs typeface="Tahoma" panose="020B0604030504040204" pitchFamily="34" charset="0"/>
                  </a:rPr>
                  <a:t>hình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vuông</a:t>
                </a:r>
                <a:r>
                  <a:rPr lang="fr-FR"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a:p>
                <a:r>
                  <a:rPr lang="fr-FR" sz="4800" b="1" dirty="0"/>
                  <a:t>		</a:t>
                </a:r>
                <a14:m>
                  <m:oMath xmlns:m="http://schemas.openxmlformats.org/officeDocument/2006/math">
                    <m:r>
                      <a:rPr lang="fr-FR" sz="4800" b="1" i="1">
                        <a:latin typeface="Cambria Math" panose="02040503050406030204" pitchFamily="18" charset="0"/>
                      </a:rPr>
                      <m:t>𝑸</m:t>
                    </m:r>
                  </m:oMath>
                </a14:m>
                <a:r>
                  <a:rPr lang="fr-FR" sz="4800" b="1" i="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a:t>
                </a:r>
                <a:r>
                  <a:rPr lang="fr-FR" sz="4800" b="1" i="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Tứ</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giác</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𝑨𝑩𝑪𝑫</m:t>
                    </m:r>
                  </m:oMath>
                </a14:m>
                <a:r>
                  <a:rPr lang="fr-FR" sz="4800" b="1" dirty="0">
                    <a:latin typeface="Tahoma" panose="020B0604030504040204" pitchFamily="34" charset="0"/>
                    <a:ea typeface="Tahoma" panose="020B0604030504040204" pitchFamily="34" charset="0"/>
                    <a:cs typeface="Tahoma" panose="020B0604030504040204" pitchFamily="34" charset="0"/>
                  </a:rPr>
                  <a:t> là </a:t>
                </a:r>
                <a:r>
                  <a:rPr lang="fr-FR" sz="4800" b="1" dirty="0" err="1">
                    <a:latin typeface="Tahoma" panose="020B0604030504040204" pitchFamily="34" charset="0"/>
                    <a:ea typeface="Tahoma" panose="020B0604030504040204" pitchFamily="34" charset="0"/>
                    <a:cs typeface="Tahoma" panose="020B0604030504040204" pitchFamily="34" charset="0"/>
                  </a:rPr>
                  <a:t>hình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chữ</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nhật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có</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hai</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đường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chéo</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vuông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góc</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với</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nhau</a:t>
                </a:r>
                <a:r>
                  <a:rPr lang="fr-FR" sz="4800" b="1" dirty="0">
                    <a:latin typeface="Tahoma" panose="020B0604030504040204" pitchFamily="34" charset="0"/>
                    <a:ea typeface="Tahoma" panose="020B0604030504040204" pitchFamily="34" charset="0"/>
                    <a:cs typeface="Tahoma" panose="020B0604030504040204" pitchFamily="34" charset="0"/>
                  </a:rPr>
                  <a:t>” .</a:t>
                </a:r>
                <a:endParaRPr lang="en-US" sz="4800" b="1" dirty="0">
                  <a:latin typeface="Tahoma" panose="020B0604030504040204" pitchFamily="34" charset="0"/>
                  <a:ea typeface="Tahoma" panose="020B0604030504040204" pitchFamily="34" charset="0"/>
                  <a:cs typeface="Tahoma" panose="020B0604030504040204" pitchFamily="34" charset="0"/>
                </a:endParaRPr>
              </a:p>
              <a:p>
                <a:r>
                  <a:rPr lang="fr-FR" sz="4800" b="1" dirty="0" err="1">
                    <a:latin typeface="Tahoma" panose="020B0604030504040204" pitchFamily="34" charset="0"/>
                    <a:ea typeface="Tahoma" panose="020B0604030504040204" pitchFamily="34" charset="0"/>
                    <a:cs typeface="Tahoma" panose="020B0604030504040204" pitchFamily="34" charset="0"/>
                  </a:rPr>
                  <a:t>Hãy</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phát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biểu</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tương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đương</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𝑷</m:t>
                    </m:r>
                    <m:r>
                      <a:rPr lang="fr-FR" sz="4800" b="1" i="1">
                        <a:latin typeface="Cambria Math" panose="02040503050406030204" pitchFamily="18" charset="0"/>
                      </a:rPr>
                      <m:t>⇔</m:t>
                    </m:r>
                    <m:r>
                      <a:rPr lang="fr-FR" sz="4800" b="1" i="1">
                        <a:latin typeface="Cambria Math" panose="02040503050406030204" pitchFamily="18" charset="0"/>
                      </a:rPr>
                      <m:t>𝑸</m:t>
                    </m:r>
                    <m:r>
                      <a:rPr lang="vi-VN" sz="4800" b="1" i="1" smtClean="0">
                        <a:latin typeface="Cambria Math" panose="02040503050406030204" pitchFamily="18" charset="0"/>
                      </a:rPr>
                      <m:t> </m:t>
                    </m:r>
                  </m:oMath>
                </a14:m>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xác</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định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tính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đúng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sai</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của</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tương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đương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này</a:t>
                </a:r>
                <a:r>
                  <a:rPr lang="fr-FR"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a:p>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24" name="TextBox 123">
                <a:extLst>
                  <a:ext uri="{FF2B5EF4-FFF2-40B4-BE49-F238E27FC236}">
                    <a16:creationId xmlns:a16="http://schemas.microsoft.com/office/drawing/2014/main" id="{98E1169B-E2B5-4100-A040-650CD1F20107}"/>
                  </a:ext>
                </a:extLst>
              </p:cNvPr>
              <p:cNvSpPr txBox="1">
                <a:spLocks noRot="1" noChangeAspect="1" noMove="1" noResize="1" noEditPoints="1" noAdjustHandles="1" noChangeArrowheads="1" noChangeShapeType="1" noTextEdit="1"/>
              </p:cNvSpPr>
              <p:nvPr/>
            </p:nvSpPr>
            <p:spPr>
              <a:xfrm>
                <a:off x="1551081" y="3810000"/>
                <a:ext cx="22240372" cy="5262979"/>
              </a:xfrm>
              <a:prstGeom prst="rect">
                <a:avLst/>
              </a:prstGeom>
              <a:blipFill>
                <a:blip r:embed="rId4"/>
                <a:stretch>
                  <a:fillRect l="-1233" t="-2665"/>
                </a:stretch>
              </a:blipFill>
            </p:spPr>
            <p:txBody>
              <a:bodyPr/>
              <a:lstStyle/>
              <a:p>
                <a:r>
                  <a:rPr lang="en-US">
                    <a:noFill/>
                  </a:rPr>
                  <a:t> </a:t>
                </a:r>
              </a:p>
            </p:txBody>
          </p:sp>
        </mc:Fallback>
      </mc:AlternateContent>
      <p:sp>
        <p:nvSpPr>
          <p:cNvPr id="125" name="Rounded Rectangle 4">
            <a:extLst>
              <a:ext uri="{FF2B5EF4-FFF2-40B4-BE49-F238E27FC236}">
                <a16:creationId xmlns:a16="http://schemas.microsoft.com/office/drawing/2014/main" id="{FDB90D18-BFD5-4B65-8460-574DBFD3BD28}"/>
              </a:ext>
            </a:extLst>
          </p:cNvPr>
          <p:cNvSpPr/>
          <p:nvPr/>
        </p:nvSpPr>
        <p:spPr>
          <a:xfrm>
            <a:off x="1066800" y="9215506"/>
            <a:ext cx="22310327" cy="3967094"/>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99FF99"/>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26" name="Group 125">
            <a:extLst>
              <a:ext uri="{FF2B5EF4-FFF2-40B4-BE49-F238E27FC236}">
                <a16:creationId xmlns:a16="http://schemas.microsoft.com/office/drawing/2014/main" id="{37C2ADE8-5402-4818-A3F2-1D082DF9FC01}"/>
              </a:ext>
            </a:extLst>
          </p:cNvPr>
          <p:cNvGrpSpPr/>
          <p:nvPr/>
        </p:nvGrpSpPr>
        <p:grpSpPr>
          <a:xfrm>
            <a:off x="1686432" y="8877311"/>
            <a:ext cx="3600000" cy="828000"/>
            <a:chOff x="1275608" y="6322796"/>
            <a:chExt cx="3572909" cy="828631"/>
          </a:xfrm>
        </p:grpSpPr>
        <p:sp>
          <p:nvSpPr>
            <p:cNvPr id="127" name="Freeform 20">
              <a:extLst>
                <a:ext uri="{FF2B5EF4-FFF2-40B4-BE49-F238E27FC236}">
                  <a16:creationId xmlns:a16="http://schemas.microsoft.com/office/drawing/2014/main" id="{FC0F38E3-C1BF-4899-BADC-584602C73C35}"/>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8" name="TextBox 127">
              <a:extLst>
                <a:ext uri="{FF2B5EF4-FFF2-40B4-BE49-F238E27FC236}">
                  <a16:creationId xmlns:a16="http://schemas.microsoft.com/office/drawing/2014/main" id="{AA565D92-CB9A-485F-9E49-202EF922580E}"/>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129" name="Round Diagonal Corner Rectangle 8">
              <a:extLst>
                <a:ext uri="{FF2B5EF4-FFF2-40B4-BE49-F238E27FC236}">
                  <a16:creationId xmlns:a16="http://schemas.microsoft.com/office/drawing/2014/main" id="{38A229AA-796E-4214-93A2-DE9E6A8D9B38}"/>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30" name="Freeform 9">
              <a:extLst>
                <a:ext uri="{FF2B5EF4-FFF2-40B4-BE49-F238E27FC236}">
                  <a16:creationId xmlns:a16="http://schemas.microsoft.com/office/drawing/2014/main" id="{34151738-724A-4DD7-B711-2D92E220CAB5}"/>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131" name="Rectangle 130">
                <a:extLst>
                  <a:ext uri="{FF2B5EF4-FFF2-40B4-BE49-F238E27FC236}">
                    <a16:creationId xmlns:a16="http://schemas.microsoft.com/office/drawing/2014/main" id="{E2B97126-4BC4-407F-812C-FA4972AB0D61}"/>
                  </a:ext>
                </a:extLst>
              </p:cNvPr>
              <p:cNvSpPr/>
              <p:nvPr/>
            </p:nvSpPr>
            <p:spPr>
              <a:xfrm>
                <a:off x="1153028" y="9220200"/>
                <a:ext cx="22378999" cy="3785652"/>
              </a:xfrm>
              <a:prstGeom prst="rect">
                <a:avLst/>
              </a:prstGeom>
            </p:spPr>
            <p:txBody>
              <a:bodyPr wrap="square">
                <a:spAutoFit/>
              </a:bodyPr>
              <a:lstStyle/>
              <a:p>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tương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đương</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𝑷</m:t>
                    </m:r>
                    <m:r>
                      <a:rPr lang="fr-FR" sz="4800" b="1" i="1">
                        <a:latin typeface="Cambria Math" panose="02040503050406030204" pitchFamily="18" charset="0"/>
                      </a:rPr>
                      <m:t>⇔</m:t>
                    </m:r>
                    <m:r>
                      <a:rPr lang="fr-FR" sz="4800" b="1" i="1">
                        <a:latin typeface="Cambria Math" panose="02040503050406030204" pitchFamily="18" charset="0"/>
                      </a:rPr>
                      <m:t>𝑸</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Tứ</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giác</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𝑨𝑩𝑪𝑫</m:t>
                    </m:r>
                  </m:oMath>
                </a14:m>
                <a:r>
                  <a:rPr lang="fr-FR" sz="4800" b="1" i="1" dirty="0">
                    <a:latin typeface="Tahoma" panose="020B0604030504040204" pitchFamily="34" charset="0"/>
                    <a:ea typeface="Tahoma" panose="020B0604030504040204" pitchFamily="34" charset="0"/>
                    <a:cs typeface="Tahoma" panose="020B0604030504040204" pitchFamily="34" charset="0"/>
                  </a:rPr>
                  <a:t> </a:t>
                </a:r>
                <a:r>
                  <a:rPr lang="fr-FR" sz="4800" b="1" dirty="0">
                    <a:latin typeface="Tahoma" panose="020B0604030504040204" pitchFamily="34" charset="0"/>
                    <a:ea typeface="Tahoma" panose="020B0604030504040204" pitchFamily="34" charset="0"/>
                    <a:cs typeface="Tahoma" panose="020B0604030504040204" pitchFamily="34" charset="0"/>
                  </a:rPr>
                  <a:t>là </a:t>
                </a:r>
                <a:r>
                  <a:rPr lang="fr-FR" sz="4800" b="1" dirty="0" err="1">
                    <a:latin typeface="Tahoma" panose="020B0604030504040204" pitchFamily="34" charset="0"/>
                    <a:ea typeface="Tahoma" panose="020B0604030504040204" pitchFamily="34" charset="0"/>
                    <a:cs typeface="Tahoma" panose="020B0604030504040204" pitchFamily="34" charset="0"/>
                  </a:rPr>
                  <a:t>hình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vuông</a:t>
                </a:r>
                <a:r>
                  <a:rPr lang="fr-FR" sz="4800" b="1" dirty="0">
                    <a:latin typeface="Tahoma" panose="020B0604030504040204" pitchFamily="34" charset="0"/>
                    <a:ea typeface="Tahoma" panose="020B0604030504040204" pitchFamily="34" charset="0"/>
                    <a:cs typeface="Tahoma" panose="020B0604030504040204" pitchFamily="34" charset="0"/>
                  </a:rPr>
                  <a:t> khi </a:t>
                </a:r>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chỉ</a:t>
                </a:r>
                <a:r>
                  <a:rPr lang="fr-FR" sz="4800" b="1" dirty="0">
                    <a:latin typeface="Tahoma" panose="020B0604030504040204" pitchFamily="34" charset="0"/>
                    <a:ea typeface="Tahoma" panose="020B0604030504040204" pitchFamily="34" charset="0"/>
                    <a:cs typeface="Tahoma" panose="020B0604030504040204" pitchFamily="34" charset="0"/>
                  </a:rPr>
                  <a:t> khi </a:t>
                </a:r>
                <a:r>
                  <a:rPr lang="fr-FR" sz="4800" b="1" dirty="0" err="1">
                    <a:latin typeface="Tahoma" panose="020B0604030504040204" pitchFamily="34" charset="0"/>
                    <a:ea typeface="Tahoma" panose="020B0604030504040204" pitchFamily="34" charset="0"/>
                    <a:cs typeface="Tahoma" panose="020B0604030504040204" pitchFamily="34" charset="0"/>
                  </a:rPr>
                  <a:t>tứ</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giác</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𝑨𝑩𝑪𝑫</m:t>
                    </m:r>
                    <m:r>
                      <a:rPr lang="vi-VN" sz="4800" b="1" i="1" smtClean="0">
                        <a:latin typeface="Cambria Math" panose="02040503050406030204" pitchFamily="18" charset="0"/>
                      </a:rPr>
                      <m:t> </m:t>
                    </m:r>
                  </m:oMath>
                </a14:m>
                <a:r>
                  <a:rPr lang="fr-FR" sz="4800" b="1" dirty="0">
                    <a:latin typeface="Tahoma" panose="020B0604030504040204" pitchFamily="34" charset="0"/>
                    <a:ea typeface="Tahoma" panose="020B0604030504040204" pitchFamily="34" charset="0"/>
                    <a:cs typeface="Tahoma" panose="020B0604030504040204" pitchFamily="34" charset="0"/>
                  </a:rPr>
                  <a:t>là </a:t>
                </a:r>
                <a:r>
                  <a:rPr lang="fr-FR" sz="4800" b="1" dirty="0" err="1">
                    <a:latin typeface="Tahoma" panose="020B0604030504040204" pitchFamily="34" charset="0"/>
                    <a:ea typeface="Tahoma" panose="020B0604030504040204" pitchFamily="34" charset="0"/>
                    <a:cs typeface="Tahoma" panose="020B0604030504040204" pitchFamily="34" charset="0"/>
                  </a:rPr>
                  <a:t>hình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chữ</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nhật</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có</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hai</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đường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chéo</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vuông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góc</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với</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nhau</a:t>
                </a:r>
                <a:r>
                  <a:rPr lang="fr-FR" sz="4800" b="1" dirty="0">
                    <a:latin typeface="Tahoma" panose="020B0604030504040204" pitchFamily="34" charset="0"/>
                    <a:ea typeface="Tahoma" panose="020B0604030504040204" pitchFamily="34" charset="0"/>
                    <a:cs typeface="Tahoma" panose="020B0604030504040204" pitchFamily="34" charset="0"/>
                  </a:rPr>
                  <a:t>”. </a:t>
                </a:r>
              </a:p>
              <a:p>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tương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đương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này</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đúng</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vì</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cả</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hai</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mệnh</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𝑷</m:t>
                    </m:r>
                    <m:r>
                      <a:rPr lang="fr-FR" sz="4800" b="1" i="1">
                        <a:latin typeface="Cambria Math" panose="02040503050406030204" pitchFamily="18" charset="0"/>
                      </a:rPr>
                      <m:t>⇒</m:t>
                    </m:r>
                    <m:r>
                      <a:rPr lang="fr-FR" sz="4800" b="1" i="1">
                        <a:latin typeface="Cambria Math" panose="02040503050406030204" pitchFamily="18" charset="0"/>
                      </a:rPr>
                      <m:t>𝑸</m:t>
                    </m:r>
                  </m:oMath>
                </a14:m>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và</a:t>
                </a:r>
                <a:r>
                  <a:rPr lang="fr-FR"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fr-FR" sz="4800" b="1" i="1">
                        <a:latin typeface="Cambria Math" panose="02040503050406030204" pitchFamily="18" charset="0"/>
                      </a:rPr>
                      <m:t>𝑸</m:t>
                    </m:r>
                    <m:r>
                      <a:rPr lang="fr-FR" sz="4800" b="1" i="1">
                        <a:latin typeface="Cambria Math" panose="02040503050406030204" pitchFamily="18" charset="0"/>
                      </a:rPr>
                      <m:t>⇒</m:t>
                    </m:r>
                    <m:r>
                      <a:rPr lang="fr-FR" sz="4800" b="1" i="1">
                        <a:latin typeface="Cambria Math" panose="02040503050406030204" pitchFamily="18" charset="0"/>
                      </a:rPr>
                      <m:t>𝑷</m:t>
                    </m:r>
                  </m:oMath>
                </a14:m>
                <a:r>
                  <a:rPr lang="vi-VN"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đều</a:t>
                </a:r>
                <a:r>
                  <a:rPr lang="fr-FR" sz="4800" b="1" dirty="0">
                    <a:latin typeface="Tahoma" panose="020B0604030504040204" pitchFamily="34" charset="0"/>
                    <a:ea typeface="Tahoma" panose="020B0604030504040204" pitchFamily="34" charset="0"/>
                    <a:cs typeface="Tahoma" panose="020B0604030504040204" pitchFamily="34" charset="0"/>
                  </a:rPr>
                  <a:t> </a:t>
                </a:r>
                <a:r>
                  <a:rPr lang="fr-FR" sz="4800" b="1" dirty="0" err="1">
                    <a:latin typeface="Tahoma" panose="020B0604030504040204" pitchFamily="34" charset="0"/>
                    <a:ea typeface="Tahoma" panose="020B0604030504040204" pitchFamily="34" charset="0"/>
                    <a:cs typeface="Tahoma" panose="020B0604030504040204" pitchFamily="34" charset="0"/>
                  </a:rPr>
                  <a:t>đúng</a:t>
                </a:r>
                <a:r>
                  <a:rPr lang="fr-FR" sz="4800" b="1" dirty="0">
                    <a:latin typeface="Tahoma" panose="020B0604030504040204" pitchFamily="34" charset="0"/>
                    <a:ea typeface="Tahoma" panose="020B0604030504040204" pitchFamily="34" charset="0"/>
                    <a:cs typeface="Tahoma" panose="020B0604030504040204" pitchFamily="34" charset="0"/>
                  </a:rPr>
                  <a:t>.</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31" name="Rectangle 130">
                <a:extLst>
                  <a:ext uri="{FF2B5EF4-FFF2-40B4-BE49-F238E27FC236}">
                    <a16:creationId xmlns:a16="http://schemas.microsoft.com/office/drawing/2014/main" id="{E2B97126-4BC4-407F-812C-FA4972AB0D61}"/>
                  </a:ext>
                </a:extLst>
              </p:cNvPr>
              <p:cNvSpPr>
                <a:spLocks noRot="1" noChangeAspect="1" noMove="1" noResize="1" noEditPoints="1" noAdjustHandles="1" noChangeArrowheads="1" noChangeShapeType="1" noTextEdit="1"/>
              </p:cNvSpPr>
              <p:nvPr/>
            </p:nvSpPr>
            <p:spPr>
              <a:xfrm>
                <a:off x="1153028" y="9220200"/>
                <a:ext cx="22378999" cy="3785652"/>
              </a:xfrm>
              <a:prstGeom prst="rect">
                <a:avLst/>
              </a:prstGeom>
              <a:blipFill>
                <a:blip r:embed="rId5"/>
                <a:stretch>
                  <a:fillRect l="-1226" t="-3865" b="-7246"/>
                </a:stretch>
              </a:blipFill>
            </p:spPr>
            <p:txBody>
              <a:bodyPr/>
              <a:lstStyle/>
              <a:p>
                <a:r>
                  <a:rPr lang="en-US">
                    <a:noFill/>
                  </a:rPr>
                  <a:t> </a:t>
                </a:r>
              </a:p>
            </p:txBody>
          </p:sp>
        </mc:Fallback>
      </mc:AlternateContent>
      <p:sp>
        <p:nvSpPr>
          <p:cNvPr id="133" name="Rounded Rectangle 132"/>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37" name="TextBox 136"/>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2096837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inVertical)">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9"/>
                                        </p:tgtEl>
                                        <p:attrNameLst>
                                          <p:attrName>style.visibility</p:attrName>
                                        </p:attrNameLst>
                                      </p:cBhvr>
                                      <p:to>
                                        <p:strVal val="visible"/>
                                      </p:to>
                                    </p:set>
                                    <p:animEffect transition="in" filter="wipe(left)">
                                      <p:cBhvr>
                                        <p:cTn id="12" dur="500"/>
                                        <p:tgtEl>
                                          <p:spTgt spid="89"/>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90"/>
                                        </p:tgtEl>
                                        <p:attrNameLst>
                                          <p:attrName>style.visibility</p:attrName>
                                        </p:attrNameLst>
                                      </p:cBhvr>
                                      <p:to>
                                        <p:strVal val="visible"/>
                                      </p:to>
                                    </p:set>
                                    <p:animEffect transition="in" filter="wipe(left)">
                                      <p:cBhvr>
                                        <p:cTn id="16" dur="500"/>
                                        <p:tgtEl>
                                          <p:spTgt spid="90"/>
                                        </p:tgtEl>
                                      </p:cBhvr>
                                    </p:animEffect>
                                  </p:childTnLst>
                                </p:cTn>
                              </p:par>
                            </p:childTnLst>
                          </p:cTn>
                        </p:par>
                        <p:par>
                          <p:cTn id="17" fill="hold">
                            <p:stCondLst>
                              <p:cond delay="1000"/>
                            </p:stCondLst>
                            <p:childTnLst>
                              <p:par>
                                <p:cTn id="18" presetID="1" presetClass="entr" presetSubtype="0" fill="hold" nodeType="afterEffect">
                                  <p:stCondLst>
                                    <p:cond delay="0"/>
                                  </p:stCondLst>
                                  <p:childTnLst>
                                    <p:set>
                                      <p:cBhvr>
                                        <p:cTn id="19" dur="1" fill="hold">
                                          <p:stCondLst>
                                            <p:cond delay="0"/>
                                          </p:stCondLst>
                                        </p:cTn>
                                        <p:tgtEl>
                                          <p:spTgt spid="124">
                                            <p:txEl>
                                              <p:pRg st="0" end="0"/>
                                            </p:txEl>
                                          </p:spTgt>
                                        </p:tgtEl>
                                        <p:attrNameLst>
                                          <p:attrName>style.visibility</p:attrName>
                                        </p:attrNameLst>
                                      </p:cBhvr>
                                      <p:to>
                                        <p:strVal val="visible"/>
                                      </p:to>
                                    </p:set>
                                  </p:childTnLst>
                                </p:cTn>
                              </p:par>
                            </p:childTnLst>
                          </p:cTn>
                        </p:par>
                        <p:par>
                          <p:cTn id="20" fill="hold">
                            <p:stCondLst>
                              <p:cond delay="1000"/>
                            </p:stCondLst>
                            <p:childTnLst>
                              <p:par>
                                <p:cTn id="21" presetID="1" presetClass="entr" presetSubtype="0" fill="hold" nodeType="afterEffect">
                                  <p:stCondLst>
                                    <p:cond delay="0"/>
                                  </p:stCondLst>
                                  <p:childTnLst>
                                    <p:set>
                                      <p:cBhvr>
                                        <p:cTn id="22" dur="1" fill="hold">
                                          <p:stCondLst>
                                            <p:cond delay="0"/>
                                          </p:stCondLst>
                                        </p:cTn>
                                        <p:tgtEl>
                                          <p:spTgt spid="124">
                                            <p:txEl>
                                              <p:pRg st="1" end="1"/>
                                            </p:txEl>
                                          </p:spTgt>
                                        </p:tgtEl>
                                        <p:attrNameLst>
                                          <p:attrName>style.visibility</p:attrName>
                                        </p:attrNameLst>
                                      </p:cBhvr>
                                      <p:to>
                                        <p:strVal val="visible"/>
                                      </p:to>
                                    </p:set>
                                  </p:childTnLst>
                                </p:cTn>
                              </p:par>
                            </p:childTnLst>
                          </p:cTn>
                        </p:par>
                        <p:par>
                          <p:cTn id="23" fill="hold">
                            <p:stCondLst>
                              <p:cond delay="1000"/>
                            </p:stCondLst>
                            <p:childTnLst>
                              <p:par>
                                <p:cTn id="24" presetID="1" presetClass="entr" presetSubtype="0" fill="hold" nodeType="afterEffect">
                                  <p:stCondLst>
                                    <p:cond delay="0"/>
                                  </p:stCondLst>
                                  <p:childTnLst>
                                    <p:set>
                                      <p:cBhvr>
                                        <p:cTn id="25" dur="1" fill="hold">
                                          <p:stCondLst>
                                            <p:cond delay="0"/>
                                          </p:stCondLst>
                                        </p:cTn>
                                        <p:tgtEl>
                                          <p:spTgt spid="124">
                                            <p:txEl>
                                              <p:pRg st="2" end="2"/>
                                            </p:txEl>
                                          </p:spTgt>
                                        </p:tgtEl>
                                        <p:attrNameLst>
                                          <p:attrName>style.visibility</p:attrName>
                                        </p:attrNameLst>
                                      </p:cBhvr>
                                      <p:to>
                                        <p:strVal val="visible"/>
                                      </p:to>
                                    </p:set>
                                  </p:childTnLst>
                                </p:cTn>
                              </p:par>
                            </p:childTnLst>
                          </p:cTn>
                        </p:par>
                        <p:par>
                          <p:cTn id="26" fill="hold">
                            <p:stCondLst>
                              <p:cond delay="1000"/>
                            </p:stCondLst>
                            <p:childTnLst>
                              <p:par>
                                <p:cTn id="27" presetID="1" presetClass="entr" presetSubtype="0" fill="hold" nodeType="afterEffect">
                                  <p:stCondLst>
                                    <p:cond delay="0"/>
                                  </p:stCondLst>
                                  <p:childTnLst>
                                    <p:set>
                                      <p:cBhvr>
                                        <p:cTn id="28" dur="1" fill="hold">
                                          <p:stCondLst>
                                            <p:cond delay="0"/>
                                          </p:stCondLst>
                                        </p:cTn>
                                        <p:tgtEl>
                                          <p:spTgt spid="12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126"/>
                                        </p:tgtEl>
                                        <p:attrNameLst>
                                          <p:attrName>style.visibility</p:attrName>
                                        </p:attrNameLst>
                                      </p:cBhvr>
                                      <p:to>
                                        <p:strVal val="visible"/>
                                      </p:to>
                                    </p:set>
                                    <p:animEffect transition="in" filter="barn(inVertical)">
                                      <p:cBhvr>
                                        <p:cTn id="33" dur="500"/>
                                        <p:tgtEl>
                                          <p:spTgt spid="126"/>
                                        </p:tgtEl>
                                      </p:cBhvr>
                                    </p:animEffect>
                                  </p:childTnLst>
                                </p:cTn>
                              </p:par>
                            </p:childTnLst>
                          </p:cTn>
                        </p:par>
                        <p:par>
                          <p:cTn id="34" fill="hold">
                            <p:stCondLst>
                              <p:cond delay="500"/>
                            </p:stCondLst>
                            <p:childTnLst>
                              <p:par>
                                <p:cTn id="35" presetID="22" presetClass="entr" presetSubtype="4" fill="hold" grpId="0" nodeType="afterEffect">
                                  <p:stCondLst>
                                    <p:cond delay="0"/>
                                  </p:stCondLst>
                                  <p:childTnLst>
                                    <p:set>
                                      <p:cBhvr>
                                        <p:cTn id="36" dur="1" fill="hold">
                                          <p:stCondLst>
                                            <p:cond delay="0"/>
                                          </p:stCondLst>
                                        </p:cTn>
                                        <p:tgtEl>
                                          <p:spTgt spid="125"/>
                                        </p:tgtEl>
                                        <p:attrNameLst>
                                          <p:attrName>style.visibility</p:attrName>
                                        </p:attrNameLst>
                                      </p:cBhvr>
                                      <p:to>
                                        <p:strVal val="visible"/>
                                      </p:to>
                                    </p:set>
                                    <p:animEffect transition="in" filter="wipe(down)">
                                      <p:cBhvr>
                                        <p:cTn id="37" dur="500"/>
                                        <p:tgtEl>
                                          <p:spTgt spid="125"/>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31">
                                            <p:txEl>
                                              <p:pRg st="0" end="0"/>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3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nimBg="1"/>
      <p:bldP spid="12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Rectangle 13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71">
            <a:extLst>
              <a:ext uri="{FF2B5EF4-FFF2-40B4-BE49-F238E27FC236}">
                <a16:creationId xmlns:a16="http://schemas.microsoft.com/office/drawing/2014/main" id="{898CECA5-0895-4040-871F-D75E1184B6FC}"/>
              </a:ext>
            </a:extLst>
          </p:cNvPr>
          <p:cNvSpPr/>
          <p:nvPr/>
        </p:nvSpPr>
        <p:spPr>
          <a:xfrm>
            <a:off x="851973" y="1905000"/>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nvGrpSpPr>
          <p:cNvPr id="46" name="Group 45">
            <a:extLst>
              <a:ext uri="{FF2B5EF4-FFF2-40B4-BE49-F238E27FC236}">
                <a16:creationId xmlns:a16="http://schemas.microsoft.com/office/drawing/2014/main" id="{2D5F1879-E2C7-42CA-94F8-92FF592236D3}"/>
              </a:ext>
            </a:extLst>
          </p:cNvPr>
          <p:cNvGrpSpPr/>
          <p:nvPr/>
        </p:nvGrpSpPr>
        <p:grpSpPr>
          <a:xfrm>
            <a:off x="1055781" y="2501634"/>
            <a:ext cx="18592800" cy="830997"/>
            <a:chOff x="777875" y="1892299"/>
            <a:chExt cx="18592800" cy="830995"/>
          </a:xfrm>
        </p:grpSpPr>
        <p:sp>
          <p:nvSpPr>
            <p:cNvPr id="47" name="Rounded Rectangle 71">
              <a:extLst>
                <a:ext uri="{FF2B5EF4-FFF2-40B4-BE49-F238E27FC236}">
                  <a16:creationId xmlns:a16="http://schemas.microsoft.com/office/drawing/2014/main" id="{F0A35595-F802-4630-9930-199628F3A69D}"/>
                </a:ext>
              </a:extLst>
            </p:cNvPr>
            <p:cNvSpPr/>
            <p:nvPr/>
          </p:nvSpPr>
          <p:spPr>
            <a:xfrm>
              <a:off x="777875" y="1905000"/>
              <a:ext cx="990600" cy="804672"/>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0CE9F260-F6B5-4B60-B6CC-114DE5655D54}"/>
                </a:ext>
              </a:extLst>
            </p:cNvPr>
            <p:cNvSpPr txBox="1"/>
            <p:nvPr/>
          </p:nvSpPr>
          <p:spPr>
            <a:xfrm>
              <a:off x="1082675" y="1913523"/>
              <a:ext cx="708848" cy="754051"/>
            </a:xfrm>
            <a:prstGeom prst="rect">
              <a:avLst/>
            </a:prstGeom>
            <a:noFill/>
          </p:spPr>
          <p:txBody>
            <a:bodyPr wrap="none" rtlCol="0">
              <a:spAutoFit/>
            </a:bodyPr>
            <a:lstStyle/>
            <a:p>
              <a:r>
                <a:rPr lang="en-US" b="1">
                  <a:solidFill>
                    <a:schemeClr val="bg1"/>
                  </a:solidFill>
                  <a:latin typeface="Tahoma" pitchFamily="34" charset="0"/>
                  <a:ea typeface="Tahoma" pitchFamily="34" charset="0"/>
                  <a:cs typeface="Tahoma" pitchFamily="34" charset="0"/>
                </a:rPr>
                <a:t>4.</a:t>
              </a:r>
            </a:p>
          </p:txBody>
        </p:sp>
        <p:sp>
          <p:nvSpPr>
            <p:cNvPr id="87" name="TextBox 86">
              <a:extLst>
                <a:ext uri="{FF2B5EF4-FFF2-40B4-BE49-F238E27FC236}">
                  <a16:creationId xmlns:a16="http://schemas.microsoft.com/office/drawing/2014/main" id="{73CC5716-B3FF-415B-9257-8D082F557E10}"/>
                </a:ext>
              </a:extLst>
            </p:cNvPr>
            <p:cNvSpPr txBox="1"/>
            <p:nvPr/>
          </p:nvSpPr>
          <p:spPr>
            <a:xfrm>
              <a:off x="2087561" y="1892299"/>
              <a:ext cx="17283114" cy="830995"/>
            </a:xfrm>
            <a:prstGeom prst="rect">
              <a:avLst/>
            </a:prstGeom>
            <a:noFill/>
          </p:spPr>
          <p:txBody>
            <a:bodyPr wrap="square" rtlCol="0">
              <a:spAutoFit/>
            </a:bodyPr>
            <a:lstStyle/>
            <a:p>
              <a:r>
                <a:rPr lang="en-US" sz="4800" b="1">
                  <a:solidFill>
                    <a:srgbClr val="145F82"/>
                  </a:solidFill>
                  <a:latin typeface="Tahoma" pitchFamily="34" charset="0"/>
                  <a:ea typeface="Tahoma" pitchFamily="34" charset="0"/>
                  <a:cs typeface="Tahoma" pitchFamily="34" charset="0"/>
                </a:rPr>
                <a:t>MỆNH ĐỀ TƯƠNG ĐƯƠNG.</a:t>
              </a:r>
              <a:endParaRPr lang="en-US" sz="4800" b="1" dirty="0">
                <a:solidFill>
                  <a:srgbClr val="145F82"/>
                </a:solidFill>
                <a:latin typeface="Tahoma" pitchFamily="34" charset="0"/>
                <a:ea typeface="Tahoma" pitchFamily="34" charset="0"/>
                <a:cs typeface="Tahoma" pitchFamily="34" charset="0"/>
              </a:endParaRPr>
            </a:p>
          </p:txBody>
        </p:sp>
      </p:grpSp>
      <p:sp>
        <p:nvSpPr>
          <p:cNvPr id="54" name="Rounded Rectangle 4">
            <a:extLst>
              <a:ext uri="{FF2B5EF4-FFF2-40B4-BE49-F238E27FC236}">
                <a16:creationId xmlns:a16="http://schemas.microsoft.com/office/drawing/2014/main" id="{BB7CBFBA-F846-4B95-BEF9-970FF945CF37}"/>
              </a:ext>
            </a:extLst>
          </p:cNvPr>
          <p:cNvSpPr/>
          <p:nvPr/>
        </p:nvSpPr>
        <p:spPr>
          <a:xfrm>
            <a:off x="1055781" y="7729594"/>
            <a:ext cx="22261419" cy="2633606"/>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99FF99"/>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55" name="Group 54">
            <a:extLst>
              <a:ext uri="{FF2B5EF4-FFF2-40B4-BE49-F238E27FC236}">
                <a16:creationId xmlns:a16="http://schemas.microsoft.com/office/drawing/2014/main" id="{04E0693C-3335-4CCD-9F90-96B6783DFD0D}"/>
              </a:ext>
            </a:extLst>
          </p:cNvPr>
          <p:cNvGrpSpPr/>
          <p:nvPr/>
        </p:nvGrpSpPr>
        <p:grpSpPr>
          <a:xfrm>
            <a:off x="1691088" y="7391400"/>
            <a:ext cx="3600000" cy="828000"/>
            <a:chOff x="1275608" y="6322796"/>
            <a:chExt cx="3572909" cy="828631"/>
          </a:xfrm>
        </p:grpSpPr>
        <p:sp>
          <p:nvSpPr>
            <p:cNvPr id="56" name="Freeform 20">
              <a:extLst>
                <a:ext uri="{FF2B5EF4-FFF2-40B4-BE49-F238E27FC236}">
                  <a16:creationId xmlns:a16="http://schemas.microsoft.com/office/drawing/2014/main" id="{42C08439-FAFC-4084-A035-A732D5F23200}"/>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7" name="TextBox 56">
              <a:extLst>
                <a:ext uri="{FF2B5EF4-FFF2-40B4-BE49-F238E27FC236}">
                  <a16:creationId xmlns:a16="http://schemas.microsoft.com/office/drawing/2014/main" id="{6C07C09A-2A52-4568-BBC7-328EF7D37AAD}"/>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58" name="Round Diagonal Corner Rectangle 8">
              <a:extLst>
                <a:ext uri="{FF2B5EF4-FFF2-40B4-BE49-F238E27FC236}">
                  <a16:creationId xmlns:a16="http://schemas.microsoft.com/office/drawing/2014/main" id="{F676C5BE-F583-4520-9A5F-7B1B38FE9218}"/>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9" name="Freeform 9">
              <a:extLst>
                <a:ext uri="{FF2B5EF4-FFF2-40B4-BE49-F238E27FC236}">
                  <a16:creationId xmlns:a16="http://schemas.microsoft.com/office/drawing/2014/main" id="{FAD14E3E-6A3C-4C53-B37D-0E53F1D08977}"/>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FC8C0631-5C08-4C6C-A96E-C845AB1A8DF8}"/>
                  </a:ext>
                </a:extLst>
              </p:cNvPr>
              <p:cNvSpPr/>
              <p:nvPr/>
            </p:nvSpPr>
            <p:spPr>
              <a:xfrm>
                <a:off x="1084356" y="8296476"/>
                <a:ext cx="22261419" cy="1569660"/>
              </a:xfrm>
              <a:prstGeom prst="rect">
                <a:avLst/>
              </a:prstGeom>
            </p:spPr>
            <p:txBody>
              <a:bodyPr wrap="square">
                <a:spAutoFit/>
              </a:bodyPr>
              <a:lstStyle/>
              <a:p>
                <a:r>
                  <a:rPr lang="fr-FR" sz="4800" b="1">
                    <a:latin typeface="Tahoma" panose="020B0604030504040204" pitchFamily="34" charset="0"/>
                    <a:ea typeface="Tahoma" panose="020B0604030504040204" pitchFamily="34" charset="0"/>
                    <a:cs typeface="Tahoma" panose="020B0604030504040204" pitchFamily="34" charset="0"/>
                  </a:rPr>
                  <a:t>	Số tự nhiên </a:t>
                </a:r>
                <a14:m>
                  <m:oMath xmlns:m="http://schemas.openxmlformats.org/officeDocument/2006/math">
                    <m:r>
                      <a:rPr lang="fr-FR" sz="4800" b="1" i="1">
                        <a:latin typeface="Cambria Math" panose="02040503050406030204" pitchFamily="18" charset="0"/>
                      </a:rPr>
                      <m:t>𝒏</m:t>
                    </m:r>
                  </m:oMath>
                </a14:m>
                <a:r>
                  <a:rPr lang="fr-FR" sz="4800" b="1">
                    <a:latin typeface="Tahoma" panose="020B0604030504040204" pitchFamily="34" charset="0"/>
                    <a:ea typeface="Tahoma" panose="020B0604030504040204" pitchFamily="34" charset="0"/>
                    <a:cs typeface="Tahoma" panose="020B0604030504040204" pitchFamily="34" charset="0"/>
                  </a:rPr>
                  <a:t> chia hết cho </a:t>
                </a:r>
                <a14:m>
                  <m:oMath xmlns:m="http://schemas.openxmlformats.org/officeDocument/2006/math">
                    <m:r>
                      <a:rPr lang="fr-FR" sz="4800" b="1" i="1">
                        <a:latin typeface="Cambria Math" panose="02040503050406030204" pitchFamily="18" charset="0"/>
                      </a:rPr>
                      <m:t>𝟐</m:t>
                    </m:r>
                    <m:r>
                      <a:rPr lang="en-US" sz="4800" b="1" i="1" smtClean="0">
                        <a:latin typeface="Cambria Math" panose="02040503050406030204" pitchFamily="18" charset="0"/>
                      </a:rPr>
                      <m:t> </m:t>
                    </m:r>
                  </m:oMath>
                </a14:m>
                <a:r>
                  <a:rPr lang="fr-FR" sz="4800" b="1">
                    <a:latin typeface="Tahoma" panose="020B0604030504040204" pitchFamily="34" charset="0"/>
                    <a:ea typeface="Tahoma" panose="020B0604030504040204" pitchFamily="34" charset="0"/>
                    <a:cs typeface="Tahoma" panose="020B0604030504040204" pitchFamily="34" charset="0"/>
                  </a:rPr>
                  <a:t>khi và chỉ khi số đó có chữ số tận cùng là số chẵn.</a:t>
                </a:r>
                <a:endParaRPr lang="en-US" sz="4800"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60" name="Rectangle 59">
                <a:extLst>
                  <a:ext uri="{FF2B5EF4-FFF2-40B4-BE49-F238E27FC236}">
                    <a16:creationId xmlns:a16="http://schemas.microsoft.com/office/drawing/2014/main" id="{FC8C0631-5C08-4C6C-A96E-C845AB1A8DF8}"/>
                  </a:ext>
                </a:extLst>
              </p:cNvPr>
              <p:cNvSpPr>
                <a:spLocks noRot="1" noChangeAspect="1" noMove="1" noResize="1" noEditPoints="1" noAdjustHandles="1" noChangeArrowheads="1" noChangeShapeType="1" noTextEdit="1"/>
              </p:cNvSpPr>
              <p:nvPr/>
            </p:nvSpPr>
            <p:spPr>
              <a:xfrm>
                <a:off x="1084356" y="8296476"/>
                <a:ext cx="22261419" cy="1569660"/>
              </a:xfrm>
              <a:prstGeom prst="rect">
                <a:avLst/>
              </a:prstGeom>
              <a:blipFill>
                <a:blip r:embed="rId4"/>
                <a:stretch>
                  <a:fillRect l="-1260" t="-9339" b="-19844"/>
                </a:stretch>
              </a:blipFill>
            </p:spPr>
            <p:txBody>
              <a:bodyPr/>
              <a:lstStyle/>
              <a:p>
                <a:r>
                  <a:rPr lang="en-US">
                    <a:noFill/>
                  </a:rPr>
                  <a:t> </a:t>
                </a:r>
              </a:p>
            </p:txBody>
          </p:sp>
        </mc:Fallback>
      </mc:AlternateContent>
      <p:sp>
        <p:nvSpPr>
          <p:cNvPr id="61" name="TextBox 60">
            <a:extLst>
              <a:ext uri="{FF2B5EF4-FFF2-40B4-BE49-F238E27FC236}">
                <a16:creationId xmlns:a16="http://schemas.microsoft.com/office/drawing/2014/main" id="{6A54D254-347B-4B4A-917E-ED2C3E76A934}"/>
              </a:ext>
            </a:extLst>
          </p:cNvPr>
          <p:cNvSpPr txBox="1"/>
          <p:nvPr/>
        </p:nvSpPr>
        <p:spPr>
          <a:xfrm>
            <a:off x="1839065" y="6622550"/>
            <a:ext cx="1848583" cy="800219"/>
          </a:xfrm>
          <a:prstGeom prst="rect">
            <a:avLst/>
          </a:prstGeom>
          <a:noFill/>
        </p:spPr>
        <p:txBody>
          <a:bodyPr wrap="none" rtlCol="0">
            <a:spAutoFit/>
          </a:bodyPr>
          <a:lstStyle/>
          <a:p>
            <a:r>
              <a:rPr lang="en-US" sz="4600" b="1">
                <a:solidFill>
                  <a:schemeClr val="bg1"/>
                </a:solidFill>
                <a:latin typeface="Tahoma" pitchFamily="34" charset="0"/>
                <a:ea typeface="Tahoma" pitchFamily="34" charset="0"/>
                <a:cs typeface="Tahoma" pitchFamily="34" charset="0"/>
              </a:rPr>
              <a:t>Chú ý</a:t>
            </a:r>
            <a:endParaRPr lang="en-US" sz="4600" b="1" dirty="0">
              <a:solidFill>
                <a:schemeClr val="bg1"/>
              </a:solidFill>
              <a:latin typeface="Tahoma" pitchFamily="34" charset="0"/>
              <a:ea typeface="Tahoma" pitchFamily="34" charset="0"/>
              <a:cs typeface="Tahoma" pitchFamily="34" charset="0"/>
            </a:endParaRPr>
          </a:p>
        </p:txBody>
      </p:sp>
      <p:sp>
        <p:nvSpPr>
          <p:cNvPr id="62" name="Rounded Rectangle 61">
            <a:extLst>
              <a:ext uri="{FF2B5EF4-FFF2-40B4-BE49-F238E27FC236}">
                <a16:creationId xmlns:a16="http://schemas.microsoft.com/office/drawing/2014/main" id="{E86C304B-6277-4B21-9BB0-7B9CA6E8E4B1}"/>
              </a:ext>
            </a:extLst>
          </p:cNvPr>
          <p:cNvSpPr/>
          <p:nvPr/>
        </p:nvSpPr>
        <p:spPr>
          <a:xfrm>
            <a:off x="1055781" y="4708745"/>
            <a:ext cx="22261419" cy="2353890"/>
          </a:xfrm>
          <a:prstGeom prst="roundRect">
            <a:avLst>
              <a:gd name="adj" fmla="val 5347"/>
            </a:avLst>
          </a:prstGeom>
          <a:solidFill>
            <a:srgbClr val="70AD47">
              <a:lumMod val="20000"/>
              <a:lumOff val="80000"/>
            </a:srgbClr>
          </a:solidFill>
          <a:ln w="28575" cap="flat" cmpd="sng" algn="ctr">
            <a:solidFill>
              <a:srgbClr val="70AD47">
                <a:lumMod val="75000"/>
              </a:srgbClr>
            </a:solid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63" name="Group 67">
            <a:extLst>
              <a:ext uri="{FF2B5EF4-FFF2-40B4-BE49-F238E27FC236}">
                <a16:creationId xmlns:a16="http://schemas.microsoft.com/office/drawing/2014/main" id="{85B51570-0D99-40AA-9C29-8E27C4B436F6}"/>
              </a:ext>
            </a:extLst>
          </p:cNvPr>
          <p:cNvGrpSpPr/>
          <p:nvPr/>
        </p:nvGrpSpPr>
        <p:grpSpPr>
          <a:xfrm>
            <a:off x="1526208" y="4344007"/>
            <a:ext cx="5103191" cy="940513"/>
            <a:chOff x="1311958" y="3405486"/>
            <a:chExt cx="5103191" cy="940513"/>
          </a:xfrm>
        </p:grpSpPr>
        <p:sp>
          <p:nvSpPr>
            <p:cNvPr id="64" name="Freeform 20">
              <a:extLst>
                <a:ext uri="{FF2B5EF4-FFF2-40B4-BE49-F238E27FC236}">
                  <a16:creationId xmlns:a16="http://schemas.microsoft.com/office/drawing/2014/main" id="{1991CF6D-1A12-4ADD-830D-B62C9F91F4C0}"/>
                </a:ext>
              </a:extLst>
            </p:cNvPr>
            <p:cNvSpPr>
              <a:spLocks/>
            </p:cNvSpPr>
            <p:nvPr/>
          </p:nvSpPr>
          <p:spPr bwMode="auto">
            <a:xfrm rot="5400000">
              <a:off x="3847215" y="1745253"/>
              <a:ext cx="793396" cy="4342472"/>
            </a:xfrm>
            <a:prstGeom prst="round2SameRect">
              <a:avLst/>
            </a:prstGeom>
            <a:solidFill>
              <a:srgbClr val="70AD47">
                <a:lumMod val="75000"/>
              </a:srgbClr>
            </a:solidFill>
            <a:ln w="57150">
              <a:solidFill>
                <a:srgbClr val="70AD47">
                  <a:lumMod val="75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5" name="TextBox 64">
              <a:extLst>
                <a:ext uri="{FF2B5EF4-FFF2-40B4-BE49-F238E27FC236}">
                  <a16:creationId xmlns:a16="http://schemas.microsoft.com/office/drawing/2014/main" id="{52CB381B-6D7C-406C-A67D-105CB6E46453}"/>
                </a:ext>
              </a:extLst>
            </p:cNvPr>
            <p:cNvSpPr txBox="1"/>
            <p:nvPr/>
          </p:nvSpPr>
          <p:spPr>
            <a:xfrm>
              <a:off x="2316645" y="3484582"/>
              <a:ext cx="3661580" cy="8002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600" b="1" kern="0">
                  <a:solidFill>
                    <a:prstClr val="white"/>
                  </a:solidFill>
                  <a:latin typeface="Tahoma" pitchFamily="34" charset="0"/>
                  <a:ea typeface="Tahoma" pitchFamily="34" charset="0"/>
                  <a:cs typeface="Tahoma" pitchFamily="34" charset="0"/>
                </a:rPr>
                <a:t>Luyện tập</a:t>
              </a:r>
              <a:r>
                <a:rPr kumimoji="0" lang="en-US" sz="4600" b="1" i="0" u="none" strike="noStrike" kern="0" cap="none" spc="0" normalizeH="0" baseline="0" noProof="0">
                  <a:ln>
                    <a:noFill/>
                  </a:ln>
                  <a:solidFill>
                    <a:prstClr val="white"/>
                  </a:solidFill>
                  <a:effectLst/>
                  <a:uLnTx/>
                  <a:uFillTx/>
                  <a:latin typeface="Tahoma" pitchFamily="34" charset="0"/>
                  <a:ea typeface="Tahoma" pitchFamily="34" charset="0"/>
                  <a:cs typeface="Tahoma" pitchFamily="34" charset="0"/>
                </a:rPr>
                <a:t> </a:t>
              </a:r>
              <a:r>
                <a:rPr lang="en-US" sz="4600" b="1" kern="0">
                  <a:solidFill>
                    <a:prstClr val="white"/>
                  </a:solidFill>
                  <a:latin typeface="Tahoma" pitchFamily="34" charset="0"/>
                  <a:ea typeface="Tahoma" pitchFamily="34" charset="0"/>
                  <a:cs typeface="Tahoma" pitchFamily="34" charset="0"/>
                </a:rPr>
                <a:t>4</a:t>
              </a:r>
              <a:endParaRPr kumimoji="0" lang="en-US" sz="4600" b="1" i="0" u="none" strike="noStrike" kern="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p:grpSp>
          <p:nvGrpSpPr>
            <p:cNvPr id="66" name="Group 70">
              <a:extLst>
                <a:ext uri="{FF2B5EF4-FFF2-40B4-BE49-F238E27FC236}">
                  <a16:creationId xmlns:a16="http://schemas.microsoft.com/office/drawing/2014/main" id="{8B31657D-3E89-45CA-80DC-4B00B404FDFA}"/>
                </a:ext>
              </a:extLst>
            </p:cNvPr>
            <p:cNvGrpSpPr/>
            <p:nvPr/>
          </p:nvGrpSpPr>
          <p:grpSpPr>
            <a:xfrm>
              <a:off x="1311958" y="3405486"/>
              <a:ext cx="950173" cy="940513"/>
              <a:chOff x="1311958" y="3405486"/>
              <a:chExt cx="950173" cy="940513"/>
            </a:xfrm>
          </p:grpSpPr>
          <p:sp>
            <p:nvSpPr>
              <p:cNvPr id="67" name="Rectangle 66">
                <a:extLst>
                  <a:ext uri="{FF2B5EF4-FFF2-40B4-BE49-F238E27FC236}">
                    <a16:creationId xmlns:a16="http://schemas.microsoft.com/office/drawing/2014/main" id="{3F229DBE-54E6-4569-AE8D-82877312AFB9}"/>
                  </a:ext>
                </a:extLst>
              </p:cNvPr>
              <p:cNvSpPr/>
              <p:nvPr/>
            </p:nvSpPr>
            <p:spPr>
              <a:xfrm>
                <a:off x="1406975" y="3672018"/>
                <a:ext cx="596676" cy="54031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8" name="Freeform 13">
                <a:extLst>
                  <a:ext uri="{FF2B5EF4-FFF2-40B4-BE49-F238E27FC236}">
                    <a16:creationId xmlns:a16="http://schemas.microsoft.com/office/drawing/2014/main" id="{858513E0-C2E3-42FC-A75C-B81BDD544D6B}"/>
                  </a:ext>
                </a:extLst>
              </p:cNvPr>
              <p:cNvSpPr>
                <a:spLocks noEditPoints="1"/>
              </p:cNvSpPr>
              <p:nvPr/>
            </p:nvSpPr>
            <p:spPr bwMode="auto">
              <a:xfrm>
                <a:off x="1311958" y="3581027"/>
                <a:ext cx="190035" cy="268948"/>
              </a:xfrm>
              <a:custGeom>
                <a:avLst/>
                <a:gdLst>
                  <a:gd name="T0" fmla="*/ 34 w 50"/>
                  <a:gd name="T1" fmla="*/ 16 h 71"/>
                  <a:gd name="T2" fmla="*/ 34 w 50"/>
                  <a:gd name="T3" fmla="*/ 55 h 71"/>
                  <a:gd name="T4" fmla="*/ 16 w 50"/>
                  <a:gd name="T5" fmla="*/ 55 h 71"/>
                  <a:gd name="T6" fmla="*/ 16 w 50"/>
                  <a:gd name="T7" fmla="*/ 16 h 71"/>
                  <a:gd name="T8" fmla="*/ 34 w 50"/>
                  <a:gd name="T9" fmla="*/ 16 h 71"/>
                  <a:gd name="T10" fmla="*/ 34 w 50"/>
                  <a:gd name="T11" fmla="*/ 0 h 71"/>
                  <a:gd name="T12" fmla="*/ 16 w 50"/>
                  <a:gd name="T13" fmla="*/ 0 h 71"/>
                  <a:gd name="T14" fmla="*/ 0 w 50"/>
                  <a:gd name="T15" fmla="*/ 16 h 71"/>
                  <a:gd name="T16" fmla="*/ 0 w 50"/>
                  <a:gd name="T17" fmla="*/ 55 h 71"/>
                  <a:gd name="T18" fmla="*/ 16 w 50"/>
                  <a:gd name="T19" fmla="*/ 71 h 71"/>
                  <a:gd name="T20" fmla="*/ 34 w 50"/>
                  <a:gd name="T21" fmla="*/ 71 h 71"/>
                  <a:gd name="T22" fmla="*/ 50 w 50"/>
                  <a:gd name="T23" fmla="*/ 55 h 71"/>
                  <a:gd name="T24" fmla="*/ 50 w 50"/>
                  <a:gd name="T25" fmla="*/ 16 h 71"/>
                  <a:gd name="T26" fmla="*/ 34 w 50"/>
                  <a:gd name="T2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1">
                    <a:moveTo>
                      <a:pt x="34" y="16"/>
                    </a:moveTo>
                    <a:cubicBezTo>
                      <a:pt x="34" y="55"/>
                      <a:pt x="34" y="55"/>
                      <a:pt x="34" y="55"/>
                    </a:cubicBezTo>
                    <a:cubicBezTo>
                      <a:pt x="16" y="55"/>
                      <a:pt x="16" y="55"/>
                      <a:pt x="16" y="55"/>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5"/>
                      <a:pt x="0" y="55"/>
                      <a:pt x="0" y="55"/>
                    </a:cubicBezTo>
                    <a:cubicBezTo>
                      <a:pt x="0" y="64"/>
                      <a:pt x="7" y="71"/>
                      <a:pt x="16" y="71"/>
                    </a:cubicBezTo>
                    <a:cubicBezTo>
                      <a:pt x="34" y="71"/>
                      <a:pt x="34" y="71"/>
                      <a:pt x="34" y="71"/>
                    </a:cubicBezTo>
                    <a:cubicBezTo>
                      <a:pt x="43" y="71"/>
                      <a:pt x="50" y="64"/>
                      <a:pt x="50" y="55"/>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9" name="Freeform 14">
                <a:extLst>
                  <a:ext uri="{FF2B5EF4-FFF2-40B4-BE49-F238E27FC236}">
                    <a16:creationId xmlns:a16="http://schemas.microsoft.com/office/drawing/2014/main" id="{B3FAF777-34E9-4756-9096-23D6F4E65082}"/>
                  </a:ext>
                </a:extLst>
              </p:cNvPr>
              <p:cNvSpPr>
                <a:spLocks noEditPoints="1"/>
              </p:cNvSpPr>
              <p:nvPr/>
            </p:nvSpPr>
            <p:spPr bwMode="auto">
              <a:xfrm>
                <a:off x="1311958" y="3581027"/>
                <a:ext cx="277000" cy="181983"/>
              </a:xfrm>
              <a:custGeom>
                <a:avLst/>
                <a:gdLst>
                  <a:gd name="T0" fmla="*/ 57 w 73"/>
                  <a:gd name="T1" fmla="*/ 16 h 48"/>
                  <a:gd name="T2" fmla="*/ 57 w 73"/>
                  <a:gd name="T3" fmla="*/ 32 h 48"/>
                  <a:gd name="T4" fmla="*/ 16 w 73"/>
                  <a:gd name="T5" fmla="*/ 32 h 48"/>
                  <a:gd name="T6" fmla="*/ 16 w 73"/>
                  <a:gd name="T7" fmla="*/ 16 h 48"/>
                  <a:gd name="T8" fmla="*/ 57 w 73"/>
                  <a:gd name="T9" fmla="*/ 16 h 48"/>
                  <a:gd name="T10" fmla="*/ 57 w 73"/>
                  <a:gd name="T11" fmla="*/ 0 h 48"/>
                  <a:gd name="T12" fmla="*/ 16 w 73"/>
                  <a:gd name="T13" fmla="*/ 0 h 48"/>
                  <a:gd name="T14" fmla="*/ 0 w 73"/>
                  <a:gd name="T15" fmla="*/ 16 h 48"/>
                  <a:gd name="T16" fmla="*/ 0 w 73"/>
                  <a:gd name="T17" fmla="*/ 32 h 48"/>
                  <a:gd name="T18" fmla="*/ 16 w 73"/>
                  <a:gd name="T19" fmla="*/ 48 h 48"/>
                  <a:gd name="T20" fmla="*/ 57 w 73"/>
                  <a:gd name="T21" fmla="*/ 48 h 48"/>
                  <a:gd name="T22" fmla="*/ 73 w 73"/>
                  <a:gd name="T23" fmla="*/ 32 h 48"/>
                  <a:gd name="T24" fmla="*/ 73 w 73"/>
                  <a:gd name="T25" fmla="*/ 16 h 48"/>
                  <a:gd name="T26" fmla="*/ 57 w 73"/>
                  <a:gd name="T2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8">
                    <a:moveTo>
                      <a:pt x="57" y="16"/>
                    </a:moveTo>
                    <a:cubicBezTo>
                      <a:pt x="57" y="32"/>
                      <a:pt x="57" y="32"/>
                      <a:pt x="57" y="32"/>
                    </a:cubicBezTo>
                    <a:cubicBezTo>
                      <a:pt x="16" y="32"/>
                      <a:pt x="16" y="32"/>
                      <a:pt x="16" y="32"/>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2"/>
                      <a:pt x="0" y="32"/>
                      <a:pt x="0" y="32"/>
                    </a:cubicBezTo>
                    <a:cubicBezTo>
                      <a:pt x="0" y="41"/>
                      <a:pt x="7" y="48"/>
                      <a:pt x="16" y="48"/>
                    </a:cubicBezTo>
                    <a:cubicBezTo>
                      <a:pt x="57" y="48"/>
                      <a:pt x="57" y="48"/>
                      <a:pt x="57" y="48"/>
                    </a:cubicBezTo>
                    <a:cubicBezTo>
                      <a:pt x="66" y="48"/>
                      <a:pt x="73" y="41"/>
                      <a:pt x="73" y="32"/>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0" name="Freeform 15">
                <a:extLst>
                  <a:ext uri="{FF2B5EF4-FFF2-40B4-BE49-F238E27FC236}">
                    <a16:creationId xmlns:a16="http://schemas.microsoft.com/office/drawing/2014/main" id="{2E55EDD4-AB2E-4D20-AC5D-D3DA47C143F4}"/>
                  </a:ext>
                </a:extLst>
              </p:cNvPr>
              <p:cNvSpPr>
                <a:spLocks noEditPoints="1"/>
              </p:cNvSpPr>
              <p:nvPr/>
            </p:nvSpPr>
            <p:spPr bwMode="auto">
              <a:xfrm>
                <a:off x="1563190" y="3581027"/>
                <a:ext cx="285052" cy="181983"/>
              </a:xfrm>
              <a:custGeom>
                <a:avLst/>
                <a:gdLst>
                  <a:gd name="T0" fmla="*/ 58 w 75"/>
                  <a:gd name="T1" fmla="*/ 16 h 48"/>
                  <a:gd name="T2" fmla="*/ 43 w 75"/>
                  <a:gd name="T3" fmla="*/ 32 h 48"/>
                  <a:gd name="T4" fmla="*/ 16 w 75"/>
                  <a:gd name="T5" fmla="*/ 32 h 48"/>
                  <a:gd name="T6" fmla="*/ 16 w 75"/>
                  <a:gd name="T7" fmla="*/ 16 h 48"/>
                  <a:gd name="T8" fmla="*/ 58 w 75"/>
                  <a:gd name="T9" fmla="*/ 16 h 48"/>
                  <a:gd name="T10" fmla="*/ 58 w 75"/>
                  <a:gd name="T11" fmla="*/ 0 h 48"/>
                  <a:gd name="T12" fmla="*/ 16 w 75"/>
                  <a:gd name="T13" fmla="*/ 0 h 48"/>
                  <a:gd name="T14" fmla="*/ 0 w 75"/>
                  <a:gd name="T15" fmla="*/ 16 h 48"/>
                  <a:gd name="T16" fmla="*/ 0 w 75"/>
                  <a:gd name="T17" fmla="*/ 32 h 48"/>
                  <a:gd name="T18" fmla="*/ 16 w 75"/>
                  <a:gd name="T19" fmla="*/ 48 h 48"/>
                  <a:gd name="T20" fmla="*/ 43 w 75"/>
                  <a:gd name="T21" fmla="*/ 48 h 48"/>
                  <a:gd name="T22" fmla="*/ 55 w 75"/>
                  <a:gd name="T23" fmla="*/ 43 h 48"/>
                  <a:gd name="T24" fmla="*/ 70 w 75"/>
                  <a:gd name="T25" fmla="*/ 26 h 48"/>
                  <a:gd name="T26" fmla="*/ 73 w 75"/>
                  <a:gd name="T27" fmla="*/ 9 h 48"/>
                  <a:gd name="T28" fmla="*/ 58 w 75"/>
                  <a:gd name="T29"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8">
                    <a:moveTo>
                      <a:pt x="58" y="16"/>
                    </a:moveTo>
                    <a:cubicBezTo>
                      <a:pt x="43" y="32"/>
                      <a:pt x="43" y="32"/>
                      <a:pt x="43" y="32"/>
                    </a:cubicBezTo>
                    <a:cubicBezTo>
                      <a:pt x="16" y="32"/>
                      <a:pt x="16" y="32"/>
                      <a:pt x="16" y="32"/>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2"/>
                      <a:pt x="0" y="32"/>
                      <a:pt x="0" y="32"/>
                    </a:cubicBezTo>
                    <a:cubicBezTo>
                      <a:pt x="0" y="41"/>
                      <a:pt x="8" y="48"/>
                      <a:pt x="16" y="48"/>
                    </a:cubicBezTo>
                    <a:cubicBezTo>
                      <a:pt x="43" y="48"/>
                      <a:pt x="43" y="48"/>
                      <a:pt x="43" y="48"/>
                    </a:cubicBezTo>
                    <a:cubicBezTo>
                      <a:pt x="48" y="48"/>
                      <a:pt x="52" y="46"/>
                      <a:pt x="55" y="43"/>
                    </a:cubicBezTo>
                    <a:cubicBezTo>
                      <a:pt x="70" y="26"/>
                      <a:pt x="70" y="26"/>
                      <a:pt x="70" y="26"/>
                    </a:cubicBezTo>
                    <a:cubicBezTo>
                      <a:pt x="74" y="22"/>
                      <a:pt x="75" y="15"/>
                      <a:pt x="73" y="9"/>
                    </a:cubicBezTo>
                    <a:cubicBezTo>
                      <a:pt x="70" y="3"/>
                      <a:pt x="64"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1" name="Freeform 16">
                <a:extLst>
                  <a:ext uri="{FF2B5EF4-FFF2-40B4-BE49-F238E27FC236}">
                    <a16:creationId xmlns:a16="http://schemas.microsoft.com/office/drawing/2014/main" id="{553AC144-3041-49F5-A7CB-F8686A2CF9CC}"/>
                  </a:ext>
                </a:extLst>
              </p:cNvPr>
              <p:cNvSpPr>
                <a:spLocks noEditPoints="1"/>
              </p:cNvSpPr>
              <p:nvPr/>
            </p:nvSpPr>
            <p:spPr bwMode="auto">
              <a:xfrm>
                <a:off x="1563190" y="4151132"/>
                <a:ext cx="280221" cy="194867"/>
              </a:xfrm>
              <a:custGeom>
                <a:avLst/>
                <a:gdLst>
                  <a:gd name="T0" fmla="*/ 58 w 74"/>
                  <a:gd name="T1" fmla="*/ 16 h 51"/>
                  <a:gd name="T2" fmla="*/ 58 w 74"/>
                  <a:gd name="T3" fmla="*/ 35 h 51"/>
                  <a:gd name="T4" fmla="*/ 16 w 74"/>
                  <a:gd name="T5" fmla="*/ 35 h 51"/>
                  <a:gd name="T6" fmla="*/ 16 w 74"/>
                  <a:gd name="T7" fmla="*/ 16 h 51"/>
                  <a:gd name="T8" fmla="*/ 58 w 74"/>
                  <a:gd name="T9" fmla="*/ 16 h 51"/>
                  <a:gd name="T10" fmla="*/ 58 w 74"/>
                  <a:gd name="T11" fmla="*/ 0 h 51"/>
                  <a:gd name="T12" fmla="*/ 16 w 74"/>
                  <a:gd name="T13" fmla="*/ 0 h 51"/>
                  <a:gd name="T14" fmla="*/ 0 w 74"/>
                  <a:gd name="T15" fmla="*/ 16 h 51"/>
                  <a:gd name="T16" fmla="*/ 0 w 74"/>
                  <a:gd name="T17" fmla="*/ 35 h 51"/>
                  <a:gd name="T18" fmla="*/ 16 w 74"/>
                  <a:gd name="T19" fmla="*/ 51 h 51"/>
                  <a:gd name="T20" fmla="*/ 58 w 74"/>
                  <a:gd name="T21" fmla="*/ 51 h 51"/>
                  <a:gd name="T22" fmla="*/ 74 w 74"/>
                  <a:gd name="T23" fmla="*/ 35 h 51"/>
                  <a:gd name="T24" fmla="*/ 74 w 74"/>
                  <a:gd name="T25" fmla="*/ 16 h 51"/>
                  <a:gd name="T26" fmla="*/ 58 w 74"/>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1">
                    <a:moveTo>
                      <a:pt x="58" y="16"/>
                    </a:moveTo>
                    <a:cubicBezTo>
                      <a:pt x="58" y="35"/>
                      <a:pt x="58" y="35"/>
                      <a:pt x="58" y="35"/>
                    </a:cubicBezTo>
                    <a:cubicBezTo>
                      <a:pt x="16" y="35"/>
                      <a:pt x="16" y="35"/>
                      <a:pt x="16" y="35"/>
                    </a:cubicBezTo>
                    <a:cubicBezTo>
                      <a:pt x="16" y="16"/>
                      <a:pt x="16" y="16"/>
                      <a:pt x="16" y="16"/>
                    </a:cubicBezTo>
                    <a:cubicBezTo>
                      <a:pt x="58" y="16"/>
                      <a:pt x="58" y="16"/>
                      <a:pt x="58" y="16"/>
                    </a:cubicBezTo>
                    <a:moveTo>
                      <a:pt x="58" y="0"/>
                    </a:moveTo>
                    <a:cubicBezTo>
                      <a:pt x="16" y="0"/>
                      <a:pt x="16" y="0"/>
                      <a:pt x="16" y="0"/>
                    </a:cubicBezTo>
                    <a:cubicBezTo>
                      <a:pt x="8" y="0"/>
                      <a:pt x="0" y="7"/>
                      <a:pt x="0" y="16"/>
                    </a:cubicBezTo>
                    <a:cubicBezTo>
                      <a:pt x="0" y="35"/>
                      <a:pt x="0" y="35"/>
                      <a:pt x="0" y="35"/>
                    </a:cubicBezTo>
                    <a:cubicBezTo>
                      <a:pt x="0" y="43"/>
                      <a:pt x="8" y="51"/>
                      <a:pt x="16" y="51"/>
                    </a:cubicBezTo>
                    <a:cubicBezTo>
                      <a:pt x="58" y="51"/>
                      <a:pt x="58" y="51"/>
                      <a:pt x="58" y="51"/>
                    </a:cubicBezTo>
                    <a:cubicBezTo>
                      <a:pt x="67" y="51"/>
                      <a:pt x="74" y="43"/>
                      <a:pt x="74" y="35"/>
                    </a:cubicBezTo>
                    <a:cubicBezTo>
                      <a:pt x="74" y="16"/>
                      <a:pt x="74" y="16"/>
                      <a:pt x="74" y="16"/>
                    </a:cubicBezTo>
                    <a:cubicBezTo>
                      <a:pt x="74" y="7"/>
                      <a:pt x="67" y="0"/>
                      <a:pt x="58"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2" name="Freeform 17">
                <a:extLst>
                  <a:ext uri="{FF2B5EF4-FFF2-40B4-BE49-F238E27FC236}">
                    <a16:creationId xmlns:a16="http://schemas.microsoft.com/office/drawing/2014/main" id="{A1214A26-F717-4F70-8C03-A0E180E2CF6B}"/>
                  </a:ext>
                </a:extLst>
              </p:cNvPr>
              <p:cNvSpPr>
                <a:spLocks noEditPoints="1"/>
              </p:cNvSpPr>
              <p:nvPr/>
            </p:nvSpPr>
            <p:spPr bwMode="auto">
              <a:xfrm>
                <a:off x="1311958" y="4064167"/>
                <a:ext cx="19003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3" name="Freeform 18">
                <a:extLst>
                  <a:ext uri="{FF2B5EF4-FFF2-40B4-BE49-F238E27FC236}">
                    <a16:creationId xmlns:a16="http://schemas.microsoft.com/office/drawing/2014/main" id="{12213E36-6668-40E8-99F5-B2E3E912CFFF}"/>
                  </a:ext>
                </a:extLst>
              </p:cNvPr>
              <p:cNvSpPr>
                <a:spLocks noEditPoints="1"/>
              </p:cNvSpPr>
              <p:nvPr/>
            </p:nvSpPr>
            <p:spPr bwMode="auto">
              <a:xfrm>
                <a:off x="1311958" y="4151132"/>
                <a:ext cx="27700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4" name="Freeform 19">
                <a:extLst>
                  <a:ext uri="{FF2B5EF4-FFF2-40B4-BE49-F238E27FC236}">
                    <a16:creationId xmlns:a16="http://schemas.microsoft.com/office/drawing/2014/main" id="{4740056C-5513-4273-99CB-CD4425815685}"/>
                  </a:ext>
                </a:extLst>
              </p:cNvPr>
              <p:cNvSpPr>
                <a:spLocks noEditPoints="1"/>
              </p:cNvSpPr>
              <p:nvPr/>
            </p:nvSpPr>
            <p:spPr bwMode="auto">
              <a:xfrm>
                <a:off x="1311958" y="3820986"/>
                <a:ext cx="19003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5" name="Freeform 20">
                <a:extLst>
                  <a:ext uri="{FF2B5EF4-FFF2-40B4-BE49-F238E27FC236}">
                    <a16:creationId xmlns:a16="http://schemas.microsoft.com/office/drawing/2014/main" id="{C1539616-E489-4193-88E8-BCEC6AA0BAAA}"/>
                  </a:ext>
                </a:extLst>
              </p:cNvPr>
              <p:cNvSpPr>
                <a:spLocks noEditPoints="1"/>
              </p:cNvSpPr>
              <p:nvPr/>
            </p:nvSpPr>
            <p:spPr bwMode="auto">
              <a:xfrm>
                <a:off x="1907830" y="4064167"/>
                <a:ext cx="191645" cy="281832"/>
              </a:xfrm>
              <a:custGeom>
                <a:avLst/>
                <a:gdLst>
                  <a:gd name="T0" fmla="*/ 34 w 50"/>
                  <a:gd name="T1" fmla="*/ 16 h 74"/>
                  <a:gd name="T2" fmla="*/ 34 w 50"/>
                  <a:gd name="T3" fmla="*/ 58 h 74"/>
                  <a:gd name="T4" fmla="*/ 16 w 50"/>
                  <a:gd name="T5" fmla="*/ 58 h 74"/>
                  <a:gd name="T6" fmla="*/ 16 w 50"/>
                  <a:gd name="T7" fmla="*/ 16 h 74"/>
                  <a:gd name="T8" fmla="*/ 34 w 50"/>
                  <a:gd name="T9" fmla="*/ 16 h 74"/>
                  <a:gd name="T10" fmla="*/ 34 w 50"/>
                  <a:gd name="T11" fmla="*/ 0 h 74"/>
                  <a:gd name="T12" fmla="*/ 16 w 50"/>
                  <a:gd name="T13" fmla="*/ 0 h 74"/>
                  <a:gd name="T14" fmla="*/ 0 w 50"/>
                  <a:gd name="T15" fmla="*/ 16 h 74"/>
                  <a:gd name="T16" fmla="*/ 0 w 50"/>
                  <a:gd name="T17" fmla="*/ 58 h 74"/>
                  <a:gd name="T18" fmla="*/ 16 w 50"/>
                  <a:gd name="T19" fmla="*/ 74 h 74"/>
                  <a:gd name="T20" fmla="*/ 34 w 50"/>
                  <a:gd name="T21" fmla="*/ 74 h 74"/>
                  <a:gd name="T22" fmla="*/ 50 w 50"/>
                  <a:gd name="T23" fmla="*/ 58 h 74"/>
                  <a:gd name="T24" fmla="*/ 50 w 50"/>
                  <a:gd name="T25" fmla="*/ 16 h 74"/>
                  <a:gd name="T26" fmla="*/ 34 w 50"/>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4">
                    <a:moveTo>
                      <a:pt x="34" y="16"/>
                    </a:moveTo>
                    <a:cubicBezTo>
                      <a:pt x="34" y="58"/>
                      <a:pt x="34" y="58"/>
                      <a:pt x="34" y="58"/>
                    </a:cubicBezTo>
                    <a:cubicBezTo>
                      <a:pt x="16" y="58"/>
                      <a:pt x="16" y="58"/>
                      <a:pt x="16" y="58"/>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8"/>
                      <a:pt x="0" y="58"/>
                      <a:pt x="0" y="58"/>
                    </a:cubicBezTo>
                    <a:cubicBezTo>
                      <a:pt x="0" y="66"/>
                      <a:pt x="7" y="74"/>
                      <a:pt x="16" y="74"/>
                    </a:cubicBezTo>
                    <a:cubicBezTo>
                      <a:pt x="34" y="74"/>
                      <a:pt x="34" y="74"/>
                      <a:pt x="34" y="74"/>
                    </a:cubicBezTo>
                    <a:cubicBezTo>
                      <a:pt x="43" y="74"/>
                      <a:pt x="50" y="66"/>
                      <a:pt x="50" y="58"/>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6" name="Freeform 21">
                <a:extLst>
                  <a:ext uri="{FF2B5EF4-FFF2-40B4-BE49-F238E27FC236}">
                    <a16:creationId xmlns:a16="http://schemas.microsoft.com/office/drawing/2014/main" id="{DAFBA619-EFE2-401A-BB35-075FAD8BD418}"/>
                  </a:ext>
                </a:extLst>
              </p:cNvPr>
              <p:cNvSpPr>
                <a:spLocks noEditPoints="1"/>
              </p:cNvSpPr>
              <p:nvPr/>
            </p:nvSpPr>
            <p:spPr bwMode="auto">
              <a:xfrm>
                <a:off x="1820865" y="4151132"/>
                <a:ext cx="278610" cy="194867"/>
              </a:xfrm>
              <a:custGeom>
                <a:avLst/>
                <a:gdLst>
                  <a:gd name="T0" fmla="*/ 57 w 73"/>
                  <a:gd name="T1" fmla="*/ 16 h 51"/>
                  <a:gd name="T2" fmla="*/ 57 w 73"/>
                  <a:gd name="T3" fmla="*/ 35 h 51"/>
                  <a:gd name="T4" fmla="*/ 16 w 73"/>
                  <a:gd name="T5" fmla="*/ 35 h 51"/>
                  <a:gd name="T6" fmla="*/ 16 w 73"/>
                  <a:gd name="T7" fmla="*/ 16 h 51"/>
                  <a:gd name="T8" fmla="*/ 57 w 73"/>
                  <a:gd name="T9" fmla="*/ 16 h 51"/>
                  <a:gd name="T10" fmla="*/ 57 w 73"/>
                  <a:gd name="T11" fmla="*/ 0 h 51"/>
                  <a:gd name="T12" fmla="*/ 16 w 73"/>
                  <a:gd name="T13" fmla="*/ 0 h 51"/>
                  <a:gd name="T14" fmla="*/ 0 w 73"/>
                  <a:gd name="T15" fmla="*/ 16 h 51"/>
                  <a:gd name="T16" fmla="*/ 0 w 73"/>
                  <a:gd name="T17" fmla="*/ 35 h 51"/>
                  <a:gd name="T18" fmla="*/ 16 w 73"/>
                  <a:gd name="T19" fmla="*/ 51 h 51"/>
                  <a:gd name="T20" fmla="*/ 57 w 73"/>
                  <a:gd name="T21" fmla="*/ 51 h 51"/>
                  <a:gd name="T22" fmla="*/ 73 w 73"/>
                  <a:gd name="T23" fmla="*/ 35 h 51"/>
                  <a:gd name="T24" fmla="*/ 73 w 73"/>
                  <a:gd name="T25" fmla="*/ 16 h 51"/>
                  <a:gd name="T26" fmla="*/ 57 w 73"/>
                  <a:gd name="T2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1">
                    <a:moveTo>
                      <a:pt x="57" y="16"/>
                    </a:moveTo>
                    <a:cubicBezTo>
                      <a:pt x="57" y="35"/>
                      <a:pt x="57" y="35"/>
                      <a:pt x="57" y="35"/>
                    </a:cubicBezTo>
                    <a:cubicBezTo>
                      <a:pt x="16" y="35"/>
                      <a:pt x="16" y="35"/>
                      <a:pt x="16" y="35"/>
                    </a:cubicBezTo>
                    <a:cubicBezTo>
                      <a:pt x="16" y="16"/>
                      <a:pt x="16" y="16"/>
                      <a:pt x="16" y="16"/>
                    </a:cubicBezTo>
                    <a:cubicBezTo>
                      <a:pt x="57" y="16"/>
                      <a:pt x="57" y="16"/>
                      <a:pt x="57" y="16"/>
                    </a:cubicBezTo>
                    <a:moveTo>
                      <a:pt x="57" y="0"/>
                    </a:moveTo>
                    <a:cubicBezTo>
                      <a:pt x="16" y="0"/>
                      <a:pt x="16" y="0"/>
                      <a:pt x="16" y="0"/>
                    </a:cubicBezTo>
                    <a:cubicBezTo>
                      <a:pt x="7" y="0"/>
                      <a:pt x="0" y="7"/>
                      <a:pt x="0" y="16"/>
                    </a:cubicBezTo>
                    <a:cubicBezTo>
                      <a:pt x="0" y="35"/>
                      <a:pt x="0" y="35"/>
                      <a:pt x="0" y="35"/>
                    </a:cubicBezTo>
                    <a:cubicBezTo>
                      <a:pt x="0" y="43"/>
                      <a:pt x="7" y="51"/>
                      <a:pt x="16" y="51"/>
                    </a:cubicBezTo>
                    <a:cubicBezTo>
                      <a:pt x="57" y="51"/>
                      <a:pt x="57" y="51"/>
                      <a:pt x="57" y="51"/>
                    </a:cubicBezTo>
                    <a:cubicBezTo>
                      <a:pt x="66" y="51"/>
                      <a:pt x="73" y="43"/>
                      <a:pt x="73" y="35"/>
                    </a:cubicBezTo>
                    <a:cubicBezTo>
                      <a:pt x="73" y="16"/>
                      <a:pt x="73" y="16"/>
                      <a:pt x="73" y="16"/>
                    </a:cubicBezTo>
                    <a:cubicBezTo>
                      <a:pt x="73" y="7"/>
                      <a:pt x="66" y="0"/>
                      <a:pt x="57"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7" name="Freeform 22">
                <a:extLst>
                  <a:ext uri="{FF2B5EF4-FFF2-40B4-BE49-F238E27FC236}">
                    <a16:creationId xmlns:a16="http://schemas.microsoft.com/office/drawing/2014/main" id="{C03D6C1A-64B7-4389-960B-EBFF0D5FA14C}"/>
                  </a:ext>
                </a:extLst>
              </p:cNvPr>
              <p:cNvSpPr>
                <a:spLocks noEditPoints="1"/>
              </p:cNvSpPr>
              <p:nvPr/>
            </p:nvSpPr>
            <p:spPr bwMode="auto">
              <a:xfrm>
                <a:off x="1907830" y="3820986"/>
                <a:ext cx="191645" cy="273779"/>
              </a:xfrm>
              <a:custGeom>
                <a:avLst/>
                <a:gdLst>
                  <a:gd name="T0" fmla="*/ 34 w 50"/>
                  <a:gd name="T1" fmla="*/ 16 h 72"/>
                  <a:gd name="T2" fmla="*/ 34 w 50"/>
                  <a:gd name="T3" fmla="*/ 56 h 72"/>
                  <a:gd name="T4" fmla="*/ 16 w 50"/>
                  <a:gd name="T5" fmla="*/ 56 h 72"/>
                  <a:gd name="T6" fmla="*/ 16 w 50"/>
                  <a:gd name="T7" fmla="*/ 16 h 72"/>
                  <a:gd name="T8" fmla="*/ 34 w 50"/>
                  <a:gd name="T9" fmla="*/ 16 h 72"/>
                  <a:gd name="T10" fmla="*/ 34 w 50"/>
                  <a:gd name="T11" fmla="*/ 0 h 72"/>
                  <a:gd name="T12" fmla="*/ 16 w 50"/>
                  <a:gd name="T13" fmla="*/ 0 h 72"/>
                  <a:gd name="T14" fmla="*/ 0 w 50"/>
                  <a:gd name="T15" fmla="*/ 16 h 72"/>
                  <a:gd name="T16" fmla="*/ 0 w 50"/>
                  <a:gd name="T17" fmla="*/ 56 h 72"/>
                  <a:gd name="T18" fmla="*/ 16 w 50"/>
                  <a:gd name="T19" fmla="*/ 72 h 72"/>
                  <a:gd name="T20" fmla="*/ 34 w 50"/>
                  <a:gd name="T21" fmla="*/ 72 h 72"/>
                  <a:gd name="T22" fmla="*/ 50 w 50"/>
                  <a:gd name="T23" fmla="*/ 56 h 72"/>
                  <a:gd name="T24" fmla="*/ 50 w 50"/>
                  <a:gd name="T25" fmla="*/ 16 h 72"/>
                  <a:gd name="T26" fmla="*/ 34 w 5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72">
                    <a:moveTo>
                      <a:pt x="34" y="16"/>
                    </a:moveTo>
                    <a:cubicBezTo>
                      <a:pt x="34" y="56"/>
                      <a:pt x="34" y="56"/>
                      <a:pt x="34" y="56"/>
                    </a:cubicBezTo>
                    <a:cubicBezTo>
                      <a:pt x="16" y="56"/>
                      <a:pt x="16" y="56"/>
                      <a:pt x="16" y="56"/>
                    </a:cubicBezTo>
                    <a:cubicBezTo>
                      <a:pt x="16" y="16"/>
                      <a:pt x="16" y="16"/>
                      <a:pt x="16" y="16"/>
                    </a:cubicBezTo>
                    <a:cubicBezTo>
                      <a:pt x="34" y="16"/>
                      <a:pt x="34" y="16"/>
                      <a:pt x="34" y="16"/>
                    </a:cubicBezTo>
                    <a:moveTo>
                      <a:pt x="34" y="0"/>
                    </a:moveTo>
                    <a:cubicBezTo>
                      <a:pt x="16" y="0"/>
                      <a:pt x="16" y="0"/>
                      <a:pt x="16" y="0"/>
                    </a:cubicBezTo>
                    <a:cubicBezTo>
                      <a:pt x="7" y="0"/>
                      <a:pt x="0" y="7"/>
                      <a:pt x="0" y="16"/>
                    </a:cubicBezTo>
                    <a:cubicBezTo>
                      <a:pt x="0" y="56"/>
                      <a:pt x="0" y="56"/>
                      <a:pt x="0" y="56"/>
                    </a:cubicBezTo>
                    <a:cubicBezTo>
                      <a:pt x="0" y="65"/>
                      <a:pt x="7" y="72"/>
                      <a:pt x="16" y="72"/>
                    </a:cubicBezTo>
                    <a:cubicBezTo>
                      <a:pt x="34" y="72"/>
                      <a:pt x="34" y="72"/>
                      <a:pt x="34" y="72"/>
                    </a:cubicBezTo>
                    <a:cubicBezTo>
                      <a:pt x="43" y="72"/>
                      <a:pt x="50" y="65"/>
                      <a:pt x="50" y="56"/>
                    </a:cubicBezTo>
                    <a:cubicBezTo>
                      <a:pt x="50" y="16"/>
                      <a:pt x="50" y="16"/>
                      <a:pt x="50" y="16"/>
                    </a:cubicBezTo>
                    <a:cubicBezTo>
                      <a:pt x="50" y="7"/>
                      <a:pt x="43" y="0"/>
                      <a:pt x="34"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8" name="Freeform 23">
                <a:extLst>
                  <a:ext uri="{FF2B5EF4-FFF2-40B4-BE49-F238E27FC236}">
                    <a16:creationId xmlns:a16="http://schemas.microsoft.com/office/drawing/2014/main" id="{7FCC528C-6A36-43F4-966A-4B51D798B601}"/>
                  </a:ext>
                </a:extLst>
              </p:cNvPr>
              <p:cNvSpPr>
                <a:spLocks noEditPoints="1"/>
              </p:cNvSpPr>
              <p:nvPr/>
            </p:nvSpPr>
            <p:spPr bwMode="auto">
              <a:xfrm>
                <a:off x="1661428" y="3405486"/>
                <a:ext cx="600703" cy="594262"/>
              </a:xfrm>
              <a:custGeom>
                <a:avLst/>
                <a:gdLst>
                  <a:gd name="T0" fmla="*/ 105 w 158"/>
                  <a:gd name="T1" fmla="*/ 16 h 156"/>
                  <a:gd name="T2" fmla="*/ 140 w 158"/>
                  <a:gd name="T3" fmla="*/ 56 h 156"/>
                  <a:gd name="T4" fmla="*/ 56 w 158"/>
                  <a:gd name="T5" fmla="*/ 140 h 156"/>
                  <a:gd name="T6" fmla="*/ 17 w 158"/>
                  <a:gd name="T7" fmla="*/ 99 h 156"/>
                  <a:gd name="T8" fmla="*/ 105 w 158"/>
                  <a:gd name="T9" fmla="*/ 16 h 156"/>
                  <a:gd name="T10" fmla="*/ 105 w 158"/>
                  <a:gd name="T11" fmla="*/ 0 h 156"/>
                  <a:gd name="T12" fmla="*/ 94 w 158"/>
                  <a:gd name="T13" fmla="*/ 5 h 156"/>
                  <a:gd name="T14" fmla="*/ 6 w 158"/>
                  <a:gd name="T15" fmla="*/ 87 h 156"/>
                  <a:gd name="T16" fmla="*/ 5 w 158"/>
                  <a:gd name="T17" fmla="*/ 109 h 156"/>
                  <a:gd name="T18" fmla="*/ 44 w 158"/>
                  <a:gd name="T19" fmla="*/ 151 h 156"/>
                  <a:gd name="T20" fmla="*/ 55 w 158"/>
                  <a:gd name="T21" fmla="*/ 156 h 156"/>
                  <a:gd name="T22" fmla="*/ 56 w 158"/>
                  <a:gd name="T23" fmla="*/ 156 h 156"/>
                  <a:gd name="T24" fmla="*/ 67 w 158"/>
                  <a:gd name="T25" fmla="*/ 152 h 156"/>
                  <a:gd name="T26" fmla="*/ 151 w 158"/>
                  <a:gd name="T27" fmla="*/ 67 h 156"/>
                  <a:gd name="T28" fmla="*/ 152 w 158"/>
                  <a:gd name="T29" fmla="*/ 45 h 156"/>
                  <a:gd name="T30" fmla="*/ 117 w 158"/>
                  <a:gd name="T31" fmla="*/ 6 h 156"/>
                  <a:gd name="T32" fmla="*/ 105 w 158"/>
                  <a:gd name="T33" fmla="*/ 0 h 156"/>
                  <a:gd name="T34" fmla="*/ 105 w 158"/>
                  <a:gd name="T3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 h="156">
                    <a:moveTo>
                      <a:pt x="105" y="16"/>
                    </a:moveTo>
                    <a:cubicBezTo>
                      <a:pt x="140" y="56"/>
                      <a:pt x="140" y="56"/>
                      <a:pt x="140" y="56"/>
                    </a:cubicBezTo>
                    <a:cubicBezTo>
                      <a:pt x="56" y="140"/>
                      <a:pt x="56" y="140"/>
                      <a:pt x="56" y="140"/>
                    </a:cubicBezTo>
                    <a:cubicBezTo>
                      <a:pt x="17" y="99"/>
                      <a:pt x="17" y="99"/>
                      <a:pt x="17" y="99"/>
                    </a:cubicBezTo>
                    <a:cubicBezTo>
                      <a:pt x="105" y="16"/>
                      <a:pt x="105" y="16"/>
                      <a:pt x="105" y="16"/>
                    </a:cubicBezTo>
                    <a:moveTo>
                      <a:pt x="105" y="0"/>
                    </a:moveTo>
                    <a:cubicBezTo>
                      <a:pt x="101" y="0"/>
                      <a:pt x="97" y="2"/>
                      <a:pt x="94" y="5"/>
                    </a:cubicBezTo>
                    <a:cubicBezTo>
                      <a:pt x="6" y="87"/>
                      <a:pt x="6" y="87"/>
                      <a:pt x="6" y="87"/>
                    </a:cubicBezTo>
                    <a:cubicBezTo>
                      <a:pt x="0" y="93"/>
                      <a:pt x="0" y="103"/>
                      <a:pt x="5" y="109"/>
                    </a:cubicBezTo>
                    <a:cubicBezTo>
                      <a:pt x="44" y="151"/>
                      <a:pt x="44" y="151"/>
                      <a:pt x="44" y="151"/>
                    </a:cubicBezTo>
                    <a:cubicBezTo>
                      <a:pt x="47" y="154"/>
                      <a:pt x="51" y="156"/>
                      <a:pt x="55" y="156"/>
                    </a:cubicBezTo>
                    <a:cubicBezTo>
                      <a:pt x="55" y="156"/>
                      <a:pt x="56" y="156"/>
                      <a:pt x="56" y="156"/>
                    </a:cubicBezTo>
                    <a:cubicBezTo>
                      <a:pt x="60" y="156"/>
                      <a:pt x="64" y="155"/>
                      <a:pt x="67" y="152"/>
                    </a:cubicBezTo>
                    <a:cubicBezTo>
                      <a:pt x="151" y="67"/>
                      <a:pt x="151" y="67"/>
                      <a:pt x="151" y="67"/>
                    </a:cubicBezTo>
                    <a:cubicBezTo>
                      <a:pt x="157" y="61"/>
                      <a:pt x="158" y="52"/>
                      <a:pt x="152" y="45"/>
                    </a:cubicBezTo>
                    <a:cubicBezTo>
                      <a:pt x="117" y="6"/>
                      <a:pt x="117" y="6"/>
                      <a:pt x="117" y="6"/>
                    </a:cubicBezTo>
                    <a:cubicBezTo>
                      <a:pt x="114" y="3"/>
                      <a:pt x="110" y="1"/>
                      <a:pt x="105" y="0"/>
                    </a:cubicBezTo>
                    <a:cubicBezTo>
                      <a:pt x="105" y="0"/>
                      <a:pt x="105" y="0"/>
                      <a:pt x="105"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79" name="Freeform 24">
                <a:extLst>
                  <a:ext uri="{FF2B5EF4-FFF2-40B4-BE49-F238E27FC236}">
                    <a16:creationId xmlns:a16="http://schemas.microsoft.com/office/drawing/2014/main" id="{82ED7881-25E7-446A-A142-96FBCADEE2BC}"/>
                  </a:ext>
                </a:extLst>
              </p:cNvPr>
              <p:cNvSpPr>
                <a:spLocks noEditPoints="1"/>
              </p:cNvSpPr>
              <p:nvPr/>
            </p:nvSpPr>
            <p:spPr bwMode="auto">
              <a:xfrm>
                <a:off x="1555138" y="3790388"/>
                <a:ext cx="318872" cy="293105"/>
              </a:xfrm>
              <a:custGeom>
                <a:avLst/>
                <a:gdLst>
                  <a:gd name="T0" fmla="*/ 32 w 84"/>
                  <a:gd name="T1" fmla="*/ 16 h 77"/>
                  <a:gd name="T2" fmla="*/ 67 w 84"/>
                  <a:gd name="T3" fmla="*/ 50 h 77"/>
                  <a:gd name="T4" fmla="*/ 17 w 84"/>
                  <a:gd name="T5" fmla="*/ 61 h 77"/>
                  <a:gd name="T6" fmla="*/ 32 w 84"/>
                  <a:gd name="T7" fmla="*/ 16 h 77"/>
                  <a:gd name="T8" fmla="*/ 32 w 84"/>
                  <a:gd name="T9" fmla="*/ 0 h 77"/>
                  <a:gd name="T10" fmla="*/ 28 w 84"/>
                  <a:gd name="T11" fmla="*/ 1 h 77"/>
                  <a:gd name="T12" fmla="*/ 17 w 84"/>
                  <a:gd name="T13" fmla="*/ 11 h 77"/>
                  <a:gd name="T14" fmla="*/ 2 w 84"/>
                  <a:gd name="T15" fmla="*/ 56 h 77"/>
                  <a:gd name="T16" fmla="*/ 5 w 84"/>
                  <a:gd name="T17" fmla="*/ 72 h 77"/>
                  <a:gd name="T18" fmla="*/ 17 w 84"/>
                  <a:gd name="T19" fmla="*/ 77 h 77"/>
                  <a:gd name="T20" fmla="*/ 20 w 84"/>
                  <a:gd name="T21" fmla="*/ 76 h 77"/>
                  <a:gd name="T22" fmla="*/ 71 w 84"/>
                  <a:gd name="T23" fmla="*/ 65 h 77"/>
                  <a:gd name="T24" fmla="*/ 83 w 84"/>
                  <a:gd name="T25" fmla="*/ 54 h 77"/>
                  <a:gd name="T26" fmla="*/ 78 w 84"/>
                  <a:gd name="T27" fmla="*/ 38 h 77"/>
                  <a:gd name="T28" fmla="*/ 43 w 84"/>
                  <a:gd name="T29" fmla="*/ 5 h 77"/>
                  <a:gd name="T30" fmla="*/ 32 w 84"/>
                  <a:gd name="T3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77">
                    <a:moveTo>
                      <a:pt x="32" y="16"/>
                    </a:moveTo>
                    <a:cubicBezTo>
                      <a:pt x="67" y="50"/>
                      <a:pt x="67" y="50"/>
                      <a:pt x="67" y="50"/>
                    </a:cubicBezTo>
                    <a:cubicBezTo>
                      <a:pt x="17" y="61"/>
                      <a:pt x="17" y="61"/>
                      <a:pt x="17" y="61"/>
                    </a:cubicBezTo>
                    <a:cubicBezTo>
                      <a:pt x="32" y="16"/>
                      <a:pt x="32" y="16"/>
                      <a:pt x="32" y="16"/>
                    </a:cubicBezTo>
                    <a:moveTo>
                      <a:pt x="32" y="0"/>
                    </a:moveTo>
                    <a:cubicBezTo>
                      <a:pt x="31" y="0"/>
                      <a:pt x="29" y="0"/>
                      <a:pt x="28" y="1"/>
                    </a:cubicBezTo>
                    <a:cubicBezTo>
                      <a:pt x="23" y="2"/>
                      <a:pt x="18" y="6"/>
                      <a:pt x="17" y="11"/>
                    </a:cubicBezTo>
                    <a:cubicBezTo>
                      <a:pt x="2" y="56"/>
                      <a:pt x="2" y="56"/>
                      <a:pt x="2" y="56"/>
                    </a:cubicBezTo>
                    <a:cubicBezTo>
                      <a:pt x="0" y="61"/>
                      <a:pt x="1" y="67"/>
                      <a:pt x="5" y="72"/>
                    </a:cubicBezTo>
                    <a:cubicBezTo>
                      <a:pt x="8" y="75"/>
                      <a:pt x="12" y="77"/>
                      <a:pt x="17" y="77"/>
                    </a:cubicBezTo>
                    <a:cubicBezTo>
                      <a:pt x="18" y="77"/>
                      <a:pt x="19" y="77"/>
                      <a:pt x="20" y="76"/>
                    </a:cubicBezTo>
                    <a:cubicBezTo>
                      <a:pt x="71" y="65"/>
                      <a:pt x="71" y="65"/>
                      <a:pt x="71" y="65"/>
                    </a:cubicBezTo>
                    <a:cubicBezTo>
                      <a:pt x="77" y="64"/>
                      <a:pt x="81" y="59"/>
                      <a:pt x="83" y="54"/>
                    </a:cubicBezTo>
                    <a:cubicBezTo>
                      <a:pt x="84" y="48"/>
                      <a:pt x="83" y="42"/>
                      <a:pt x="78" y="38"/>
                    </a:cubicBezTo>
                    <a:cubicBezTo>
                      <a:pt x="43" y="5"/>
                      <a:pt x="43" y="5"/>
                      <a:pt x="43" y="5"/>
                    </a:cubicBezTo>
                    <a:cubicBezTo>
                      <a:pt x="40" y="2"/>
                      <a:pt x="36" y="0"/>
                      <a:pt x="32" y="0"/>
                    </a:cubicBezTo>
                    <a:close/>
                  </a:path>
                </a:pathLst>
              </a:custGeom>
              <a:solidFill>
                <a:srgbClr val="70AD47">
                  <a:lumMod val="7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80" name="Freeform 25">
                <a:extLst>
                  <a:ext uri="{FF2B5EF4-FFF2-40B4-BE49-F238E27FC236}">
                    <a16:creationId xmlns:a16="http://schemas.microsoft.com/office/drawing/2014/main" id="{9630882A-3DB4-41D8-A47E-5EF897570068}"/>
                  </a:ext>
                </a:extLst>
              </p:cNvPr>
              <p:cNvSpPr>
                <a:spLocks/>
              </p:cNvSpPr>
              <p:nvPr/>
            </p:nvSpPr>
            <p:spPr bwMode="auto">
              <a:xfrm>
                <a:off x="1371545" y="3642225"/>
                <a:ext cx="69249" cy="148163"/>
              </a:xfrm>
              <a:custGeom>
                <a:avLst/>
                <a:gdLst>
                  <a:gd name="T0" fmla="*/ 0 w 43"/>
                  <a:gd name="T1" fmla="*/ 0 h 92"/>
                  <a:gd name="T2" fmla="*/ 43 w 43"/>
                  <a:gd name="T3" fmla="*/ 0 h 92"/>
                  <a:gd name="T4" fmla="*/ 43 w 43"/>
                  <a:gd name="T5" fmla="*/ 92 h 92"/>
                  <a:gd name="T6" fmla="*/ 0 w 43"/>
                  <a:gd name="T7" fmla="*/ 92 h 92"/>
                  <a:gd name="T8" fmla="*/ 0 w 43"/>
                  <a:gd name="T9" fmla="*/ 0 h 92"/>
                  <a:gd name="T10" fmla="*/ 0 w 43"/>
                  <a:gd name="T11" fmla="*/ 0 h 92"/>
                </a:gdLst>
                <a:ahLst/>
                <a:cxnLst>
                  <a:cxn ang="0">
                    <a:pos x="T0" y="T1"/>
                  </a:cxn>
                  <a:cxn ang="0">
                    <a:pos x="T2" y="T3"/>
                  </a:cxn>
                  <a:cxn ang="0">
                    <a:pos x="T4" y="T5"/>
                  </a:cxn>
                  <a:cxn ang="0">
                    <a:pos x="T6" y="T7"/>
                  </a:cxn>
                  <a:cxn ang="0">
                    <a:pos x="T8" y="T9"/>
                  </a:cxn>
                  <a:cxn ang="0">
                    <a:pos x="T10" y="T11"/>
                  </a:cxn>
                </a:cxnLst>
                <a:rect l="0" t="0" r="r" b="b"/>
                <a:pathLst>
                  <a:path w="43" h="92">
                    <a:moveTo>
                      <a:pt x="0" y="0"/>
                    </a:moveTo>
                    <a:lnTo>
                      <a:pt x="43" y="0"/>
                    </a:lnTo>
                    <a:lnTo>
                      <a:pt x="43" y="92"/>
                    </a:lnTo>
                    <a:lnTo>
                      <a:pt x="0" y="92"/>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81" name="Freeform 26">
                <a:extLst>
                  <a:ext uri="{FF2B5EF4-FFF2-40B4-BE49-F238E27FC236}">
                    <a16:creationId xmlns:a16="http://schemas.microsoft.com/office/drawing/2014/main" id="{8C39738E-3573-4508-8A6E-B694E635218D}"/>
                  </a:ext>
                </a:extLst>
              </p:cNvPr>
              <p:cNvSpPr>
                <a:spLocks/>
              </p:cNvSpPr>
              <p:nvPr/>
            </p:nvSpPr>
            <p:spPr bwMode="auto">
              <a:xfrm>
                <a:off x="1371545" y="3642225"/>
                <a:ext cx="156215" cy="59588"/>
              </a:xfrm>
              <a:custGeom>
                <a:avLst/>
                <a:gdLst>
                  <a:gd name="T0" fmla="*/ 0 w 97"/>
                  <a:gd name="T1" fmla="*/ 0 h 37"/>
                  <a:gd name="T2" fmla="*/ 97 w 97"/>
                  <a:gd name="T3" fmla="*/ 0 h 37"/>
                  <a:gd name="T4" fmla="*/ 97 w 97"/>
                  <a:gd name="T5" fmla="*/ 37 h 37"/>
                  <a:gd name="T6" fmla="*/ 0 w 97"/>
                  <a:gd name="T7" fmla="*/ 37 h 37"/>
                  <a:gd name="T8" fmla="*/ 0 w 97"/>
                  <a:gd name="T9" fmla="*/ 0 h 37"/>
                  <a:gd name="T10" fmla="*/ 0 w 97"/>
                  <a:gd name="T11" fmla="*/ 0 h 37"/>
                </a:gdLst>
                <a:ahLst/>
                <a:cxnLst>
                  <a:cxn ang="0">
                    <a:pos x="T0" y="T1"/>
                  </a:cxn>
                  <a:cxn ang="0">
                    <a:pos x="T2" y="T3"/>
                  </a:cxn>
                  <a:cxn ang="0">
                    <a:pos x="T4" y="T5"/>
                  </a:cxn>
                  <a:cxn ang="0">
                    <a:pos x="T6" y="T7"/>
                  </a:cxn>
                  <a:cxn ang="0">
                    <a:pos x="T8" y="T9"/>
                  </a:cxn>
                  <a:cxn ang="0">
                    <a:pos x="T10" y="T11"/>
                  </a:cxn>
                </a:cxnLst>
                <a:rect l="0" t="0" r="r" b="b"/>
                <a:pathLst>
                  <a:path w="97" h="37">
                    <a:moveTo>
                      <a:pt x="0" y="0"/>
                    </a:moveTo>
                    <a:lnTo>
                      <a:pt x="97" y="0"/>
                    </a:lnTo>
                    <a:lnTo>
                      <a:pt x="97" y="37"/>
                    </a:lnTo>
                    <a:lnTo>
                      <a:pt x="0" y="37"/>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82" name="Freeform 27">
                <a:extLst>
                  <a:ext uri="{FF2B5EF4-FFF2-40B4-BE49-F238E27FC236}">
                    <a16:creationId xmlns:a16="http://schemas.microsoft.com/office/drawing/2014/main" id="{1ECC4B6D-6ED9-4EFE-BDAF-ED7A07D280DB}"/>
                  </a:ext>
                </a:extLst>
              </p:cNvPr>
              <p:cNvSpPr>
                <a:spLocks/>
              </p:cNvSpPr>
              <p:nvPr/>
            </p:nvSpPr>
            <p:spPr bwMode="auto">
              <a:xfrm>
                <a:off x="1622777" y="3642225"/>
                <a:ext cx="161046" cy="59588"/>
              </a:xfrm>
              <a:custGeom>
                <a:avLst/>
                <a:gdLst>
                  <a:gd name="T0" fmla="*/ 0 w 100"/>
                  <a:gd name="T1" fmla="*/ 37 h 37"/>
                  <a:gd name="T2" fmla="*/ 0 w 100"/>
                  <a:gd name="T3" fmla="*/ 0 h 37"/>
                  <a:gd name="T4" fmla="*/ 100 w 100"/>
                  <a:gd name="T5" fmla="*/ 0 h 37"/>
                  <a:gd name="T6" fmla="*/ 64 w 100"/>
                  <a:gd name="T7" fmla="*/ 37 h 37"/>
                  <a:gd name="T8" fmla="*/ 0 w 100"/>
                  <a:gd name="T9" fmla="*/ 37 h 37"/>
                  <a:gd name="T10" fmla="*/ 0 w 100"/>
                  <a:gd name="T11" fmla="*/ 37 h 37"/>
                  <a:gd name="T12" fmla="*/ 0 w 100"/>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100" h="37">
                    <a:moveTo>
                      <a:pt x="0" y="37"/>
                    </a:moveTo>
                    <a:lnTo>
                      <a:pt x="0" y="0"/>
                    </a:lnTo>
                    <a:lnTo>
                      <a:pt x="100" y="0"/>
                    </a:lnTo>
                    <a:lnTo>
                      <a:pt x="64" y="37"/>
                    </a:lnTo>
                    <a:lnTo>
                      <a:pt x="0" y="37"/>
                    </a:lnTo>
                    <a:lnTo>
                      <a:pt x="0" y="37"/>
                    </a:lnTo>
                    <a:lnTo>
                      <a:pt x="0" y="3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83" name="Freeform 28">
                <a:extLst>
                  <a:ext uri="{FF2B5EF4-FFF2-40B4-BE49-F238E27FC236}">
                    <a16:creationId xmlns:a16="http://schemas.microsoft.com/office/drawing/2014/main" id="{1ED9C9D3-44F3-4444-87E9-69530C78D9CC}"/>
                  </a:ext>
                </a:extLst>
              </p:cNvPr>
              <p:cNvSpPr>
                <a:spLocks/>
              </p:cNvSpPr>
              <p:nvPr/>
            </p:nvSpPr>
            <p:spPr bwMode="auto">
              <a:xfrm>
                <a:off x="1622777" y="4212330"/>
                <a:ext cx="161046" cy="72471"/>
              </a:xfrm>
              <a:custGeom>
                <a:avLst/>
                <a:gdLst>
                  <a:gd name="T0" fmla="*/ 0 w 100"/>
                  <a:gd name="T1" fmla="*/ 0 h 45"/>
                  <a:gd name="T2" fmla="*/ 100 w 100"/>
                  <a:gd name="T3" fmla="*/ 0 h 45"/>
                  <a:gd name="T4" fmla="*/ 100 w 100"/>
                  <a:gd name="T5" fmla="*/ 45 h 45"/>
                  <a:gd name="T6" fmla="*/ 0 w 100"/>
                  <a:gd name="T7" fmla="*/ 45 h 45"/>
                  <a:gd name="T8" fmla="*/ 0 w 100"/>
                  <a:gd name="T9" fmla="*/ 0 h 45"/>
                  <a:gd name="T10" fmla="*/ 0 w 100"/>
                  <a:gd name="T11" fmla="*/ 0 h 45"/>
                </a:gdLst>
                <a:ahLst/>
                <a:cxnLst>
                  <a:cxn ang="0">
                    <a:pos x="T0" y="T1"/>
                  </a:cxn>
                  <a:cxn ang="0">
                    <a:pos x="T2" y="T3"/>
                  </a:cxn>
                  <a:cxn ang="0">
                    <a:pos x="T4" y="T5"/>
                  </a:cxn>
                  <a:cxn ang="0">
                    <a:pos x="T6" y="T7"/>
                  </a:cxn>
                  <a:cxn ang="0">
                    <a:pos x="T8" y="T9"/>
                  </a:cxn>
                  <a:cxn ang="0">
                    <a:pos x="T10" y="T11"/>
                  </a:cxn>
                </a:cxnLst>
                <a:rect l="0" t="0" r="r" b="b"/>
                <a:pathLst>
                  <a:path w="100" h="45">
                    <a:moveTo>
                      <a:pt x="0" y="0"/>
                    </a:moveTo>
                    <a:lnTo>
                      <a:pt x="100" y="0"/>
                    </a:lnTo>
                    <a:lnTo>
                      <a:pt x="100"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84" name="Freeform 29">
                <a:extLst>
                  <a:ext uri="{FF2B5EF4-FFF2-40B4-BE49-F238E27FC236}">
                    <a16:creationId xmlns:a16="http://schemas.microsoft.com/office/drawing/2014/main" id="{0AC2F7B8-47BF-4008-834A-DAD963D60F28}"/>
                  </a:ext>
                </a:extLst>
              </p:cNvPr>
              <p:cNvSpPr>
                <a:spLocks/>
              </p:cNvSpPr>
              <p:nvPr/>
            </p:nvSpPr>
            <p:spPr bwMode="auto">
              <a:xfrm>
                <a:off x="1371545"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85" name="Freeform 30">
                <a:extLst>
                  <a:ext uri="{FF2B5EF4-FFF2-40B4-BE49-F238E27FC236}">
                    <a16:creationId xmlns:a16="http://schemas.microsoft.com/office/drawing/2014/main" id="{B948AFD6-594F-4E2E-AC26-E7A3E4DAA63A}"/>
                  </a:ext>
                </a:extLst>
              </p:cNvPr>
              <p:cNvSpPr>
                <a:spLocks/>
              </p:cNvSpPr>
              <p:nvPr/>
            </p:nvSpPr>
            <p:spPr bwMode="auto">
              <a:xfrm>
                <a:off x="1371545"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86" name="Freeform 31">
                <a:extLst>
                  <a:ext uri="{FF2B5EF4-FFF2-40B4-BE49-F238E27FC236}">
                    <a16:creationId xmlns:a16="http://schemas.microsoft.com/office/drawing/2014/main" id="{B8766D49-D060-4D17-AEB0-9FB51061F343}"/>
                  </a:ext>
                </a:extLst>
              </p:cNvPr>
              <p:cNvSpPr>
                <a:spLocks/>
              </p:cNvSpPr>
              <p:nvPr/>
            </p:nvSpPr>
            <p:spPr bwMode="auto">
              <a:xfrm>
                <a:off x="1371545"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32" name="Freeform 32">
                <a:extLst>
                  <a:ext uri="{FF2B5EF4-FFF2-40B4-BE49-F238E27FC236}">
                    <a16:creationId xmlns:a16="http://schemas.microsoft.com/office/drawing/2014/main" id="{A643270B-D5FF-4083-B0F0-B8A0E21E39BB}"/>
                  </a:ext>
                </a:extLst>
              </p:cNvPr>
              <p:cNvSpPr>
                <a:spLocks/>
              </p:cNvSpPr>
              <p:nvPr/>
            </p:nvSpPr>
            <p:spPr bwMode="auto">
              <a:xfrm>
                <a:off x="1969027" y="4125365"/>
                <a:ext cx="69249" cy="159437"/>
              </a:xfrm>
              <a:custGeom>
                <a:avLst/>
                <a:gdLst>
                  <a:gd name="T0" fmla="*/ 0 w 43"/>
                  <a:gd name="T1" fmla="*/ 0 h 99"/>
                  <a:gd name="T2" fmla="*/ 43 w 43"/>
                  <a:gd name="T3" fmla="*/ 0 h 99"/>
                  <a:gd name="T4" fmla="*/ 43 w 43"/>
                  <a:gd name="T5" fmla="*/ 99 h 99"/>
                  <a:gd name="T6" fmla="*/ 0 w 43"/>
                  <a:gd name="T7" fmla="*/ 99 h 99"/>
                  <a:gd name="T8" fmla="*/ 0 w 43"/>
                  <a:gd name="T9" fmla="*/ 0 h 99"/>
                  <a:gd name="T10" fmla="*/ 0 w 43"/>
                  <a:gd name="T11" fmla="*/ 0 h 99"/>
                </a:gdLst>
                <a:ahLst/>
                <a:cxnLst>
                  <a:cxn ang="0">
                    <a:pos x="T0" y="T1"/>
                  </a:cxn>
                  <a:cxn ang="0">
                    <a:pos x="T2" y="T3"/>
                  </a:cxn>
                  <a:cxn ang="0">
                    <a:pos x="T4" y="T5"/>
                  </a:cxn>
                  <a:cxn ang="0">
                    <a:pos x="T6" y="T7"/>
                  </a:cxn>
                  <a:cxn ang="0">
                    <a:pos x="T8" y="T9"/>
                  </a:cxn>
                  <a:cxn ang="0">
                    <a:pos x="T10" y="T11"/>
                  </a:cxn>
                </a:cxnLst>
                <a:rect l="0" t="0" r="r" b="b"/>
                <a:pathLst>
                  <a:path w="43" h="99">
                    <a:moveTo>
                      <a:pt x="0" y="0"/>
                    </a:moveTo>
                    <a:lnTo>
                      <a:pt x="43" y="0"/>
                    </a:lnTo>
                    <a:lnTo>
                      <a:pt x="43" y="99"/>
                    </a:lnTo>
                    <a:lnTo>
                      <a:pt x="0" y="99"/>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33" name="Freeform 33">
                <a:extLst>
                  <a:ext uri="{FF2B5EF4-FFF2-40B4-BE49-F238E27FC236}">
                    <a16:creationId xmlns:a16="http://schemas.microsoft.com/office/drawing/2014/main" id="{CC366492-5F53-4D32-A6D9-C3CD7477E4DF}"/>
                  </a:ext>
                </a:extLst>
              </p:cNvPr>
              <p:cNvSpPr>
                <a:spLocks/>
              </p:cNvSpPr>
              <p:nvPr/>
            </p:nvSpPr>
            <p:spPr bwMode="auto">
              <a:xfrm>
                <a:off x="1882062" y="4212330"/>
                <a:ext cx="156215" cy="72471"/>
              </a:xfrm>
              <a:custGeom>
                <a:avLst/>
                <a:gdLst>
                  <a:gd name="T0" fmla="*/ 0 w 97"/>
                  <a:gd name="T1" fmla="*/ 0 h 45"/>
                  <a:gd name="T2" fmla="*/ 97 w 97"/>
                  <a:gd name="T3" fmla="*/ 0 h 45"/>
                  <a:gd name="T4" fmla="*/ 97 w 97"/>
                  <a:gd name="T5" fmla="*/ 45 h 45"/>
                  <a:gd name="T6" fmla="*/ 0 w 97"/>
                  <a:gd name="T7" fmla="*/ 45 h 45"/>
                  <a:gd name="T8" fmla="*/ 0 w 97"/>
                  <a:gd name="T9" fmla="*/ 0 h 45"/>
                  <a:gd name="T10" fmla="*/ 0 w 97"/>
                  <a:gd name="T11" fmla="*/ 0 h 45"/>
                </a:gdLst>
                <a:ahLst/>
                <a:cxnLst>
                  <a:cxn ang="0">
                    <a:pos x="T0" y="T1"/>
                  </a:cxn>
                  <a:cxn ang="0">
                    <a:pos x="T2" y="T3"/>
                  </a:cxn>
                  <a:cxn ang="0">
                    <a:pos x="T4" y="T5"/>
                  </a:cxn>
                  <a:cxn ang="0">
                    <a:pos x="T6" y="T7"/>
                  </a:cxn>
                  <a:cxn ang="0">
                    <a:pos x="T8" y="T9"/>
                  </a:cxn>
                  <a:cxn ang="0">
                    <a:pos x="T10" y="T11"/>
                  </a:cxn>
                </a:cxnLst>
                <a:rect l="0" t="0" r="r" b="b"/>
                <a:pathLst>
                  <a:path w="97" h="45">
                    <a:moveTo>
                      <a:pt x="0" y="0"/>
                    </a:moveTo>
                    <a:lnTo>
                      <a:pt x="97" y="0"/>
                    </a:lnTo>
                    <a:lnTo>
                      <a:pt x="97" y="45"/>
                    </a:lnTo>
                    <a:lnTo>
                      <a:pt x="0" y="4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34" name="Freeform 34">
                <a:extLst>
                  <a:ext uri="{FF2B5EF4-FFF2-40B4-BE49-F238E27FC236}">
                    <a16:creationId xmlns:a16="http://schemas.microsoft.com/office/drawing/2014/main" id="{543142AB-BA31-42AC-9B74-0CDA8CF9BAAB}"/>
                  </a:ext>
                </a:extLst>
              </p:cNvPr>
              <p:cNvSpPr>
                <a:spLocks/>
              </p:cNvSpPr>
              <p:nvPr/>
            </p:nvSpPr>
            <p:spPr bwMode="auto">
              <a:xfrm>
                <a:off x="1969027" y="3880574"/>
                <a:ext cx="69249" cy="152995"/>
              </a:xfrm>
              <a:custGeom>
                <a:avLst/>
                <a:gdLst>
                  <a:gd name="T0" fmla="*/ 0 w 43"/>
                  <a:gd name="T1" fmla="*/ 0 h 95"/>
                  <a:gd name="T2" fmla="*/ 43 w 43"/>
                  <a:gd name="T3" fmla="*/ 0 h 95"/>
                  <a:gd name="T4" fmla="*/ 43 w 43"/>
                  <a:gd name="T5" fmla="*/ 95 h 95"/>
                  <a:gd name="T6" fmla="*/ 0 w 43"/>
                  <a:gd name="T7" fmla="*/ 95 h 95"/>
                  <a:gd name="T8" fmla="*/ 0 w 43"/>
                  <a:gd name="T9" fmla="*/ 0 h 95"/>
                  <a:gd name="T10" fmla="*/ 0 w 43"/>
                  <a:gd name="T11" fmla="*/ 0 h 95"/>
                </a:gdLst>
                <a:ahLst/>
                <a:cxnLst>
                  <a:cxn ang="0">
                    <a:pos x="T0" y="T1"/>
                  </a:cxn>
                  <a:cxn ang="0">
                    <a:pos x="T2" y="T3"/>
                  </a:cxn>
                  <a:cxn ang="0">
                    <a:pos x="T4" y="T5"/>
                  </a:cxn>
                  <a:cxn ang="0">
                    <a:pos x="T6" y="T7"/>
                  </a:cxn>
                  <a:cxn ang="0">
                    <a:pos x="T8" y="T9"/>
                  </a:cxn>
                  <a:cxn ang="0">
                    <a:pos x="T10" y="T11"/>
                  </a:cxn>
                </a:cxnLst>
                <a:rect l="0" t="0" r="r" b="b"/>
                <a:pathLst>
                  <a:path w="43" h="95">
                    <a:moveTo>
                      <a:pt x="0" y="0"/>
                    </a:moveTo>
                    <a:lnTo>
                      <a:pt x="43" y="0"/>
                    </a:lnTo>
                    <a:lnTo>
                      <a:pt x="43" y="95"/>
                    </a:lnTo>
                    <a:lnTo>
                      <a:pt x="0" y="95"/>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35" name="Freeform 35">
                <a:extLst>
                  <a:ext uri="{FF2B5EF4-FFF2-40B4-BE49-F238E27FC236}">
                    <a16:creationId xmlns:a16="http://schemas.microsoft.com/office/drawing/2014/main" id="{B1EBC719-DA30-4E24-8481-6513CD985A36}"/>
                  </a:ext>
                </a:extLst>
              </p:cNvPr>
              <p:cNvSpPr>
                <a:spLocks/>
              </p:cNvSpPr>
              <p:nvPr/>
            </p:nvSpPr>
            <p:spPr bwMode="auto">
              <a:xfrm>
                <a:off x="1725847" y="3466684"/>
                <a:ext cx="468645" cy="471867"/>
              </a:xfrm>
              <a:custGeom>
                <a:avLst/>
                <a:gdLst>
                  <a:gd name="T0" fmla="*/ 208 w 291"/>
                  <a:gd name="T1" fmla="*/ 0 h 293"/>
                  <a:gd name="T2" fmla="*/ 0 w 291"/>
                  <a:gd name="T3" fmla="*/ 196 h 293"/>
                  <a:gd name="T4" fmla="*/ 92 w 291"/>
                  <a:gd name="T5" fmla="*/ 293 h 293"/>
                  <a:gd name="T6" fmla="*/ 291 w 291"/>
                  <a:gd name="T7" fmla="*/ 94 h 293"/>
                  <a:gd name="T8" fmla="*/ 208 w 291"/>
                  <a:gd name="T9" fmla="*/ 0 h 293"/>
                  <a:gd name="T10" fmla="*/ 208 w 291"/>
                  <a:gd name="T11" fmla="*/ 0 h 293"/>
                  <a:gd name="T12" fmla="*/ 208 w 291"/>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91" h="293">
                    <a:moveTo>
                      <a:pt x="208" y="0"/>
                    </a:moveTo>
                    <a:lnTo>
                      <a:pt x="0" y="196"/>
                    </a:lnTo>
                    <a:lnTo>
                      <a:pt x="92" y="293"/>
                    </a:lnTo>
                    <a:lnTo>
                      <a:pt x="291" y="94"/>
                    </a:lnTo>
                    <a:lnTo>
                      <a:pt x="208" y="0"/>
                    </a:lnTo>
                    <a:lnTo>
                      <a:pt x="208" y="0"/>
                    </a:lnTo>
                    <a:lnTo>
                      <a:pt x="20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36" name="Freeform 36">
                <a:extLst>
                  <a:ext uri="{FF2B5EF4-FFF2-40B4-BE49-F238E27FC236}">
                    <a16:creationId xmlns:a16="http://schemas.microsoft.com/office/drawing/2014/main" id="{19EA9F58-FCB6-4A70-9A6C-666C02FBA50D}"/>
                  </a:ext>
                </a:extLst>
              </p:cNvPr>
              <p:cNvSpPr>
                <a:spLocks/>
              </p:cNvSpPr>
              <p:nvPr/>
            </p:nvSpPr>
            <p:spPr bwMode="auto">
              <a:xfrm>
                <a:off x="1619556" y="3849975"/>
                <a:ext cx="190035" cy="172320"/>
              </a:xfrm>
              <a:custGeom>
                <a:avLst/>
                <a:gdLst>
                  <a:gd name="T0" fmla="*/ 35 w 118"/>
                  <a:gd name="T1" fmla="*/ 0 h 107"/>
                  <a:gd name="T2" fmla="*/ 0 w 118"/>
                  <a:gd name="T3" fmla="*/ 107 h 107"/>
                  <a:gd name="T4" fmla="*/ 118 w 118"/>
                  <a:gd name="T5" fmla="*/ 81 h 107"/>
                  <a:gd name="T6" fmla="*/ 35 w 118"/>
                  <a:gd name="T7" fmla="*/ 0 h 107"/>
                  <a:gd name="T8" fmla="*/ 35 w 118"/>
                  <a:gd name="T9" fmla="*/ 0 h 107"/>
                  <a:gd name="T10" fmla="*/ 35 w 118"/>
                  <a:gd name="T11" fmla="*/ 0 h 107"/>
                </a:gdLst>
                <a:ahLst/>
                <a:cxnLst>
                  <a:cxn ang="0">
                    <a:pos x="T0" y="T1"/>
                  </a:cxn>
                  <a:cxn ang="0">
                    <a:pos x="T2" y="T3"/>
                  </a:cxn>
                  <a:cxn ang="0">
                    <a:pos x="T4" y="T5"/>
                  </a:cxn>
                  <a:cxn ang="0">
                    <a:pos x="T6" y="T7"/>
                  </a:cxn>
                  <a:cxn ang="0">
                    <a:pos x="T8" y="T9"/>
                  </a:cxn>
                  <a:cxn ang="0">
                    <a:pos x="T10" y="T11"/>
                  </a:cxn>
                </a:cxnLst>
                <a:rect l="0" t="0" r="r" b="b"/>
                <a:pathLst>
                  <a:path w="118" h="107">
                    <a:moveTo>
                      <a:pt x="35" y="0"/>
                    </a:moveTo>
                    <a:lnTo>
                      <a:pt x="0" y="107"/>
                    </a:lnTo>
                    <a:lnTo>
                      <a:pt x="118" y="81"/>
                    </a:lnTo>
                    <a:lnTo>
                      <a:pt x="35" y="0"/>
                    </a:lnTo>
                    <a:lnTo>
                      <a:pt x="35" y="0"/>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F3198065-6D9F-4243-B21E-7C95C65DC922}"/>
                  </a:ext>
                </a:extLst>
              </p:cNvPr>
              <p:cNvSpPr txBox="1"/>
              <p:nvPr/>
            </p:nvSpPr>
            <p:spPr>
              <a:xfrm>
                <a:off x="2120544" y="5648626"/>
                <a:ext cx="20891855" cy="1569660"/>
              </a:xfrm>
              <a:prstGeom prst="rect">
                <a:avLst/>
              </a:prstGeom>
              <a:noFill/>
            </p:spPr>
            <p:txBody>
              <a:bodyPr wrap="square">
                <a:spAutoFit/>
              </a:bodyPr>
              <a:lstStyle/>
              <a:p>
                <a:r>
                  <a:rPr lang="fr-FR" sz="4800" b="1">
                    <a:latin typeface="Tahoma" panose="020B0604030504040204" pitchFamily="34" charset="0"/>
                    <a:ea typeface="Tahoma" panose="020B0604030504040204" pitchFamily="34" charset="0"/>
                    <a:cs typeface="Tahoma" panose="020B0604030504040204" pitchFamily="34" charset="0"/>
                  </a:rPr>
                  <a:t>Phát biểu điều kiện </a:t>
                </a:r>
                <a:r>
                  <a:rPr lang="fr-FR" sz="4800" b="1">
                    <a:solidFill>
                      <a:srgbClr val="FF0000"/>
                    </a:solidFill>
                    <a:latin typeface="Tahoma" panose="020B0604030504040204" pitchFamily="34" charset="0"/>
                    <a:ea typeface="Tahoma" panose="020B0604030504040204" pitchFamily="34" charset="0"/>
                    <a:cs typeface="Tahoma" panose="020B0604030504040204" pitchFamily="34" charset="0"/>
                  </a:rPr>
                  <a:t>cần và đủ </a:t>
                </a:r>
                <a:r>
                  <a:rPr lang="fr-FR" sz="4800" b="1">
                    <a:latin typeface="Tahoma" panose="020B0604030504040204" pitchFamily="34" charset="0"/>
                    <a:ea typeface="Tahoma" panose="020B0604030504040204" pitchFamily="34" charset="0"/>
                    <a:cs typeface="Tahoma" panose="020B0604030504040204" pitchFamily="34" charset="0"/>
                  </a:rPr>
                  <a:t>để số tự nhiên </a:t>
                </a:r>
                <a14:m>
                  <m:oMath xmlns:m="http://schemas.openxmlformats.org/officeDocument/2006/math">
                    <m:r>
                      <a:rPr lang="fr-FR" sz="4800" b="1" i="1">
                        <a:latin typeface="Cambria Math" panose="02040503050406030204" pitchFamily="18" charset="0"/>
                      </a:rPr>
                      <m:t>𝒏</m:t>
                    </m:r>
                  </m:oMath>
                </a14:m>
                <a:r>
                  <a:rPr lang="fr-FR" sz="4800" b="1">
                    <a:latin typeface="Tahoma" panose="020B0604030504040204" pitchFamily="34" charset="0"/>
                    <a:ea typeface="Tahoma" panose="020B0604030504040204" pitchFamily="34" charset="0"/>
                    <a:cs typeface="Tahoma" panose="020B0604030504040204" pitchFamily="34" charset="0"/>
                  </a:rPr>
                  <a:t> chia hết cho </a:t>
                </a:r>
                <a14:m>
                  <m:oMath xmlns:m="http://schemas.openxmlformats.org/officeDocument/2006/math">
                    <m:r>
                      <a:rPr lang="fr-FR" sz="4800" b="1" i="1">
                        <a:latin typeface="Cambria Math" panose="02040503050406030204" pitchFamily="18" charset="0"/>
                      </a:rPr>
                      <m:t>𝟐</m:t>
                    </m:r>
                  </m:oMath>
                </a14:m>
                <a:r>
                  <a:rPr lang="fr-FR" sz="4800" b="1">
                    <a:latin typeface="Tahoma" panose="020B0604030504040204" pitchFamily="34" charset="0"/>
                    <a:ea typeface="Tahoma" panose="020B0604030504040204" pitchFamily="34" charset="0"/>
                    <a:cs typeface="Tahoma" panose="020B0604030504040204" pitchFamily="34" charset="0"/>
                  </a:rPr>
                  <a:t>.</a:t>
                </a:r>
                <a:endParaRPr lang="en-US" sz="4800" b="1">
                  <a:latin typeface="Tahoma" panose="020B0604030504040204" pitchFamily="34" charset="0"/>
                  <a:ea typeface="Tahoma" panose="020B0604030504040204" pitchFamily="34" charset="0"/>
                  <a:cs typeface="Tahoma" panose="020B0604030504040204" pitchFamily="34" charset="0"/>
                </a:endParaRPr>
              </a:p>
              <a:p>
                <a:r>
                  <a:rPr lang="vi-VN" sz="4800" b="1">
                    <a:latin typeface="Tahoma" panose="020B0604030504040204" pitchFamily="34" charset="0"/>
                    <a:ea typeface="Tahoma" panose="020B0604030504040204" pitchFamily="34" charset="0"/>
                    <a:cs typeface="Tahoma" panose="020B0604030504040204" pitchFamily="34" charset="0"/>
                  </a:rPr>
                  <a:t> </a:t>
                </a:r>
                <a:endParaRPr lang="en-US" sz="4800"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37" name="TextBox 136">
                <a:extLst>
                  <a:ext uri="{FF2B5EF4-FFF2-40B4-BE49-F238E27FC236}">
                    <a16:creationId xmlns:a16="http://schemas.microsoft.com/office/drawing/2014/main" id="{F3198065-6D9F-4243-B21E-7C95C65DC922}"/>
                  </a:ext>
                </a:extLst>
              </p:cNvPr>
              <p:cNvSpPr txBox="1">
                <a:spLocks noRot="1" noChangeAspect="1" noMove="1" noResize="1" noEditPoints="1" noAdjustHandles="1" noChangeArrowheads="1" noChangeShapeType="1" noTextEdit="1"/>
              </p:cNvSpPr>
              <p:nvPr/>
            </p:nvSpPr>
            <p:spPr>
              <a:xfrm>
                <a:off x="2120544" y="5648626"/>
                <a:ext cx="20891855" cy="1569660"/>
              </a:xfrm>
              <a:prstGeom prst="rect">
                <a:avLst/>
              </a:prstGeom>
              <a:blipFill>
                <a:blip r:embed="rId5"/>
                <a:stretch>
                  <a:fillRect l="-1342" t="-9339"/>
                </a:stretch>
              </a:blipFill>
            </p:spPr>
            <p:txBody>
              <a:bodyPr/>
              <a:lstStyle/>
              <a:p>
                <a:r>
                  <a:rPr lang="en-US">
                    <a:noFill/>
                  </a:rPr>
                  <a:t> </a:t>
                </a:r>
              </a:p>
            </p:txBody>
          </p:sp>
        </mc:Fallback>
      </mc:AlternateContent>
      <p:sp>
        <p:nvSpPr>
          <p:cNvPr id="139" name="Rounded Rectangle 13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43" name="TextBox 14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5008064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inVertical)">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3"/>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6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37">
                                            <p:txEl>
                                              <p:pRg st="1" end="1"/>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55"/>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6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763987" y="1908652"/>
                <a:ext cx="9904013" cy="9398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5.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Mệnh</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đề</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có</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chứa</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kí</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hiệu</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solidFill>
                          <a:srgbClr val="FF0000"/>
                        </a:solidFill>
                        <a:latin typeface="Cambria Math" panose="02040503050406030204" pitchFamily="18" charset="0"/>
                        <a:ea typeface="Cambria Math" panose="02040503050406030204" pitchFamily="18" charset="0"/>
                      </a:rPr>
                      <m:t>∃</m:t>
                    </m:r>
                    <m:r>
                      <a:rPr lang="en-US" sz="4800" b="0" i="1" smtClean="0">
                        <a:solidFill>
                          <a:srgbClr val="FF0000"/>
                        </a:solidFill>
                        <a:latin typeface="Cambria Math" panose="02040503050406030204" pitchFamily="18" charset="0"/>
                        <a:ea typeface="Cambria Math" panose="02040503050406030204" pitchFamily="18" charset="0"/>
                      </a:rPr>
                      <m:t>,</m:t>
                    </m:r>
                    <m:r>
                      <m:rPr>
                        <m:nor/>
                      </m:rPr>
                      <a:rPr lang="en-US" sz="4800" b="1">
                        <a:solidFill>
                          <a:srgbClr val="FF0000"/>
                        </a:solidFill>
                        <a:latin typeface="Tahoma" panose="020B0604030504040204" pitchFamily="34" charset="0"/>
                        <a:ea typeface="Tahoma" panose="020B0604030504040204" pitchFamily="34" charset="0"/>
                        <a:cs typeface="Tahoma" panose="020B0604030504040204" pitchFamily="34" charset="0"/>
                      </a:rPr>
                      <m:t>∀</m:t>
                    </m:r>
                  </m:oMath>
                </a14:m>
                <a:endParaRPr lang="en-US" sz="48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763987" y="1908652"/>
                <a:ext cx="9904013" cy="939800"/>
              </a:xfrm>
              <a:prstGeom prst="rect">
                <a:avLst/>
              </a:prstGeom>
              <a:blipFill>
                <a:blip r:embed="rId4"/>
                <a:stretch>
                  <a:fillRect l="-2704" t="-22436" b="-12821"/>
                </a:stretch>
              </a:blipFill>
              <a:ln>
                <a:solidFill>
                  <a:schemeClr val="tx2">
                    <a:lumMod val="20000"/>
                    <a:lumOff val="8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763986" y="2895600"/>
                <a:ext cx="22858013" cy="44196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lvl="0" indent="0" algn="just">
                  <a:lnSpc>
                    <a:spcPct val="150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Câu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Mọi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thực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không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âm</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một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thể</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viết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này</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như</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sau</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m:rPr>
                        <m:nor/>
                      </m:rPr>
                      <a:rPr lang="en-US" b="1" i="0" smtClean="0">
                        <a:solidFill>
                          <a:srgbClr val="FF0000"/>
                        </a:solidFill>
                        <a:latin typeface="Tahoma" panose="020B0604030504040204" pitchFamily="34" charset="0"/>
                        <a:ea typeface="Tahoma" panose="020B0604030504040204" pitchFamily="34" charset="0"/>
                        <a:cs typeface="Tahoma" panose="020B0604030504040204" pitchFamily="34" charset="0"/>
                      </a:rPr>
                      <m:t>"</m:t>
                    </m:r>
                    <m:r>
                      <m:rPr>
                        <m:nor/>
                      </m:rPr>
                      <a:rPr lang="en-US" b="1" i="1" smtClean="0">
                        <a:solidFill>
                          <a:srgbClr val="FF0000"/>
                        </a:solidFill>
                        <a:latin typeface="Tahoma" panose="020B0604030504040204" pitchFamily="34" charset="0"/>
                        <a:ea typeface="Tahoma" panose="020B0604030504040204" pitchFamily="34" charset="0"/>
                        <a:cs typeface="Tahoma" panose="020B0604030504040204" pitchFamily="34" charset="0"/>
                      </a:rPr>
                      <m:t>P</m:t>
                    </m:r>
                    <m:r>
                      <m:rPr>
                        <m:nor/>
                      </m:rPr>
                      <a:rPr lang="en-US" b="1" i="0" smtClean="0">
                        <a:solidFill>
                          <a:srgbClr val="FF0000"/>
                        </a:solidFill>
                        <a:latin typeface="Tahoma" panose="020B0604030504040204" pitchFamily="34" charset="0"/>
                        <a:ea typeface="Tahoma" panose="020B0604030504040204" pitchFamily="34" charset="0"/>
                        <a:cs typeface="Tahoma" panose="020B0604030504040204" pitchFamily="34" charset="0"/>
                      </a:rPr>
                      <m:t> : ∀</m:t>
                    </m:r>
                    <m:r>
                      <a:rPr lang="en-US" b="1" i="1">
                        <a:solidFill>
                          <a:srgbClr val="FF0000"/>
                        </a:solidFill>
                        <a:latin typeface="Cambria Math" panose="02040503050406030204" pitchFamily="18" charset="0"/>
                        <a:ea typeface="Cambria Math" panose="02040503050406030204" pitchFamily="18" charset="0"/>
                      </a:rPr>
                      <m:t>𝒙</m:t>
                    </m:r>
                    <m:r>
                      <m:rPr>
                        <m:nor/>
                      </m:rPr>
                      <a:rPr lang="en-US" b="1" i="0" smtClean="0">
                        <a:solidFill>
                          <a:srgbClr val="FF0000"/>
                        </a:solidFill>
                        <a:latin typeface="Cambria Math" panose="02040503050406030204" pitchFamily="18" charset="0"/>
                        <a:ea typeface="Cambria Math" panose="02040503050406030204" pitchFamily="18" charset="0"/>
                      </a:rPr>
                      <m:t> </m:t>
                    </m:r>
                    <m:r>
                      <m:rPr>
                        <m:nor/>
                      </m:rPr>
                      <a:rPr lang="en-US" b="1" i="0" smtClean="0">
                        <a:solidFill>
                          <a:srgbClr val="FF0000"/>
                        </a:solidFill>
                        <a:latin typeface="Tahoma" panose="020B0604030504040204" pitchFamily="34" charset="0"/>
                        <a:ea typeface="Tahoma" panose="020B0604030504040204" pitchFamily="34" charset="0"/>
                        <a:cs typeface="Tahoma" panose="020B0604030504040204" pitchFamily="34" charset="0"/>
                      </a:rPr>
                      <m:t>∈ </m:t>
                    </m:r>
                    <m:r>
                      <m:rPr>
                        <m:nor/>
                      </m:rPr>
                      <a:rPr lang="en-US" b="1" i="0" smtClean="0">
                        <a:solidFill>
                          <a:srgbClr val="FF0000"/>
                        </a:solidFill>
                        <a:latin typeface="Tahoma" panose="020B0604030504040204" pitchFamily="34" charset="0"/>
                        <a:ea typeface="Tahoma" panose="020B0604030504040204" pitchFamily="34" charset="0"/>
                        <a:cs typeface="Tahoma" panose="020B0604030504040204" pitchFamily="34" charset="0"/>
                      </a:rPr>
                      <m:t>R</m:t>
                    </m:r>
                    <m:r>
                      <m:rPr>
                        <m:nor/>
                      </m:rPr>
                      <a:rPr lang="en-US" b="1" i="0" smtClean="0">
                        <a:solidFill>
                          <a:srgbClr val="FF0000"/>
                        </a:solidFill>
                        <a:latin typeface="Tahoma" panose="020B0604030504040204" pitchFamily="34" charset="0"/>
                        <a:ea typeface="Tahoma" panose="020B0604030504040204" pitchFamily="34" charset="0"/>
                        <a:cs typeface="Tahoma" panose="020B0604030504040204" pitchFamily="34" charset="0"/>
                      </a:rPr>
                      <m:t>,</m:t>
                    </m:r>
                    <m:r>
                      <a:rPr lang="en-US" b="1" i="1" smtClean="0">
                        <a:solidFill>
                          <a:srgbClr val="FF0000"/>
                        </a:solidFill>
                        <a:latin typeface="Cambria Math" panose="02040503050406030204" pitchFamily="18" charset="0"/>
                        <a:ea typeface="Cambria Math" panose="02040503050406030204" pitchFamily="18" charset="0"/>
                      </a:rPr>
                      <m:t> </m:t>
                    </m:r>
                    <m:sSup>
                      <m:sSupPr>
                        <m:ctrlPr>
                          <a:rPr lang="en-US" b="1" i="1" smtClean="0">
                            <a:solidFill>
                              <a:srgbClr val="FF0000"/>
                            </a:solidFill>
                            <a:latin typeface="Cambria Math" panose="02040503050406030204" pitchFamily="18" charset="0"/>
                            <a:ea typeface="Cambria Math" panose="02040503050406030204" pitchFamily="18" charset="0"/>
                          </a:rPr>
                        </m:ctrlPr>
                      </m:sSupPr>
                      <m:e>
                        <m:r>
                          <a:rPr lang="en-US" b="1" i="1" smtClean="0">
                            <a:solidFill>
                              <a:srgbClr val="FF0000"/>
                            </a:solidFill>
                            <a:latin typeface="Cambria Math" panose="02040503050406030204" pitchFamily="18" charset="0"/>
                            <a:ea typeface="Cambria Math" panose="02040503050406030204" pitchFamily="18" charset="0"/>
                          </a:rPr>
                          <m:t> </m:t>
                        </m:r>
                        <m:r>
                          <a:rPr lang="en-US" b="1" i="1" smtClean="0">
                            <a:solidFill>
                              <a:srgbClr val="FF0000"/>
                            </a:solidFill>
                            <a:latin typeface="Cambria Math" panose="02040503050406030204" pitchFamily="18" charset="0"/>
                            <a:ea typeface="Cambria Math" panose="02040503050406030204" pitchFamily="18" charset="0"/>
                          </a:rPr>
                          <m:t>𝒙</m:t>
                        </m:r>
                      </m:e>
                      <m:sup>
                        <m:r>
                          <a:rPr lang="en-US" b="1" i="1" smtClean="0">
                            <a:solidFill>
                              <a:srgbClr val="FF0000"/>
                            </a:solidFill>
                            <a:latin typeface="Cambria Math" panose="02040503050406030204" pitchFamily="18" charset="0"/>
                            <a:ea typeface="Cambria Math" panose="02040503050406030204" pitchFamily="18" charset="0"/>
                          </a:rPr>
                          <m:t>𝟐</m:t>
                        </m:r>
                        <m:r>
                          <a:rPr lang="en-US" b="1" i="1" smtClean="0">
                            <a:solidFill>
                              <a:srgbClr val="FF0000"/>
                            </a:solidFill>
                            <a:latin typeface="Cambria Math" panose="02040503050406030204" pitchFamily="18" charset="0"/>
                            <a:ea typeface="Cambria Math" panose="02040503050406030204" pitchFamily="18" charset="0"/>
                          </a:rPr>
                          <m:t> </m:t>
                        </m:r>
                      </m:sup>
                    </m:sSup>
                    <m:r>
                      <m:rPr>
                        <m:nor/>
                      </m:rPr>
                      <a:rPr lang="en-US" b="1" i="0" smtClean="0">
                        <a:solidFill>
                          <a:srgbClr val="FF0000"/>
                        </a:solidFill>
                        <a:latin typeface="Tahoma" panose="020B0604030504040204" pitchFamily="34" charset="0"/>
                        <a:ea typeface="Tahoma" panose="020B0604030504040204" pitchFamily="34" charset="0"/>
                        <a:cs typeface="Tahoma" panose="020B0604030504040204" pitchFamily="34" charset="0"/>
                      </a:rPr>
                      <m:t>≥ 0</m:t>
                    </m:r>
                    <m:r>
                      <m:rPr>
                        <m:nor/>
                      </m:rPr>
                      <a:rPr lang="en-US" b="1" dirty="0" smtClean="0">
                        <a:solidFill>
                          <a:srgbClr val="FF0000"/>
                        </a:solidFill>
                        <a:latin typeface="Tahoma" panose="020B0604030504040204" pitchFamily="34" charset="0"/>
                        <a:ea typeface="Tahoma" panose="020B0604030504040204" pitchFamily="34" charset="0"/>
                        <a:cs typeface="Tahoma" panose="020B0604030504040204" pitchFamily="34" charset="0"/>
                      </a:rPr>
                      <m:t>”</m:t>
                    </m:r>
                    <m:r>
                      <a:rPr lang="en-US" b="1" i="1" smtClean="0">
                        <a:solidFill>
                          <a:srgbClr val="FF0000"/>
                        </a:solidFill>
                        <a:latin typeface="Cambria Math" panose="02040503050406030204" pitchFamily="18" charset="0"/>
                        <a:ea typeface="Cambria Math" panose="02040503050406030204" pitchFamily="18" charset="0"/>
                      </a:rPr>
                      <m:t>.</m:t>
                    </m:r>
                  </m:oMath>
                </a14:m>
                <a:endParaRPr lang="en-US" b="1" dirty="0">
                  <a:latin typeface="Tahoma" panose="020B0604030504040204" pitchFamily="34" charset="0"/>
                  <a:ea typeface="Tahoma" panose="020B0604030504040204" pitchFamily="34" charset="0"/>
                  <a:cs typeface="Tahoma" panose="020B0604030504040204" pitchFamily="34" charset="0"/>
                </a:endParaRPr>
              </a:p>
              <a:p>
                <a:pPr marL="0" lvl="0" indent="0" algn="just">
                  <a:lnSpc>
                    <a:spcPct val="150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Câu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một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hữu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bằng</a:t>
                </a:r>
                <a:r>
                  <a:rPr lang="en-US" b="1" dirty="0">
                    <a:latin typeface="Tahoma" panose="020B0604030504040204" pitchFamily="34" charset="0"/>
                    <a:ea typeface="Tahoma" panose="020B0604030504040204" pitchFamily="34" charset="0"/>
                    <a:cs typeface="Tahoma" panose="020B0604030504040204" pitchFamily="34" charset="0"/>
                  </a:rPr>
                  <a:t> 2”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một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thể</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viết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này</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như</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sau</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m:rPr>
                        <m:nor/>
                      </m:rPr>
                      <a:rPr lang="en-US" b="1" smtClean="0">
                        <a:solidFill>
                          <a:srgbClr val="FF0000"/>
                        </a:solidFill>
                        <a:latin typeface="Tahoma" panose="020B0604030504040204" pitchFamily="34" charset="0"/>
                        <a:ea typeface="Tahoma" panose="020B0604030504040204" pitchFamily="34" charset="0"/>
                        <a:cs typeface="Tahoma" panose="020B0604030504040204" pitchFamily="34" charset="0"/>
                      </a:rPr>
                      <m:t>"</m:t>
                    </m:r>
                    <m:r>
                      <m:rPr>
                        <m:nor/>
                      </m:rPr>
                      <a:rPr lang="en-US" b="1" i="1" smtClean="0">
                        <a:solidFill>
                          <a:srgbClr val="FF0000"/>
                        </a:solidFill>
                        <a:latin typeface="Tahoma" panose="020B0604030504040204" pitchFamily="34" charset="0"/>
                        <a:ea typeface="Tahoma" panose="020B0604030504040204" pitchFamily="34" charset="0"/>
                        <a:cs typeface="Tahoma" panose="020B0604030504040204" pitchFamily="34" charset="0"/>
                      </a:rPr>
                      <m:t>Q</m:t>
                    </m:r>
                    <m:r>
                      <m:rPr>
                        <m:nor/>
                      </m:rPr>
                      <a:rPr lang="en-US" b="1" i="0" smtClean="0">
                        <a:solidFill>
                          <a:srgbClr val="FF0000"/>
                        </a:solidFill>
                        <a:latin typeface="Tahoma" panose="020B0604030504040204" pitchFamily="34" charset="0"/>
                        <a:ea typeface="Tahoma" panose="020B0604030504040204" pitchFamily="34" charset="0"/>
                        <a:cs typeface="Tahoma" panose="020B0604030504040204" pitchFamily="34" charset="0"/>
                      </a:rPr>
                      <m:t> </m:t>
                    </m:r>
                    <m:r>
                      <m:rPr>
                        <m:nor/>
                      </m:rPr>
                      <a:rPr lang="en-US" b="1" smtClean="0">
                        <a:solidFill>
                          <a:srgbClr val="FF0000"/>
                        </a:solidFill>
                        <a:latin typeface="Tahoma" panose="020B0604030504040204" pitchFamily="34" charset="0"/>
                        <a:ea typeface="Tahoma" panose="020B0604030504040204" pitchFamily="34" charset="0"/>
                        <a:cs typeface="Tahoma" panose="020B0604030504040204" pitchFamily="34" charset="0"/>
                      </a:rPr>
                      <m:t>: </m:t>
                    </m:r>
                    <m:r>
                      <a:rPr lang="en-US" b="1" i="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𝒙</m:t>
                    </m:r>
                    <m:r>
                      <m:rPr>
                        <m:nor/>
                      </m:rPr>
                      <a:rPr lang="en-US" b="1" i="0" smtClean="0">
                        <a:solidFill>
                          <a:srgbClr val="FF0000"/>
                        </a:solidFill>
                        <a:latin typeface="Cambria Math" panose="02040503050406030204" pitchFamily="18" charset="0"/>
                        <a:ea typeface="Cambria Math" panose="02040503050406030204" pitchFamily="18" charset="0"/>
                      </a:rPr>
                      <m:t> </m:t>
                    </m:r>
                    <m:r>
                      <m:rPr>
                        <m:nor/>
                      </m:rPr>
                      <a:rPr lang="en-US" b="1">
                        <a:solidFill>
                          <a:srgbClr val="FF0000"/>
                        </a:solidFill>
                        <a:latin typeface="Tahoma" panose="020B0604030504040204" pitchFamily="34" charset="0"/>
                        <a:ea typeface="Tahoma" panose="020B0604030504040204" pitchFamily="34" charset="0"/>
                        <a:cs typeface="Tahoma" panose="020B0604030504040204" pitchFamily="34" charset="0"/>
                      </a:rPr>
                      <m:t>∈</m:t>
                    </m:r>
                    <m:r>
                      <m:rPr>
                        <m:nor/>
                      </m:rPr>
                      <a:rPr lang="en-US" b="1" i="0" smtClean="0">
                        <a:solidFill>
                          <a:srgbClr val="FF0000"/>
                        </a:solidFill>
                        <a:latin typeface="Tahoma" panose="020B0604030504040204" pitchFamily="34" charset="0"/>
                        <a:ea typeface="Tahoma" panose="020B0604030504040204" pitchFamily="34" charset="0"/>
                        <a:cs typeface="Tahoma" panose="020B0604030504040204" pitchFamily="34" charset="0"/>
                      </a:rPr>
                      <m:t> </m:t>
                    </m:r>
                    <m:r>
                      <a:rPr lang="en-US" b="1" i="1">
                        <a:solidFill>
                          <a:srgbClr val="FF0000"/>
                        </a:solidFill>
                        <a:latin typeface="Cambria Math" panose="02040503050406030204" pitchFamily="18" charset="0"/>
                        <a:ea typeface="Cambria Math" panose="02040503050406030204" pitchFamily="18" charset="0"/>
                      </a:rPr>
                      <m:t>ℚ</m:t>
                    </m:r>
                    <m:r>
                      <m:rPr>
                        <m:nor/>
                      </m:rPr>
                      <a:rPr lang="en-US" b="1">
                        <a:solidFill>
                          <a:srgbClr val="FF0000"/>
                        </a:solidFill>
                        <a:latin typeface="Tahoma" panose="020B0604030504040204" pitchFamily="34" charset="0"/>
                        <a:ea typeface="Tahoma" panose="020B0604030504040204" pitchFamily="34" charset="0"/>
                        <a:cs typeface="Tahoma" panose="020B0604030504040204" pitchFamily="34" charset="0"/>
                      </a:rPr>
                      <m:t>,</m:t>
                    </m:r>
                    <m:r>
                      <a:rPr lang="en-US" b="1" i="1">
                        <a:solidFill>
                          <a:srgbClr val="FF0000"/>
                        </a:solidFill>
                        <a:latin typeface="Cambria Math" panose="02040503050406030204" pitchFamily="18" charset="0"/>
                        <a:ea typeface="Cambria Math" panose="02040503050406030204" pitchFamily="18" charset="0"/>
                      </a:rPr>
                      <m:t> </m:t>
                    </m:r>
                    <m:sSup>
                      <m:sSupPr>
                        <m:ctrlPr>
                          <a:rPr lang="en-US" b="1" i="1">
                            <a:solidFill>
                              <a:srgbClr val="FF0000"/>
                            </a:solidFill>
                            <a:latin typeface="Cambria Math" panose="02040503050406030204" pitchFamily="18" charset="0"/>
                            <a:ea typeface="Cambria Math" panose="02040503050406030204" pitchFamily="18" charset="0"/>
                          </a:rPr>
                        </m:ctrlPr>
                      </m:sSupPr>
                      <m:e>
                        <m:r>
                          <a:rPr lang="en-US" b="1" i="1">
                            <a:solidFill>
                              <a:srgbClr val="FF0000"/>
                            </a:solidFill>
                            <a:latin typeface="Cambria Math" panose="02040503050406030204" pitchFamily="18" charset="0"/>
                            <a:ea typeface="Cambria Math" panose="02040503050406030204" pitchFamily="18" charset="0"/>
                          </a:rPr>
                          <m:t> </m:t>
                        </m:r>
                        <m:r>
                          <a:rPr lang="en-US" b="1" i="1">
                            <a:solidFill>
                              <a:srgbClr val="FF0000"/>
                            </a:solidFill>
                            <a:latin typeface="Cambria Math" panose="02040503050406030204" pitchFamily="18" charset="0"/>
                            <a:ea typeface="Cambria Math" panose="02040503050406030204" pitchFamily="18" charset="0"/>
                          </a:rPr>
                          <m:t>𝒙</m:t>
                        </m:r>
                      </m:e>
                      <m:sup>
                        <m:r>
                          <a:rPr lang="en-US" b="1" i="1">
                            <a:solidFill>
                              <a:srgbClr val="FF0000"/>
                            </a:solidFill>
                            <a:latin typeface="Cambria Math" panose="02040503050406030204" pitchFamily="18" charset="0"/>
                            <a:ea typeface="Cambria Math" panose="02040503050406030204" pitchFamily="18" charset="0"/>
                          </a:rPr>
                          <m:t>𝟐</m:t>
                        </m:r>
                      </m:sup>
                    </m:sSup>
                    <m:r>
                      <m:rPr>
                        <m:nor/>
                      </m:rPr>
                      <a:rPr lang="en-US" b="1" i="0" smtClean="0">
                        <a:solidFill>
                          <a:srgbClr val="FF0000"/>
                        </a:solidFill>
                        <a:latin typeface="Cambria Math" panose="02040503050406030204" pitchFamily="18" charset="0"/>
                        <a:ea typeface="Cambria Math" panose="02040503050406030204" pitchFamily="18" charset="0"/>
                      </a:rPr>
                      <m:t> </m:t>
                    </m:r>
                    <m:r>
                      <m:rPr>
                        <m:nor/>
                      </m:rPr>
                      <a:rPr lang="en-US" b="1" i="0" smtClean="0">
                        <a:solidFill>
                          <a:srgbClr val="FF0000"/>
                        </a:solidFill>
                        <a:latin typeface="Tahoma" panose="020B0604030504040204" pitchFamily="34" charset="0"/>
                        <a:ea typeface="Tahoma" panose="020B0604030504040204" pitchFamily="34" charset="0"/>
                        <a:cs typeface="Tahoma" panose="020B0604030504040204" pitchFamily="34" charset="0"/>
                      </a:rPr>
                      <m:t>=</m:t>
                    </m:r>
                    <m:r>
                      <a:rPr lang="en-US" b="1" i="1" smtClean="0">
                        <a:solidFill>
                          <a:srgbClr val="FF0000"/>
                        </a:solidFill>
                        <a:latin typeface="Cambria Math" panose="02040503050406030204" pitchFamily="18" charset="0"/>
                        <a:ea typeface="Tahoma" panose="020B0604030504040204" pitchFamily="34" charset="0"/>
                        <a:cs typeface="Tahoma" panose="020B0604030504040204" pitchFamily="34" charset="0"/>
                      </a:rPr>
                      <m:t> </m:t>
                    </m:r>
                    <m:r>
                      <a:rPr lang="en-US" b="1" i="1">
                        <a:solidFill>
                          <a:srgbClr val="FF0000"/>
                        </a:solidFill>
                        <a:latin typeface="Cambria Math" panose="02040503050406030204" pitchFamily="18" charset="0"/>
                        <a:ea typeface="Cambria Math" panose="02040503050406030204" pitchFamily="18" charset="0"/>
                      </a:rPr>
                      <m:t>𝟐</m:t>
                    </m:r>
                    <m:r>
                      <m:rPr>
                        <m:nor/>
                      </m:rPr>
                      <a:rPr lang="en-US" b="1" dirty="0" smtClean="0">
                        <a:solidFill>
                          <a:srgbClr val="FF0000"/>
                        </a:solidFill>
                        <a:latin typeface="Tahoma" panose="020B0604030504040204" pitchFamily="34" charset="0"/>
                        <a:ea typeface="Tahoma" panose="020B0604030504040204" pitchFamily="34" charset="0"/>
                        <a:cs typeface="Tahoma" panose="020B0604030504040204" pitchFamily="34" charset="0"/>
                      </a:rPr>
                      <m:t>”</m:t>
                    </m:r>
                    <m:r>
                      <a:rPr lang="en-US" b="1" i="1">
                        <a:solidFill>
                          <a:srgbClr val="FF0000"/>
                        </a:solidFill>
                        <a:latin typeface="Cambria Math" panose="02040503050406030204" pitchFamily="18" charset="0"/>
                        <a:ea typeface="Cambria Math" panose="02040503050406030204" pitchFamily="18" charset="0"/>
                      </a:rPr>
                      <m:t>.</m:t>
                    </m:r>
                  </m:oMath>
                </a14:m>
                <a:endParaRPr lang="en-US" b="1" dirty="0">
                  <a:latin typeface="Tahoma" panose="020B0604030504040204" pitchFamily="34" charset="0"/>
                  <a:ea typeface="Tahoma" panose="020B0604030504040204" pitchFamily="34" charset="0"/>
                  <a:cs typeface="Tahoma" panose="020B0604030504040204" pitchFamily="34" charset="0"/>
                </a:endParaRPr>
              </a:p>
              <a:p>
                <a:pPr marL="914400" lvl="1" indent="0">
                  <a:buNone/>
                </a:pPr>
                <a:endParaRPr lang="en-US" b="1" dirty="0">
                  <a:latin typeface="Tahoma" panose="020B0604030504040204" pitchFamily="34" charset="0"/>
                  <a:ea typeface="Tahoma" panose="020B0604030504040204" pitchFamily="34" charset="0"/>
                  <a:cs typeface="Tahoma" panose="020B0604030504040204" pitchFamily="34" charset="0"/>
                </a:endParaRPr>
              </a:p>
              <a:p>
                <a:pPr marL="1828800" lvl="2" indent="0" algn="just">
                  <a:buNone/>
                </a:pPr>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763986" y="2895600"/>
                <a:ext cx="22858013" cy="4419600"/>
              </a:xfrm>
              <a:prstGeom prst="rect">
                <a:avLst/>
              </a:prstGeom>
              <a:blipFill>
                <a:blip r:embed="rId5"/>
                <a:stretch>
                  <a:fillRect l="-1173" r="-1199" b="-6190"/>
                </a:stretch>
              </a:blipFill>
              <a:ln>
                <a:solidFill>
                  <a:srgbClr val="00B0F0"/>
                </a:solidFill>
              </a:ln>
            </p:spPr>
            <p:txBody>
              <a:bodyPr/>
              <a:lstStyle/>
              <a:p>
                <a:r>
                  <a:rPr lang="en-US">
                    <a:noFill/>
                  </a:rPr>
                  <a:t> </a:t>
                </a:r>
              </a:p>
            </p:txBody>
          </p:sp>
        </mc:Fallback>
      </mc:AlternateContent>
      <p:sp>
        <p:nvSpPr>
          <p:cNvPr id="2" name="Rectangle 2">
            <a:extLst>
              <a:ext uri="{FF2B5EF4-FFF2-40B4-BE49-F238E27FC236}">
                <a16:creationId xmlns:a16="http://schemas.microsoft.com/office/drawing/2014/main" id="{B2176E4B-6950-48D6-B6C7-8DD6E2599375}"/>
              </a:ext>
            </a:extLst>
          </p:cNvPr>
          <p:cNvSpPr>
            <a:spLocks noChangeArrowheads="1"/>
          </p:cNvSpPr>
          <p:nvPr/>
        </p:nvSpPr>
        <p:spPr bwMode="auto">
          <a:xfrm>
            <a:off x="0" y="-186898"/>
            <a:ext cx="18473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sp>
        <p:nvSpPr>
          <p:cNvPr id="4" name="Rectangle 3">
            <a:extLst>
              <a:ext uri="{FF2B5EF4-FFF2-40B4-BE49-F238E27FC236}">
                <a16:creationId xmlns:a16="http://schemas.microsoft.com/office/drawing/2014/main" id="{27DCF59A-D721-4B49-A796-3063EC8F8C69}"/>
              </a:ext>
            </a:extLst>
          </p:cNvPr>
          <p:cNvSpPr>
            <a:spLocks noChangeArrowheads="1"/>
          </p:cNvSpPr>
          <p:nvPr/>
        </p:nvSpPr>
        <p:spPr bwMode="auto">
          <a:xfrm>
            <a:off x="12003487" y="270302"/>
            <a:ext cx="37702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0"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2286000"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2286000"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2286000"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2286000"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2286000"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2286000"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2286000"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2286000" algn="l"/>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286000" algn="l"/>
              </a:tabLst>
            </a:pPr>
            <a:r>
              <a:rPr kumimoji="0" lang="en-US" altLang="en-US" sz="4800" b="1"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p>
        </p:txBody>
      </p:sp>
      <p:sp>
        <p:nvSpPr>
          <p:cNvPr id="9" name="Rectangle 8">
            <a:extLst>
              <a:ext uri="{FF2B5EF4-FFF2-40B4-BE49-F238E27FC236}">
                <a16:creationId xmlns:a16="http://schemas.microsoft.com/office/drawing/2014/main" id="{4A2B147C-685C-496F-BF36-21D006FA664D}"/>
              </a:ext>
            </a:extLst>
          </p:cNvPr>
          <p:cNvSpPr>
            <a:spLocks noChangeArrowheads="1"/>
          </p:cNvSpPr>
          <p:nvPr/>
        </p:nvSpPr>
        <p:spPr bwMode="auto">
          <a:xfrm>
            <a:off x="0" y="-415498"/>
            <a:ext cx="18473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sp>
        <p:nvSpPr>
          <p:cNvPr id="12" name="Rectangle 10">
            <a:extLst>
              <a:ext uri="{FF2B5EF4-FFF2-40B4-BE49-F238E27FC236}">
                <a16:creationId xmlns:a16="http://schemas.microsoft.com/office/drawing/2014/main" id="{EE65D5F8-B166-429C-98BE-0B4A429AF13F}"/>
              </a:ext>
            </a:extLst>
          </p:cNvPr>
          <p:cNvSpPr>
            <a:spLocks noChangeArrowheads="1"/>
          </p:cNvSpPr>
          <p:nvPr/>
        </p:nvSpPr>
        <p:spPr bwMode="auto">
          <a:xfrm>
            <a:off x="-1" y="-392640"/>
            <a:ext cx="6535396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19" name="Group 18">
            <a:extLst>
              <a:ext uri="{FF2B5EF4-FFF2-40B4-BE49-F238E27FC236}">
                <a16:creationId xmlns:a16="http://schemas.microsoft.com/office/drawing/2014/main" id="{F9A0AAE3-CD02-4114-B276-26895CAD8D60}"/>
              </a:ext>
            </a:extLst>
          </p:cNvPr>
          <p:cNvGrpSpPr/>
          <p:nvPr/>
        </p:nvGrpSpPr>
        <p:grpSpPr>
          <a:xfrm>
            <a:off x="1295400" y="7467600"/>
            <a:ext cx="18669000" cy="1192504"/>
            <a:chOff x="455438" y="9127170"/>
            <a:chExt cx="34712288" cy="1192504"/>
          </a:xfrm>
        </p:grpSpPr>
        <p:graphicFrame>
          <p:nvGraphicFramePr>
            <p:cNvPr id="13" name="Object 12">
              <a:extLst>
                <a:ext uri="{FF2B5EF4-FFF2-40B4-BE49-F238E27FC236}">
                  <a16:creationId xmlns:a16="http://schemas.microsoft.com/office/drawing/2014/main" id="{EF225B7F-7191-41B3-ADBD-6D28A84110AA}"/>
                </a:ext>
              </a:extLst>
            </p:cNvPr>
            <p:cNvGraphicFramePr>
              <a:graphicFrameLocks noChangeAspect="1"/>
            </p:cNvGraphicFramePr>
            <p:nvPr/>
          </p:nvGraphicFramePr>
          <p:xfrm>
            <a:off x="455438" y="9127170"/>
            <a:ext cx="1754361" cy="1157311"/>
          </p:xfrm>
          <a:graphic>
            <a:graphicData uri="http://schemas.openxmlformats.org/presentationml/2006/ole">
              <mc:AlternateContent xmlns:mc="http://schemas.openxmlformats.org/markup-compatibility/2006">
                <mc:Choice xmlns:v="urn:schemas-microsoft-com:vml" Requires="v">
                  <p:oleObj spid="_x0000_s1040" name="Bitmap Image" r:id="rId6" imgW="371527" imgH="343039" progId="Paint.Picture">
                    <p:embed/>
                  </p:oleObj>
                </mc:Choice>
                <mc:Fallback>
                  <p:oleObj name="Bitmap Image" r:id="rId6" imgW="371527" imgH="343039" progId="Paint.Picture">
                    <p:embed/>
                    <p:pic>
                      <p:nvPicPr>
                        <p:cNvPr id="13" name="Object 12">
                          <a:extLst>
                            <a:ext uri="{FF2B5EF4-FFF2-40B4-BE49-F238E27FC236}">
                              <a16:creationId xmlns:a16="http://schemas.microsoft.com/office/drawing/2014/main" id="{EF225B7F-7191-41B3-ADBD-6D28A84110A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5438" y="9127170"/>
                          <a:ext cx="1754361" cy="1157311"/>
                        </a:xfrm>
                        <a:prstGeom prst="rect">
                          <a:avLst/>
                        </a:prstGeom>
                        <a:noFill/>
                      </p:spPr>
                    </p:pic>
                  </p:oleObj>
                </mc:Fallback>
              </mc:AlternateContent>
            </a:graphicData>
          </a:graphic>
        </p:graphicFrame>
        <p:sp>
          <p:nvSpPr>
            <p:cNvPr id="21" name="TextBox 20">
              <a:extLst>
                <a:ext uri="{FF2B5EF4-FFF2-40B4-BE49-F238E27FC236}">
                  <a16:creationId xmlns:a16="http://schemas.microsoft.com/office/drawing/2014/main" id="{02453113-2231-4AAC-AB15-F029DA14E379}"/>
                </a:ext>
              </a:extLst>
            </p:cNvPr>
            <p:cNvSpPr txBox="1"/>
            <p:nvPr/>
          </p:nvSpPr>
          <p:spPr>
            <a:xfrm>
              <a:off x="2493164" y="9508170"/>
              <a:ext cx="32674562" cy="811504"/>
            </a:xfrm>
            <a:prstGeom prst="rect">
              <a:avLst/>
            </a:prstGeom>
            <a:noFill/>
          </p:spPr>
          <p:txBody>
            <a:bodyPr wrap="square">
              <a:spAutoFit/>
            </a:bodyPr>
            <a:lstStyle/>
            <a:p>
              <a:pPr>
                <a:lnSpc>
                  <a:spcPct val="107000"/>
                </a:lnSpc>
                <a:spcAft>
                  <a:spcPts val="800"/>
                </a:spcAft>
              </a:pPr>
              <a:r>
                <a:rPr lang="en-US" sz="4800" b="1" dirty="0" err="1">
                  <a:effectLst/>
                  <a:latin typeface="Tahoma" panose="020B0604030504040204" pitchFamily="34" charset="0"/>
                  <a:ea typeface="Tahoma" panose="020B0604030504040204" pitchFamily="34" charset="0"/>
                  <a:cs typeface="Tahoma" panose="020B0604030504040204" pitchFamily="34" charset="0"/>
                </a:rPr>
                <a:t>Em</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hãy</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xác</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định</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tính</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đúng</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sai</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của</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hai</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mệnh</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đề</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trên</a:t>
              </a:r>
              <a:r>
                <a:rPr lang="en-US" sz="4800" b="1" dirty="0">
                  <a:effectLst/>
                  <a:latin typeface="Tahoma" panose="020B0604030504040204" pitchFamily="34" charset="0"/>
                  <a:ea typeface="Tahoma" panose="020B0604030504040204" pitchFamily="34" charset="0"/>
                  <a:cs typeface="Tahoma" panose="020B0604030504040204" pitchFamily="34" charset="0"/>
                </a:rPr>
                <a:t>?</a:t>
              </a:r>
            </a:p>
          </p:txBody>
        </p:sp>
      </p:grpSp>
      <p:sp>
        <p:nvSpPr>
          <p:cNvPr id="14" name="Rounded Rectangle 4">
            <a:extLst>
              <a:ext uri="{FF2B5EF4-FFF2-40B4-BE49-F238E27FC236}">
                <a16:creationId xmlns:a16="http://schemas.microsoft.com/office/drawing/2014/main" id="{3B755124-9844-4E48-9143-49664E58F571}"/>
              </a:ext>
            </a:extLst>
          </p:cNvPr>
          <p:cNvSpPr/>
          <p:nvPr/>
        </p:nvSpPr>
        <p:spPr>
          <a:xfrm>
            <a:off x="763986" y="9337407"/>
            <a:ext cx="22858013" cy="3616593"/>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Câu</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Mọi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số</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thực</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đều</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có</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bình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phương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không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âm</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là</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một</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mệnh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đề</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đúng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a:t>
            </a:r>
          </a:p>
          <a:p>
            <a:pPr>
              <a:lnSpc>
                <a:spcPct val="150000"/>
              </a:lnSpc>
            </a:pP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Câu</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Có</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một</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số</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hữu</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tỉ</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mà</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bình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phương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của</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nó</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bằng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2”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là</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một</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mệnh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đề</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sai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a:t>
            </a:r>
          </a:p>
        </p:txBody>
      </p:sp>
      <p:grpSp>
        <p:nvGrpSpPr>
          <p:cNvPr id="15" name="Group 14">
            <a:extLst>
              <a:ext uri="{FF2B5EF4-FFF2-40B4-BE49-F238E27FC236}">
                <a16:creationId xmlns:a16="http://schemas.microsoft.com/office/drawing/2014/main" id="{AD28E6AA-1B8F-4007-A338-515DAA8B96A9}"/>
              </a:ext>
            </a:extLst>
          </p:cNvPr>
          <p:cNvGrpSpPr/>
          <p:nvPr/>
        </p:nvGrpSpPr>
        <p:grpSpPr>
          <a:xfrm>
            <a:off x="1219200" y="8925600"/>
            <a:ext cx="3600000" cy="828000"/>
            <a:chOff x="1275608" y="6322796"/>
            <a:chExt cx="3572909" cy="828631"/>
          </a:xfrm>
        </p:grpSpPr>
        <p:sp>
          <p:nvSpPr>
            <p:cNvPr id="16" name="Freeform 20">
              <a:extLst>
                <a:ext uri="{FF2B5EF4-FFF2-40B4-BE49-F238E27FC236}">
                  <a16:creationId xmlns:a16="http://schemas.microsoft.com/office/drawing/2014/main" id="{832B5677-6D98-4978-9789-A5550F431345}"/>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7" name="TextBox 16">
              <a:extLst>
                <a:ext uri="{FF2B5EF4-FFF2-40B4-BE49-F238E27FC236}">
                  <a16:creationId xmlns:a16="http://schemas.microsoft.com/office/drawing/2014/main" id="{466CAB18-B7A2-4145-AFF8-E0FAF25A09E9}"/>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18" name="Round Diagonal Corner Rectangle 8">
              <a:extLst>
                <a:ext uri="{FF2B5EF4-FFF2-40B4-BE49-F238E27FC236}">
                  <a16:creationId xmlns:a16="http://schemas.microsoft.com/office/drawing/2014/main" id="{84594F8B-F2A7-4746-8121-3B2131EBC592}"/>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0" name="Freeform 9">
              <a:extLst>
                <a:ext uri="{FF2B5EF4-FFF2-40B4-BE49-F238E27FC236}">
                  <a16:creationId xmlns:a16="http://schemas.microsoft.com/office/drawing/2014/main" id="{97CC295D-F854-4594-BF74-5894E294981E}"/>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7816989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9"/>
                                        </p:tgtEl>
                                        <p:attrNameLst>
                                          <p:attrName>style.visibility</p:attrName>
                                        </p:attrNameLst>
                                      </p:cBhvr>
                                      <p:to>
                                        <p:strVal val="visible"/>
                                      </p:to>
                                    </p:set>
                                    <p:animEffect transition="in" filter="wipe(up)">
                                      <p:cBhvr>
                                        <p:cTn id="12" dur="500"/>
                                        <p:tgtEl>
                                          <p:spTgt spid="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99">
                                            <p:txEl>
                                              <p:pRg st="0" end="0"/>
                                            </p:txEl>
                                          </p:spTgt>
                                        </p:tgtEl>
                                        <p:attrNameLst>
                                          <p:attrName>style.visibility</p:attrName>
                                        </p:attrNameLst>
                                      </p:cBhvr>
                                      <p:to>
                                        <p:strVal val="visible"/>
                                      </p:to>
                                    </p:set>
                                    <p:animEffect transition="in" filter="wipe(up)">
                                      <p:cBhvr>
                                        <p:cTn id="17" dur="500"/>
                                        <p:tgtEl>
                                          <p:spTgt spid="9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9">
                                            <p:txEl>
                                              <p:pRg st="1" end="1"/>
                                            </p:txEl>
                                          </p:spTgt>
                                        </p:tgtEl>
                                        <p:attrNameLst>
                                          <p:attrName>style.visibility</p:attrName>
                                        </p:attrNameLst>
                                      </p:cBhvr>
                                      <p:to>
                                        <p:strVal val="visible"/>
                                      </p:to>
                                    </p:set>
                                    <p:animEffect transition="in" filter="wipe(up)">
                                      <p:cBhvr>
                                        <p:cTn id="22" dur="500"/>
                                        <p:tgtEl>
                                          <p:spTgt spid="99">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barn(inVertical)">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down)">
                                      <p:cBhvr>
                                        <p:cTn id="3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1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637308" y="1752601"/>
                <a:ext cx="22908491" cy="3973226"/>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50000"/>
                  </a:lnSpc>
                  <a:spcBef>
                    <a:spcPts val="0"/>
                  </a:spcBef>
                  <a:buNone/>
                </a:pPr>
                <a:r>
                  <a:rPr lang="en-US" b="1" dirty="0">
                    <a:solidFill>
                      <a:srgbClr val="0000FF"/>
                    </a:solidFill>
                    <a:latin typeface="Tahoma" panose="020B0604030504040204" pitchFamily="34" charset="0"/>
                    <a:ea typeface="Tahoma" panose="020B0604030504040204" pitchFamily="34" charset="0"/>
                    <a:cs typeface="Tahoma" panose="020B0604030504040204" pitchFamily="34" charset="0"/>
                  </a:rPr>
                  <a:t>     </a:t>
                </a:r>
              </a:p>
              <a:p>
                <a:pPr marL="0" indent="0">
                  <a:lnSpc>
                    <a:spcPct val="150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Phát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biểu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bằng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lời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sau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biết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đúng</a:t>
                </a:r>
                <a:r>
                  <a:rPr lang="en-US" b="1" dirty="0">
                    <a:latin typeface="Tahoma" panose="020B0604030504040204" pitchFamily="34" charset="0"/>
                    <a:ea typeface="Tahoma" panose="020B0604030504040204" pitchFamily="34" charset="0"/>
                    <a:cs typeface="Tahoma" panose="020B0604030504040204" pitchFamily="34" charset="0"/>
                  </a:rPr>
                  <a:t> hay </a:t>
                </a:r>
                <a:r>
                  <a:rPr lang="en-US" b="1" dirty="0" err="1">
                    <a:latin typeface="Tahoma" panose="020B0604030504040204" pitchFamily="34" charset="0"/>
                    <a:ea typeface="Tahoma" panose="020B0604030504040204" pitchFamily="34" charset="0"/>
                    <a:cs typeface="Tahoma" panose="020B0604030504040204" pitchFamily="34" charset="0"/>
                  </a:rPr>
                  <a:t>sai</a:t>
                </a:r>
                <a:r>
                  <a:rPr lang="en-US" b="1" dirty="0">
                    <a:latin typeface="Tahoma" panose="020B0604030504040204" pitchFamily="34" charset="0"/>
                    <a:ea typeface="Tahoma" panose="020B0604030504040204" pitchFamily="34" charset="0"/>
                    <a:cs typeface="Tahoma" panose="020B0604030504040204" pitchFamily="34" charset="0"/>
                  </a:rPr>
                  <a:t>.</a:t>
                </a:r>
              </a:p>
              <a:p>
                <a:pPr marL="0" indent="0" algn="ctr">
                  <a:lnSpc>
                    <a:spcPct val="150000"/>
                  </a:lnSpc>
                  <a:spcBef>
                    <a:spcPts val="0"/>
                  </a:spcBef>
                  <a:buNone/>
                </a:pPr>
                <a14:m>
                  <m:oMathPara xmlns:m="http://schemas.openxmlformats.org/officeDocument/2006/math">
                    <m:oMathParaPr>
                      <m:jc m:val="centerGroup"/>
                    </m:oMathParaPr>
                    <m:oMath xmlns:m="http://schemas.openxmlformats.org/officeDocument/2006/math">
                      <m:r>
                        <m:rPr>
                          <m:nor/>
                        </m:rPr>
                        <a:rPr lang="en-US" b="1" i="0" smtClean="0">
                          <a:latin typeface="Tahoma" panose="020B0604030504040204" pitchFamily="34" charset="0"/>
                          <a:ea typeface="Tahoma" panose="020B0604030504040204" pitchFamily="34" charset="0"/>
                          <a:cs typeface="Tahoma" panose="020B0604030504040204" pitchFamily="34" charset="0"/>
                        </a:rPr>
                        <m:t>"∀</m:t>
                      </m:r>
                      <m:r>
                        <a:rPr lang="en-US" b="1" i="1">
                          <a:latin typeface="Cambria Math" panose="02040503050406030204" pitchFamily="18" charset="0"/>
                          <a:ea typeface="Cambria Math" panose="02040503050406030204" pitchFamily="18" charset="0"/>
                        </a:rPr>
                        <m:t>𝒙</m:t>
                      </m:r>
                      <m:r>
                        <m:rPr>
                          <m:nor/>
                        </m:rPr>
                        <a:rPr lang="en-US" b="1" i="0" smtClean="0">
                          <a:latin typeface="Cambria Math" panose="02040503050406030204" pitchFamily="18" charset="0"/>
                          <a:ea typeface="Cambria Math" panose="02040503050406030204" pitchFamily="18" charset="0"/>
                        </a:rPr>
                        <m:t> </m:t>
                      </m:r>
                      <m:r>
                        <m:rPr>
                          <m:nor/>
                        </m:rPr>
                        <a:rPr lang="en-US" b="1" i="0" smtClean="0">
                          <a:latin typeface="Tahoma" panose="020B0604030504040204" pitchFamily="34" charset="0"/>
                          <a:ea typeface="Tahoma" panose="020B0604030504040204" pitchFamily="34" charset="0"/>
                          <a:cs typeface="Tahoma" panose="020B0604030504040204" pitchFamily="34" charset="0"/>
                        </a:rPr>
                        <m:t>∈ </m:t>
                      </m:r>
                      <m:r>
                        <m:rPr>
                          <m:nor/>
                        </m:rPr>
                        <a:rPr lang="en-US" b="1" i="0" smtClean="0">
                          <a:latin typeface="Tahoma" panose="020B0604030504040204" pitchFamily="34" charset="0"/>
                          <a:ea typeface="Tahoma" panose="020B0604030504040204" pitchFamily="34" charset="0"/>
                          <a:cs typeface="Tahoma" panose="020B0604030504040204" pitchFamily="34" charset="0"/>
                        </a:rPr>
                        <m:t>R</m:t>
                      </m:r>
                      <m:r>
                        <m:rPr>
                          <m:nor/>
                        </m:rPr>
                        <a:rPr lang="en-US" b="1" i="0" smtClean="0">
                          <a:latin typeface="Tahoma" panose="020B0604030504040204" pitchFamily="34" charset="0"/>
                          <a:ea typeface="Tahoma" panose="020B0604030504040204" pitchFamily="34" charset="0"/>
                          <a:cs typeface="Tahoma" panose="020B0604030504040204" pitchFamily="34" charset="0"/>
                        </a:rPr>
                        <m:t>,</m:t>
                      </m:r>
                      <m:r>
                        <a:rPr lang="en-US" b="1" i="1" smtClean="0">
                          <a:latin typeface="Cambria Math" panose="02040503050406030204" pitchFamily="18" charset="0"/>
                          <a:ea typeface="Cambria Math" panose="02040503050406030204" pitchFamily="18" charset="0"/>
                        </a:rPr>
                        <m:t> </m:t>
                      </m:r>
                      <m:sSup>
                        <m:sSupPr>
                          <m:ctrlPr>
                            <a:rPr lang="en-US" b="1" i="1" smtClean="0">
                              <a:latin typeface="Cambria Math" panose="02040503050406030204" pitchFamily="18" charset="0"/>
                              <a:ea typeface="Cambria Math" panose="02040503050406030204" pitchFamily="18" charset="0"/>
                            </a:rPr>
                          </m:ctrlPr>
                        </m:sSupPr>
                        <m:e>
                          <m:r>
                            <a:rPr lang="en-US" b="1" i="1" smtClean="0">
                              <a:latin typeface="Cambria Math" panose="02040503050406030204" pitchFamily="18" charset="0"/>
                              <a:ea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𝒙</m:t>
                          </m:r>
                        </m:e>
                        <m:sup>
                          <m:r>
                            <a:rPr lang="en-US" b="1" i="1" smtClean="0">
                              <a:latin typeface="Cambria Math" panose="02040503050406030204" pitchFamily="18" charset="0"/>
                              <a:ea typeface="Cambria Math" panose="02040503050406030204" pitchFamily="18" charset="0"/>
                            </a:rPr>
                            <m:t>𝟐</m:t>
                          </m:r>
                        </m:sup>
                      </m:sSup>
                      <m:r>
                        <m:rPr>
                          <m:nor/>
                        </m:rPr>
                        <a:rPr lang="en-US" b="1" i="0" smtClean="0">
                          <a:latin typeface="Tahoma" panose="020B0604030504040204" pitchFamily="34" charset="0"/>
                          <a:ea typeface="Tahoma" panose="020B0604030504040204" pitchFamily="34" charset="0"/>
                          <a:cs typeface="Tahoma" panose="020B0604030504040204" pitchFamily="34" charset="0"/>
                        </a:rPr>
                        <m:t>+1 &lt; 0</m:t>
                      </m:r>
                      <m:r>
                        <m:rPr>
                          <m:nor/>
                        </m:rPr>
                        <a:rPr lang="en-US" b="1" dirty="0">
                          <a:latin typeface="Tahoma" panose="020B0604030504040204" pitchFamily="34" charset="0"/>
                          <a:ea typeface="Tahoma" panose="020B0604030504040204" pitchFamily="34" charset="0"/>
                          <a:cs typeface="Tahoma" panose="020B0604030504040204" pitchFamily="34" charset="0"/>
                        </a:rPr>
                        <m:t>”</m:t>
                      </m:r>
                    </m:oMath>
                  </m:oMathPara>
                </a14:m>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637308" y="1752601"/>
                <a:ext cx="22908491" cy="3973226"/>
              </a:xfrm>
              <a:prstGeom prst="rect">
                <a:avLst/>
              </a:prstGeom>
              <a:blipFill>
                <a:blip r:embed="rId3"/>
                <a:stretch>
                  <a:fillRect r="-612"/>
                </a:stretch>
              </a:blipFill>
              <a:ln>
                <a:solidFill>
                  <a:srgbClr val="00B0F0"/>
                </a:solidFill>
              </a:ln>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31D45A08-8396-4378-8E91-814C037BB4E4}"/>
              </a:ext>
            </a:extLst>
          </p:cNvPr>
          <p:cNvGrpSpPr/>
          <p:nvPr/>
        </p:nvGrpSpPr>
        <p:grpSpPr>
          <a:xfrm>
            <a:off x="838200" y="1752602"/>
            <a:ext cx="5929386" cy="1066800"/>
            <a:chOff x="22440" y="57620"/>
            <a:chExt cx="1004378" cy="201232"/>
          </a:xfrm>
        </p:grpSpPr>
        <p:grpSp>
          <p:nvGrpSpPr>
            <p:cNvPr id="23" name="Group 22">
              <a:extLst>
                <a:ext uri="{FF2B5EF4-FFF2-40B4-BE49-F238E27FC236}">
                  <a16:creationId xmlns:a16="http://schemas.microsoft.com/office/drawing/2014/main" id="{E4BBBD79-CD4C-401A-8774-C9799A3F4D57}"/>
                </a:ext>
              </a:extLst>
            </p:cNvPr>
            <p:cNvGrpSpPr/>
            <p:nvPr/>
          </p:nvGrpSpPr>
          <p:grpSpPr>
            <a:xfrm>
              <a:off x="22440" y="59288"/>
              <a:ext cx="940674" cy="158481"/>
              <a:chOff x="31572" y="60276"/>
              <a:chExt cx="1323546" cy="196127"/>
            </a:xfrm>
          </p:grpSpPr>
          <p:sp>
            <p:nvSpPr>
              <p:cNvPr id="25" name="Arrow: Pentagon 24">
                <a:extLst>
                  <a:ext uri="{FF2B5EF4-FFF2-40B4-BE49-F238E27FC236}">
                    <a16:creationId xmlns:a16="http://schemas.microsoft.com/office/drawing/2014/main" id="{574C94B2-B28C-48F4-917D-475DCF3AAA47}"/>
                  </a:ext>
                </a:extLst>
              </p:cNvPr>
              <p:cNvSpPr/>
              <p:nvPr/>
            </p:nvSpPr>
            <p:spPr>
              <a:xfrm>
                <a:off x="186242" y="60276"/>
                <a:ext cx="1168876" cy="19606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a:lnSpc>
                    <a:spcPct val="106000"/>
                  </a:lnSpc>
                  <a:spcAft>
                    <a:spcPts val="800"/>
                  </a:spcAft>
                </a:pPr>
                <a:r>
                  <a:rPr lang="en-US" sz="4800" b="1" kern="1200">
                    <a:solidFill>
                      <a:srgbClr val="0000CC"/>
                    </a:solidFill>
                    <a:effectLst/>
                    <a:latin typeface="Tahoma" panose="020B0604030504040204" pitchFamily="34" charset="0"/>
                    <a:ea typeface="Tahoma" panose="020B0604030504040204" pitchFamily="34" charset="0"/>
                    <a:cs typeface="Tahoma" panose="020B0604030504040204" pitchFamily="34" charset="0"/>
                  </a:rPr>
                  <a:t> </a:t>
                </a:r>
                <a:endParaRPr lang="en-US" sz="4800" b="1">
                  <a:effectLst/>
                  <a:latin typeface="Tahoma" panose="020B0604030504040204" pitchFamily="34" charset="0"/>
                  <a:ea typeface="Tahoma" panose="020B0604030504040204" pitchFamily="34" charset="0"/>
                  <a:cs typeface="Tahoma" panose="020B0604030504040204" pitchFamily="34" charset="0"/>
                </a:endParaRPr>
              </a:p>
            </p:txBody>
          </p:sp>
          <p:sp>
            <p:nvSpPr>
              <p:cNvPr id="26" name="Arrow: Chevron 25">
                <a:extLst>
                  <a:ext uri="{FF2B5EF4-FFF2-40B4-BE49-F238E27FC236}">
                    <a16:creationId xmlns:a16="http://schemas.microsoft.com/office/drawing/2014/main" id="{8F83A29C-32DE-419F-AB02-65A85F0F6B3C}"/>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sp>
            <p:nvSpPr>
              <p:cNvPr id="27" name="Arrow: Chevron 26">
                <a:extLst>
                  <a:ext uri="{FF2B5EF4-FFF2-40B4-BE49-F238E27FC236}">
                    <a16:creationId xmlns:a16="http://schemas.microsoft.com/office/drawing/2014/main" id="{6D771428-E215-4CB8-AB3C-43EADE20DABE}"/>
                  </a:ext>
                </a:extLst>
              </p:cNvPr>
              <p:cNvSpPr/>
              <p:nvPr/>
            </p:nvSpPr>
            <p:spPr>
              <a:xfrm>
                <a:off x="116273" y="60276"/>
                <a:ext cx="315984" cy="196062"/>
              </a:xfrm>
              <a:prstGeom prst="chevron">
                <a:avLst/>
              </a:prstGeom>
              <a:solidFill>
                <a:srgbClr val="FFC000"/>
              </a:solidFill>
              <a:ln w="12700" cap="flat" cmpd="sng" algn="ctr">
                <a:no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sp>
          <p:nvSpPr>
            <p:cNvPr id="24" name="TextBox 56">
              <a:extLst>
                <a:ext uri="{FF2B5EF4-FFF2-40B4-BE49-F238E27FC236}">
                  <a16:creationId xmlns:a16="http://schemas.microsoft.com/office/drawing/2014/main" id="{7923BB46-AD32-41C3-BF94-90C816824585}"/>
                </a:ext>
              </a:extLst>
            </p:cNvPr>
            <p:cNvSpPr txBox="1"/>
            <p:nvPr/>
          </p:nvSpPr>
          <p:spPr>
            <a:xfrm>
              <a:off x="267683" y="57620"/>
              <a:ext cx="759135" cy="201232"/>
            </a:xfrm>
            <a:prstGeom prst="rect">
              <a:avLst/>
            </a:prstGeom>
            <a:noFill/>
          </p:spPr>
          <p:txBody>
            <a:bodyPr wrap="square">
              <a:noAutofit/>
            </a:bodyPr>
            <a:lstStyle/>
            <a:p>
              <a:pPr>
                <a:lnSpc>
                  <a:spcPct val="107000"/>
                </a:lnSpc>
                <a:spcAft>
                  <a:spcPts val="800"/>
                </a:spcAft>
              </a:pPr>
              <a:r>
                <a:rPr lang="en-US" sz="4800" b="1" kern="1200" dirty="0" err="1">
                  <a:solidFill>
                    <a:srgbClr val="0000CC"/>
                  </a:solidFill>
                  <a:effectLst/>
                  <a:latin typeface="Tahoma" panose="020B0604030504040204" pitchFamily="34" charset="0"/>
                  <a:ea typeface="Tahoma" panose="020B0604030504040204" pitchFamily="34" charset="0"/>
                  <a:cs typeface="Tahoma" panose="020B0604030504040204" pitchFamily="34" charset="0"/>
                </a:rPr>
                <a:t>Luyện</a:t>
              </a:r>
              <a:r>
                <a:rPr lang="en-US" sz="4800" b="1" kern="1200" dirty="0">
                  <a:solidFill>
                    <a:srgbClr val="0000CC"/>
                  </a:solidFill>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solidFill>
                    <a:srgbClr val="0000CC"/>
                  </a:solidFill>
                  <a:effectLst/>
                  <a:latin typeface="Tahoma" panose="020B0604030504040204" pitchFamily="34" charset="0"/>
                  <a:ea typeface="Tahoma" panose="020B0604030504040204" pitchFamily="34" charset="0"/>
                  <a:cs typeface="Tahoma" panose="020B0604030504040204" pitchFamily="34" charset="0"/>
                </a:rPr>
                <a:t>tập</a:t>
              </a:r>
              <a:r>
                <a:rPr lang="en-US" sz="4800" b="1" kern="1200" dirty="0">
                  <a:solidFill>
                    <a:srgbClr val="0000CC"/>
                  </a:solidFill>
                  <a:effectLst/>
                  <a:latin typeface="Tahoma" panose="020B0604030504040204" pitchFamily="34" charset="0"/>
                  <a:ea typeface="Tahoma" panose="020B0604030504040204" pitchFamily="34" charset="0"/>
                  <a:cs typeface="Tahoma" panose="020B0604030504040204" pitchFamily="34" charset="0"/>
                </a:rPr>
                <a:t> 5.</a:t>
              </a:r>
              <a:endParaRPr lang="en-US" sz="4800" b="1" dirty="0">
                <a:effectLst/>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9" name="Rounded Rectangle 4">
                <a:extLst>
                  <a:ext uri="{FF2B5EF4-FFF2-40B4-BE49-F238E27FC236}">
                    <a16:creationId xmlns:a16="http://schemas.microsoft.com/office/drawing/2014/main" id="{7C6B66E4-929C-4B76-82B5-21AC89D8F3F5}"/>
                  </a:ext>
                </a:extLst>
              </p:cNvPr>
              <p:cNvSpPr/>
              <p:nvPr/>
            </p:nvSpPr>
            <p:spPr>
              <a:xfrm>
                <a:off x="637308" y="6781800"/>
                <a:ext cx="22908491" cy="4724400"/>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Mệnh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đề</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có</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thể</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phát</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biểu</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là</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p>
              <a:p>
                <a:pPr algn="just">
                  <a:lnSpc>
                    <a:spcPct val="150000"/>
                  </a:lnSpc>
                </a:pP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Mọi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số</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thực</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đều</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có</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bình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phương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cộng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với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solidFill>
                          <a:schemeClr val="tx1"/>
                        </a:solidFill>
                        <a:latin typeface="Cambria Math" panose="02040503050406030204" pitchFamily="18" charset="0"/>
                      </a:rPr>
                      <m:t>𝟏</m:t>
                    </m:r>
                  </m:oMath>
                </a14:m>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nhỏ</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hơn</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hoặc</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bằng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0”.</a:t>
                </a:r>
              </a:p>
              <a:p>
                <a:pPr algn="just">
                  <a:lnSpc>
                    <a:spcPct val="150000"/>
                  </a:lnSpc>
                </a:pP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Mệnh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đề</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sai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do </a:t>
                </a:r>
                <a14:m>
                  <m:oMath xmlns:m="http://schemas.openxmlformats.org/officeDocument/2006/math">
                    <m:sSup>
                      <m:sSupPr>
                        <m:ctrlPr>
                          <a:rPr lang="en-US" sz="4400" b="1" i="1">
                            <a:solidFill>
                              <a:schemeClr val="tx1"/>
                            </a:solidFill>
                            <a:latin typeface="Cambria Math" panose="02040503050406030204" pitchFamily="18" charset="0"/>
                          </a:rPr>
                        </m:ctrlPr>
                      </m:sSupPr>
                      <m:e>
                        <m:r>
                          <a:rPr lang="en-US" sz="4400" b="1" i="1">
                            <a:solidFill>
                              <a:schemeClr val="tx1"/>
                            </a:solidFill>
                            <a:latin typeface="Cambria Math" panose="02040503050406030204" pitchFamily="18" charset="0"/>
                          </a:rPr>
                          <m:t>𝒙</m:t>
                        </m:r>
                      </m:e>
                      <m:sup>
                        <m:r>
                          <a:rPr lang="en-US" sz="4400" b="1" i="1">
                            <a:solidFill>
                              <a:schemeClr val="tx1"/>
                            </a:solidFill>
                            <a:latin typeface="Cambria Math" panose="02040503050406030204" pitchFamily="18" charset="0"/>
                          </a:rPr>
                          <m:t>𝟐</m:t>
                        </m:r>
                      </m:sup>
                    </m:sSup>
                    <m:r>
                      <a:rPr lang="en-US" sz="4400" b="1" i="1">
                        <a:solidFill>
                          <a:schemeClr val="tx1"/>
                        </a:solidFill>
                        <a:latin typeface="Cambria Math" panose="02040503050406030204" pitchFamily="18" charset="0"/>
                        <a:ea typeface="Cambria Math" panose="02040503050406030204" pitchFamily="18" charset="0"/>
                      </a:rPr>
                      <m:t>≥</m:t>
                    </m:r>
                    <m:r>
                      <a:rPr lang="en-US" sz="4400" b="1" i="1">
                        <a:solidFill>
                          <a:schemeClr val="tx1"/>
                        </a:solidFill>
                        <a:latin typeface="Cambria Math" panose="02040503050406030204" pitchFamily="18" charset="0"/>
                        <a:ea typeface="Cambria Math" panose="02040503050406030204" pitchFamily="18" charset="0"/>
                      </a:rPr>
                      <m:t>𝟎</m:t>
                    </m:r>
                  </m:oMath>
                </a14:m>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nên</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400" b="1" i="1">
                            <a:solidFill>
                              <a:schemeClr val="tx1"/>
                            </a:solidFill>
                            <a:latin typeface="Cambria Math" panose="02040503050406030204" pitchFamily="18" charset="0"/>
                            <a:ea typeface="Cambria Math" panose="02040503050406030204" pitchFamily="18" charset="0"/>
                          </a:rPr>
                        </m:ctrlPr>
                      </m:sSupPr>
                      <m:e>
                        <m:r>
                          <a:rPr lang="en-US" sz="4400" b="1" i="1">
                            <a:solidFill>
                              <a:schemeClr val="tx1"/>
                            </a:solidFill>
                            <a:latin typeface="Cambria Math" panose="02040503050406030204" pitchFamily="18" charset="0"/>
                            <a:ea typeface="Cambria Math" panose="02040503050406030204" pitchFamily="18" charset="0"/>
                          </a:rPr>
                          <m:t>𝒙</m:t>
                        </m:r>
                      </m:e>
                      <m:sup>
                        <m:r>
                          <a:rPr lang="en-US" sz="4400" b="1" i="1">
                            <a:solidFill>
                              <a:schemeClr val="tx1"/>
                            </a:solidFill>
                            <a:latin typeface="Cambria Math" panose="02040503050406030204" pitchFamily="18" charset="0"/>
                            <a:ea typeface="Cambria Math" panose="02040503050406030204" pitchFamily="18" charset="0"/>
                          </a:rPr>
                          <m:t>𝟐</m:t>
                        </m:r>
                      </m:sup>
                    </m:sSup>
                    <m:r>
                      <m:rPr>
                        <m:nor/>
                      </m:rPr>
                      <a:rPr lang="en-US" sz="4400" b="1">
                        <a:solidFill>
                          <a:schemeClr val="tx1"/>
                        </a:solidFill>
                        <a:latin typeface="Tahoma" panose="020B0604030504040204" pitchFamily="34" charset="0"/>
                        <a:ea typeface="Tahoma" panose="020B0604030504040204" pitchFamily="34" charset="0"/>
                        <a:cs typeface="Tahoma" panose="020B0604030504040204" pitchFamily="34" charset="0"/>
                      </a:rPr>
                      <m:t>+1 &gt; 0.</m:t>
                    </m:r>
                  </m:oMath>
                </a14:m>
                <a:endPar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 name="Rounded Rectangle 4">
                <a:extLst>
                  <a:ext uri="{FF2B5EF4-FFF2-40B4-BE49-F238E27FC236}">
                    <a16:creationId xmlns:a16="http://schemas.microsoft.com/office/drawing/2014/main" id="{7C6B66E4-929C-4B76-82B5-21AC89D8F3F5}"/>
                  </a:ext>
                </a:extLst>
              </p:cNvPr>
              <p:cNvSpPr>
                <a:spLocks noRot="1" noChangeAspect="1" noMove="1" noResize="1" noEditPoints="1" noAdjustHandles="1" noChangeArrowheads="1" noChangeShapeType="1" noTextEdit="1"/>
              </p:cNvSpPr>
              <p:nvPr/>
            </p:nvSpPr>
            <p:spPr>
              <a:xfrm>
                <a:off x="637308" y="6781800"/>
                <a:ext cx="22908491" cy="4724400"/>
              </a:xfrm>
              <a:prstGeom prst="roundRect">
                <a:avLst>
                  <a:gd name="adj" fmla="val 2239"/>
                </a:avLst>
              </a:prstGeom>
              <a:blipFill>
                <a:blip r:embed="rId4"/>
                <a:stretch>
                  <a:fillRect/>
                </a:stretch>
              </a:blipFill>
              <a:ln w="19050">
                <a:solidFill>
                  <a:schemeClr val="accent6">
                    <a:lumMod val="50000"/>
                  </a:schemeClr>
                </a:solidFill>
              </a:ln>
              <a:effectLst>
                <a:innerShdw blurRad="114300">
                  <a:prstClr val="black"/>
                </a:innerShdw>
              </a:effectLst>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E6071FAD-D3CF-4890-ACAD-6EC7F14C3468}"/>
              </a:ext>
            </a:extLst>
          </p:cNvPr>
          <p:cNvGrpSpPr/>
          <p:nvPr/>
        </p:nvGrpSpPr>
        <p:grpSpPr>
          <a:xfrm>
            <a:off x="609600" y="6248400"/>
            <a:ext cx="3600000" cy="828000"/>
            <a:chOff x="1275608" y="6322796"/>
            <a:chExt cx="3572909" cy="828631"/>
          </a:xfrm>
        </p:grpSpPr>
        <p:sp>
          <p:nvSpPr>
            <p:cNvPr id="11" name="Freeform 20">
              <a:extLst>
                <a:ext uri="{FF2B5EF4-FFF2-40B4-BE49-F238E27FC236}">
                  <a16:creationId xmlns:a16="http://schemas.microsoft.com/office/drawing/2014/main" id="{74E1DFA7-65BC-4A06-8607-EA98C08856BB}"/>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 name="TextBox 11">
              <a:extLst>
                <a:ext uri="{FF2B5EF4-FFF2-40B4-BE49-F238E27FC236}">
                  <a16:creationId xmlns:a16="http://schemas.microsoft.com/office/drawing/2014/main" id="{70ABA963-C575-4586-A041-9D05D3E23AE7}"/>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13" name="Round Diagonal Corner Rectangle 8">
              <a:extLst>
                <a:ext uri="{FF2B5EF4-FFF2-40B4-BE49-F238E27FC236}">
                  <a16:creationId xmlns:a16="http://schemas.microsoft.com/office/drawing/2014/main" id="{4276DF70-54DA-43D0-8217-7FF68B5C4A67}"/>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4" name="Freeform 9">
              <a:extLst>
                <a:ext uri="{FF2B5EF4-FFF2-40B4-BE49-F238E27FC236}">
                  <a16:creationId xmlns:a16="http://schemas.microsoft.com/office/drawing/2014/main" id="{20852315-3F83-4875-8A93-BBED73913FF9}"/>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1586650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99">
                                            <p:txEl>
                                              <p:pRg st="2" end="2"/>
                                            </p:txEl>
                                          </p:spTgt>
                                        </p:tgtEl>
                                        <p:attrNameLst>
                                          <p:attrName>style.visibility</p:attrName>
                                        </p:attrNameLst>
                                      </p:cBhvr>
                                      <p:to>
                                        <p:strVal val="visible"/>
                                      </p:to>
                                    </p:set>
                                    <p:animEffect transition="in" filter="wipe(up)">
                                      <p:cBhvr>
                                        <p:cTn id="20" dur="500"/>
                                        <p:tgtEl>
                                          <p:spTgt spid="99">
                                            <p:txEl>
                                              <p:pRg st="2" end="2"/>
                                            </p:txEl>
                                          </p:spTgt>
                                        </p:tgtEl>
                                      </p:cBhvr>
                                    </p:animEffect>
                                  </p:childTnLst>
                                </p:cTn>
                              </p:par>
                            </p:childTnLst>
                          </p:cTn>
                        </p:par>
                        <p:par>
                          <p:cTn id="21" fill="hold">
                            <p:stCondLst>
                              <p:cond delay="500"/>
                            </p:stCondLst>
                            <p:childTnLst>
                              <p:par>
                                <p:cTn id="22" presetID="16" presetClass="entr" presetSubtype="21"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arn(inVertical)">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down)">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9" name="Rectangle 410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12" name="Group 111">
            <a:extLst>
              <a:ext uri="{FF2B5EF4-FFF2-40B4-BE49-F238E27FC236}">
                <a16:creationId xmlns:a16="http://schemas.microsoft.com/office/drawing/2014/main" id="{1F6311BF-A4CF-4E55-85D0-0A86514BB33B}"/>
              </a:ext>
            </a:extLst>
          </p:cNvPr>
          <p:cNvGrpSpPr/>
          <p:nvPr/>
        </p:nvGrpSpPr>
        <p:grpSpPr>
          <a:xfrm>
            <a:off x="7447897" y="1143000"/>
            <a:ext cx="11110068"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3"/>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kern="120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MỆNH ĐỀ</a:t>
              </a:r>
              <a:endParaRPr lang="en-US" sz="5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a:solidFill>
                    <a:srgbClr val="FF0000"/>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grpSp>
      <p:pic>
        <p:nvPicPr>
          <p:cNvPr id="4108" name="Picture 3">
            <a:extLst>
              <a:ext uri="{FF2B5EF4-FFF2-40B4-BE49-F238E27FC236}">
                <a16:creationId xmlns:a16="http://schemas.microsoft.com/office/drawing/2014/main" id="{66B7582A-6E95-4405-B707-A54F020315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6480634"/>
            <a:ext cx="5409116" cy="4873166"/>
          </a:xfrm>
          <a:prstGeom prst="rect">
            <a:avLst/>
          </a:prstGeom>
          <a:noFill/>
          <a:extLst>
            <a:ext uri="{909E8E84-426E-40DD-AFC4-6F175D3DCCD1}">
              <a14:hiddenFill xmlns:a14="http://schemas.microsoft.com/office/drawing/2010/main">
                <a:solidFill>
                  <a:srgbClr val="FFFFFF"/>
                </a:solidFill>
              </a14:hiddenFill>
            </a:ext>
          </a:extLst>
        </p:spPr>
      </p:pic>
      <p:pic>
        <p:nvPicPr>
          <p:cNvPr id="4107" name="Picture 5">
            <a:extLst>
              <a:ext uri="{FF2B5EF4-FFF2-40B4-BE49-F238E27FC236}">
                <a16:creationId xmlns:a16="http://schemas.microsoft.com/office/drawing/2014/main" id="{2D7731F8-9BD5-4C3D-A855-22E7E50C59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06600" y="6324600"/>
            <a:ext cx="4191000" cy="4828761"/>
          </a:xfrm>
          <a:prstGeom prst="rect">
            <a:avLst/>
          </a:prstGeom>
          <a:noFill/>
          <a:extLst>
            <a:ext uri="{909E8E84-426E-40DD-AFC4-6F175D3DCCD1}">
              <a14:hiddenFill xmlns:a14="http://schemas.microsoft.com/office/drawing/2010/main">
                <a:solidFill>
                  <a:srgbClr val="FFFFFF"/>
                </a:solidFill>
              </a14:hiddenFill>
            </a:ext>
          </a:extLst>
        </p:spPr>
      </p:pic>
      <p:sp>
        <p:nvSpPr>
          <p:cNvPr id="10" name="Rounded Rectangular Callout 6">
            <a:extLst>
              <a:ext uri="{FF2B5EF4-FFF2-40B4-BE49-F238E27FC236}">
                <a16:creationId xmlns:a16="http://schemas.microsoft.com/office/drawing/2014/main" id="{4D20D39F-9964-4BC4-8AE2-DE1F64F3EEBC}"/>
              </a:ext>
            </a:extLst>
          </p:cNvPr>
          <p:cNvSpPr>
            <a:spLocks noChangeArrowheads="1"/>
          </p:cNvSpPr>
          <p:nvPr/>
        </p:nvSpPr>
        <p:spPr bwMode="auto">
          <a:xfrm>
            <a:off x="600891" y="3135087"/>
            <a:ext cx="7704909" cy="2836484"/>
          </a:xfrm>
          <a:prstGeom prst="wedgeRoundRectCallout">
            <a:avLst>
              <a:gd name="adj1" fmla="val -20833"/>
              <a:gd name="adj2" fmla="val 62500"/>
              <a:gd name="adj3" fmla="val 16667"/>
            </a:avLst>
          </a:prstGeom>
          <a:gradFill rotWithShape="1">
            <a:gsLst>
              <a:gs pos="0">
                <a:srgbClr val="B5D5A7"/>
              </a:gs>
              <a:gs pos="50000">
                <a:srgbClr val="AACE99"/>
              </a:gs>
              <a:gs pos="100000">
                <a:srgbClr val="9CCA86"/>
              </a:gs>
            </a:gsLst>
            <a:lin ang="5400000"/>
          </a:gradFill>
          <a:ln w="635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Mọi</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số</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tự</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nhiên</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nhân</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với</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1 </a:t>
            </a: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đều</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bằng</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chính</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nó</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800" b="0" i="0" u="none" strike="noStrike" cap="none" normalizeH="0" baseline="0" dirty="0">
              <a:ln>
                <a:noFill/>
              </a:ln>
              <a:solidFill>
                <a:schemeClr val="tx1"/>
              </a:solidFill>
              <a:effectLst/>
              <a:latin typeface="Arial" panose="020B0604020202020204" pitchFamily="34" charset="0"/>
            </a:endParaRPr>
          </a:p>
        </p:txBody>
      </p:sp>
      <p:sp>
        <p:nvSpPr>
          <p:cNvPr id="11" name="Rounded Rectangular Callout 7">
            <a:extLst>
              <a:ext uri="{FF2B5EF4-FFF2-40B4-BE49-F238E27FC236}">
                <a16:creationId xmlns:a16="http://schemas.microsoft.com/office/drawing/2014/main" id="{E5281F33-4CDA-4AF2-B9CA-01C982CA1394}"/>
              </a:ext>
            </a:extLst>
          </p:cNvPr>
          <p:cNvSpPr>
            <a:spLocks noChangeArrowheads="1"/>
          </p:cNvSpPr>
          <p:nvPr/>
        </p:nvSpPr>
        <p:spPr bwMode="auto">
          <a:xfrm>
            <a:off x="13820503" y="3200400"/>
            <a:ext cx="9877697" cy="2742141"/>
          </a:xfrm>
          <a:prstGeom prst="wedgeRoundRectCallout">
            <a:avLst>
              <a:gd name="adj1" fmla="val -20833"/>
              <a:gd name="adj2" fmla="val 62500"/>
              <a:gd name="adj3" fmla="val 16667"/>
            </a:avLst>
          </a:prstGeom>
          <a:gradFill rotWithShape="1">
            <a:gsLst>
              <a:gs pos="0">
                <a:srgbClr val="B5D5A7"/>
              </a:gs>
              <a:gs pos="50000">
                <a:srgbClr val="AACE99"/>
              </a:gs>
              <a:gs pos="100000">
                <a:srgbClr val="9CCA86"/>
              </a:gs>
            </a:gsLst>
            <a:lin ang="5400000"/>
          </a:gradFill>
          <a:ln w="635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Không</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đúng</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Có</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một</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số</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tự</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nhiên</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nhân</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với</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1 </a:t>
            </a: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không</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bằng</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chính</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800" b="1" i="0" u="none" strike="noStrike" cap="none" normalizeH="0" baseline="0" dirty="0" err="1">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nó</a:t>
            </a:r>
            <a:r>
              <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12" name="Rectangle 15">
            <a:extLst>
              <a:ext uri="{FF2B5EF4-FFF2-40B4-BE49-F238E27FC236}">
                <a16:creationId xmlns:a16="http://schemas.microsoft.com/office/drawing/2014/main" id="{DCF30ACD-3C7D-481E-9474-AF6F8CAAA797}"/>
              </a:ext>
            </a:extLst>
          </p:cNvPr>
          <p:cNvSpPr>
            <a:spLocks noChangeArrowheads="1"/>
          </p:cNvSpPr>
          <p:nvPr/>
        </p:nvSpPr>
        <p:spPr bwMode="auto">
          <a:xfrm>
            <a:off x="0" y="4604177"/>
            <a:ext cx="18473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4800"/>
          </a:p>
        </p:txBody>
      </p:sp>
      <p:sp>
        <p:nvSpPr>
          <p:cNvPr id="13" name="Rectangle 18">
            <a:extLst>
              <a:ext uri="{FF2B5EF4-FFF2-40B4-BE49-F238E27FC236}">
                <a16:creationId xmlns:a16="http://schemas.microsoft.com/office/drawing/2014/main" id="{E6465B76-6209-4577-956E-8C9A1986148F}"/>
              </a:ext>
            </a:extLst>
          </p:cNvPr>
          <p:cNvSpPr>
            <a:spLocks noChangeArrowheads="1"/>
          </p:cNvSpPr>
          <p:nvPr/>
        </p:nvSpPr>
        <p:spPr bwMode="auto">
          <a:xfrm>
            <a:off x="0" y="4094113"/>
            <a:ext cx="18473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800" b="0" i="0" u="none" strike="noStrike" cap="none" normalizeH="0" baseline="0">
                <a:ln>
                  <a:noFill/>
                </a:ln>
                <a:solidFill>
                  <a:schemeClr val="tx1"/>
                </a:solidFill>
                <a:effectLst/>
                <a:latin typeface="Arial" panose="020B0604020202020204" pitchFamily="34" charset="0"/>
              </a:rPr>
              <a:t/>
            </a:r>
            <a:br>
              <a:rPr kumimoji="0" lang="en-US" altLang="en-US" sz="4800" b="0" i="0" u="none" strike="noStrike" cap="none" normalizeH="0" baseline="0">
                <a:ln>
                  <a:noFill/>
                </a:ln>
                <a:solidFill>
                  <a:schemeClr val="tx1"/>
                </a:solidFill>
                <a:effectLst/>
                <a:latin typeface="Arial" panose="020B0604020202020204" pitchFamily="34" charset="0"/>
              </a:rPr>
            </a:br>
            <a:endParaRPr kumimoji="0" lang="en-US" altLang="en-US" sz="4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800" b="0" i="0" u="none" strike="noStrike" cap="none" normalizeH="0" baseline="0">
              <a:ln>
                <a:noFill/>
              </a:ln>
              <a:solidFill>
                <a:schemeClr val="tx1"/>
              </a:solidFill>
              <a:effectLst/>
              <a:latin typeface="Arial" panose="020B0604020202020204" pitchFamily="34" charset="0"/>
            </a:endParaRPr>
          </a:p>
        </p:txBody>
      </p:sp>
      <p:sp>
        <p:nvSpPr>
          <p:cNvPr id="15" name="Rectangle 20">
            <a:extLst>
              <a:ext uri="{FF2B5EF4-FFF2-40B4-BE49-F238E27FC236}">
                <a16:creationId xmlns:a16="http://schemas.microsoft.com/office/drawing/2014/main" id="{6A6DE079-7E20-4F2C-A7A5-374A1A90F70C}"/>
              </a:ext>
            </a:extLst>
          </p:cNvPr>
          <p:cNvSpPr>
            <a:spLocks noChangeArrowheads="1"/>
          </p:cNvSpPr>
          <p:nvPr/>
        </p:nvSpPr>
        <p:spPr bwMode="auto">
          <a:xfrm>
            <a:off x="0" y="6530370"/>
            <a:ext cx="18473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800" b="0" i="0" u="none" strike="noStrike" cap="none" normalizeH="0" baseline="0">
              <a:ln>
                <a:noFill/>
              </a:ln>
              <a:solidFill>
                <a:schemeClr val="tx1"/>
              </a:solidFill>
              <a:effectLst/>
              <a:latin typeface="Arial" panose="020B0604020202020204" pitchFamily="34" charset="0"/>
            </a:endParaRPr>
          </a:p>
        </p:txBody>
      </p:sp>
      <p:sp>
        <p:nvSpPr>
          <p:cNvPr id="19" name="Rectangle 25">
            <a:extLst>
              <a:ext uri="{FF2B5EF4-FFF2-40B4-BE49-F238E27FC236}">
                <a16:creationId xmlns:a16="http://schemas.microsoft.com/office/drawing/2014/main" id="{BD779682-9BF9-4F93-92C5-BAFC408CDC42}"/>
              </a:ext>
            </a:extLst>
          </p:cNvPr>
          <p:cNvSpPr>
            <a:spLocks noChangeArrowheads="1"/>
          </p:cNvSpPr>
          <p:nvPr/>
        </p:nvSpPr>
        <p:spPr bwMode="auto">
          <a:xfrm>
            <a:off x="0" y="5172075"/>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0" name="Rectangle 28">
            <a:extLst>
              <a:ext uri="{FF2B5EF4-FFF2-40B4-BE49-F238E27FC236}">
                <a16:creationId xmlns:a16="http://schemas.microsoft.com/office/drawing/2014/main" id="{0E2EA7CC-FA84-45C3-BD03-E13B29E57DB6}"/>
              </a:ext>
            </a:extLst>
          </p:cNvPr>
          <p:cNvSpPr>
            <a:spLocks noChangeArrowheads="1"/>
          </p:cNvSpPr>
          <p:nvPr/>
        </p:nvSpPr>
        <p:spPr bwMode="auto">
          <a:xfrm>
            <a:off x="0" y="5629275"/>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 name="Rectangle 29">
            <a:extLst>
              <a:ext uri="{FF2B5EF4-FFF2-40B4-BE49-F238E27FC236}">
                <a16:creationId xmlns:a16="http://schemas.microsoft.com/office/drawing/2014/main" id="{D0FB2A22-0334-475F-9B8F-238C7EFCC8AF}"/>
              </a:ext>
            </a:extLst>
          </p:cNvPr>
          <p:cNvSpPr>
            <a:spLocks noChangeArrowheads="1"/>
          </p:cNvSpPr>
          <p:nvPr/>
        </p:nvSpPr>
        <p:spPr bwMode="auto">
          <a:xfrm>
            <a:off x="0" y="668655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30">
            <a:extLst>
              <a:ext uri="{FF2B5EF4-FFF2-40B4-BE49-F238E27FC236}">
                <a16:creationId xmlns:a16="http://schemas.microsoft.com/office/drawing/2014/main" id="{C1CF5F1F-EFA8-4B3F-8F34-2CD4E6CDB454}"/>
              </a:ext>
            </a:extLst>
          </p:cNvPr>
          <p:cNvSpPr>
            <a:spLocks noChangeArrowheads="1"/>
          </p:cNvSpPr>
          <p:nvPr/>
        </p:nvSpPr>
        <p:spPr bwMode="auto">
          <a:xfrm>
            <a:off x="0" y="769620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 name="Snip Single Corner Rectangle 8">
            <a:extLst>
              <a:ext uri="{FF2B5EF4-FFF2-40B4-BE49-F238E27FC236}">
                <a16:creationId xmlns:a16="http://schemas.microsoft.com/office/drawing/2014/main" id="{3642CA2D-F9F4-4DBC-AB41-1C91B19FBAA8}"/>
              </a:ext>
            </a:extLst>
          </p:cNvPr>
          <p:cNvSpPr/>
          <p:nvPr/>
        </p:nvSpPr>
        <p:spPr>
          <a:xfrm>
            <a:off x="9372600" y="3276600"/>
            <a:ext cx="3482933" cy="4873166"/>
          </a:xfrm>
          <a:prstGeom prst="snip1Rect">
            <a:avLst/>
          </a:prstGeom>
          <a:solidFill>
            <a:schemeClr val="bg2"/>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4800" b="1" dirty="0">
                <a:solidFill>
                  <a:srgbClr val="000000"/>
                </a:solidFill>
                <a:effectLst/>
                <a:latin typeface="Tomaho"/>
                <a:ea typeface="Calibri" panose="020F0502020204030204" pitchFamily="34" charset="0"/>
                <a:cs typeface="Times New Roman" panose="02020603050405020304" pitchFamily="18" charset="0"/>
              </a:rPr>
              <a:t>1.1=1</a:t>
            </a:r>
            <a:endParaRPr lang="en-US" sz="4800" b="1" dirty="0">
              <a:effectLst/>
              <a:latin typeface="Tomaho"/>
              <a:ea typeface="Calibri" panose="020F0502020204030204" pitchFamily="34" charset="0"/>
              <a:cs typeface="Times New Roman" panose="02020603050405020304" pitchFamily="18" charset="0"/>
            </a:endParaRPr>
          </a:p>
          <a:p>
            <a:pPr algn="ctr">
              <a:lnSpc>
                <a:spcPct val="107000"/>
              </a:lnSpc>
              <a:spcAft>
                <a:spcPts val="800"/>
              </a:spcAft>
            </a:pPr>
            <a:r>
              <a:rPr lang="en-US" sz="4800" b="1" dirty="0">
                <a:solidFill>
                  <a:srgbClr val="000000"/>
                </a:solidFill>
                <a:effectLst/>
                <a:latin typeface="Tomaho"/>
                <a:ea typeface="Calibri" panose="020F0502020204030204" pitchFamily="34" charset="0"/>
                <a:cs typeface="Times New Roman" panose="02020603050405020304" pitchFamily="18" charset="0"/>
              </a:rPr>
              <a:t>2.1=2</a:t>
            </a:r>
            <a:endParaRPr lang="en-US" sz="4800" b="1" dirty="0">
              <a:effectLst/>
              <a:latin typeface="Tomaho"/>
              <a:ea typeface="Calibri" panose="020F0502020204030204" pitchFamily="34" charset="0"/>
              <a:cs typeface="Times New Roman" panose="02020603050405020304" pitchFamily="18" charset="0"/>
            </a:endParaRPr>
          </a:p>
          <a:p>
            <a:pPr algn="ctr">
              <a:lnSpc>
                <a:spcPct val="107000"/>
              </a:lnSpc>
              <a:spcAft>
                <a:spcPts val="800"/>
              </a:spcAft>
            </a:pPr>
            <a:r>
              <a:rPr lang="en-US" sz="4800" b="1" dirty="0">
                <a:solidFill>
                  <a:srgbClr val="000000"/>
                </a:solidFill>
                <a:effectLst/>
                <a:latin typeface="Tomaho"/>
                <a:ea typeface="Calibri" panose="020F0502020204030204" pitchFamily="34" charset="0"/>
                <a:cs typeface="Times New Roman" panose="02020603050405020304" pitchFamily="18" charset="0"/>
              </a:rPr>
              <a:t>3.1=3</a:t>
            </a:r>
            <a:endParaRPr lang="en-US" sz="4800" b="1" dirty="0">
              <a:effectLst/>
              <a:latin typeface="Tomaho"/>
              <a:ea typeface="Calibri" panose="020F0502020204030204" pitchFamily="34" charset="0"/>
              <a:cs typeface="Times New Roman" panose="02020603050405020304" pitchFamily="18" charset="0"/>
            </a:endParaRPr>
          </a:p>
          <a:p>
            <a:pPr algn="ctr">
              <a:lnSpc>
                <a:spcPct val="107000"/>
              </a:lnSpc>
              <a:spcAft>
                <a:spcPts val="800"/>
              </a:spcAft>
            </a:pPr>
            <a:r>
              <a:rPr lang="en-US" sz="4800" b="1" dirty="0">
                <a:solidFill>
                  <a:srgbClr val="000000"/>
                </a:solidFill>
                <a:effectLst/>
                <a:latin typeface="Tomaho"/>
                <a:ea typeface="Calibri" panose="020F0502020204030204" pitchFamily="34" charset="0"/>
                <a:cs typeface="Times New Roman" panose="02020603050405020304" pitchFamily="18" charset="0"/>
              </a:rPr>
              <a:t>4.1=4</a:t>
            </a:r>
            <a:endParaRPr lang="en-US" sz="4800" b="1" dirty="0">
              <a:effectLst/>
              <a:latin typeface="Tomaho"/>
              <a:ea typeface="Calibri" panose="020F0502020204030204" pitchFamily="34" charset="0"/>
              <a:cs typeface="Times New Roman" panose="02020603050405020304" pitchFamily="18" charset="0"/>
            </a:endParaRPr>
          </a:p>
          <a:p>
            <a:pPr algn="ctr">
              <a:lnSpc>
                <a:spcPct val="107000"/>
              </a:lnSpc>
              <a:spcAft>
                <a:spcPts val="800"/>
              </a:spcAft>
            </a:pPr>
            <a:r>
              <a:rPr lang="en-US" sz="4800" b="1" dirty="0">
                <a:solidFill>
                  <a:srgbClr val="000000"/>
                </a:solidFill>
                <a:effectLst/>
                <a:latin typeface="Tomaho"/>
                <a:ea typeface="Calibri" panose="020F0502020204030204" pitchFamily="34" charset="0"/>
                <a:cs typeface="Times New Roman" panose="02020603050405020304" pitchFamily="18" charset="0"/>
              </a:rPr>
              <a:t>…</a:t>
            </a:r>
            <a:endParaRPr lang="en-US" sz="4800" b="1" dirty="0">
              <a:effectLst/>
              <a:latin typeface="Tomaho"/>
              <a:ea typeface="Calibri" panose="020F0502020204030204" pitchFamily="34" charset="0"/>
              <a:cs typeface="Times New Roman" panose="02020603050405020304" pitchFamily="18" charset="0"/>
            </a:endParaRPr>
          </a:p>
          <a:p>
            <a:pPr algn="ctr">
              <a:lnSpc>
                <a:spcPct val="107000"/>
              </a:lnSpc>
              <a:spcAft>
                <a:spcPts val="800"/>
              </a:spcAft>
            </a:pPr>
            <a:r>
              <a:rPr lang="en-US" sz="4800" b="1" dirty="0">
                <a:effectLst/>
                <a:latin typeface="Tomaho"/>
                <a:ea typeface="Calibri" panose="020F0502020204030204" pitchFamily="34" charset="0"/>
                <a:cs typeface="Times New Roman" panose="02020603050405020304" pitchFamily="18" charset="0"/>
              </a:rPr>
              <a:t>…</a:t>
            </a:r>
          </a:p>
        </p:txBody>
      </p:sp>
      <p:sp>
        <p:nvSpPr>
          <p:cNvPr id="37" name="Rounded Rectangle 4">
            <a:extLst>
              <a:ext uri="{FF2B5EF4-FFF2-40B4-BE49-F238E27FC236}">
                <a16:creationId xmlns:a16="http://schemas.microsoft.com/office/drawing/2014/main" id="{C61B7B8E-C560-458E-B1FC-C4795E3A8B0C}"/>
              </a:ext>
            </a:extLst>
          </p:cNvPr>
          <p:cNvSpPr/>
          <p:nvPr/>
        </p:nvSpPr>
        <p:spPr>
          <a:xfrm>
            <a:off x="713509" y="10832306"/>
            <a:ext cx="22908491" cy="2121694"/>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07000"/>
              </a:lnSpc>
              <a:spcAft>
                <a:spcPts val="800"/>
              </a:spcAft>
              <a:tabLst>
                <a:tab pos="508635" algn="l"/>
              </a:tabLst>
            </a:pP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Mệnh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đề</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Có</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một</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số</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tự</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nhiên</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nhân</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với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1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không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bằng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chính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nó</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là</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phủ</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định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của</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mệnh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đề</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Mọi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số</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tự</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nhiên</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nhân</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với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1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đều</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bằng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chính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nó</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a:t>
            </a:r>
          </a:p>
        </p:txBody>
      </p:sp>
      <p:sp>
        <p:nvSpPr>
          <p:cNvPr id="4110" name="Rounded Rectangle 410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1" name="Rectangle 411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2" name="Rectangle 411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3" name="TextBox 411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4114" name="TextBox 411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3636418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down)">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909976" y="1981202"/>
                <a:ext cx="22427726" cy="3257638"/>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50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Viết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phủ</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định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sau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xác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định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tính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đúng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sai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nó</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m:rPr>
                        <m:nor/>
                      </m:rPr>
                      <a:rPr lang="en-US" b="1" i="1">
                        <a:solidFill>
                          <a:srgbClr val="FF0000"/>
                        </a:solidFill>
                        <a:latin typeface="Tahoma" panose="020B0604030504040204" pitchFamily="34" charset="0"/>
                        <a:ea typeface="Tahoma" panose="020B0604030504040204" pitchFamily="34" charset="0"/>
                        <a:cs typeface="Tahoma" panose="020B0604030504040204" pitchFamily="34" charset="0"/>
                      </a:rPr>
                      <m:t>P</m:t>
                    </m:r>
                    <m:r>
                      <m:rPr>
                        <m:nor/>
                      </m:rPr>
                      <a:rPr lang="en-US" b="1">
                        <a:solidFill>
                          <a:srgbClr val="FF0000"/>
                        </a:solidFill>
                        <a:latin typeface="Tahoma" panose="020B0604030504040204" pitchFamily="34" charset="0"/>
                        <a:ea typeface="Tahoma" panose="020B0604030504040204" pitchFamily="34" charset="0"/>
                        <a:cs typeface="Tahoma" panose="020B0604030504040204" pitchFamily="34" charset="0"/>
                      </a:rPr>
                      <m:t> :</m:t>
                    </m:r>
                    <m:r>
                      <m:rPr>
                        <m:nor/>
                      </m:rPr>
                      <a:rPr lang="en-US" b="1" i="0" smtClean="0">
                        <a:solidFill>
                          <a:srgbClr val="FF0000"/>
                        </a:solidFill>
                        <a:latin typeface="Tahoma" panose="020B0604030504040204" pitchFamily="34" charset="0"/>
                        <a:ea typeface="Tahoma" panose="020B0604030504040204" pitchFamily="34" charset="0"/>
                        <a:cs typeface="Tahoma" panose="020B0604030504040204" pitchFamily="34" charset="0"/>
                      </a:rPr>
                      <m:t> </m:t>
                    </m:r>
                    <m:r>
                      <m:rPr>
                        <m:nor/>
                      </m:rPr>
                      <a:rPr lang="en-US" b="1" smtClean="0">
                        <a:solidFill>
                          <a:srgbClr val="FF0000"/>
                        </a:solidFill>
                        <a:latin typeface="Tahoma" panose="020B0604030504040204" pitchFamily="34" charset="0"/>
                        <a:ea typeface="Tahoma" panose="020B0604030504040204" pitchFamily="34" charset="0"/>
                        <a:cs typeface="Tahoma" panose="020B0604030504040204" pitchFamily="34" charset="0"/>
                      </a:rPr>
                      <m:t>′′</m:t>
                    </m:r>
                    <m:r>
                      <a:rPr lang="en-US" b="1" i="1" smtClean="0">
                        <a:solidFill>
                          <a:srgbClr val="FF0000"/>
                        </a:solidFill>
                        <a:latin typeface="Cambria Math" panose="02040503050406030204" pitchFamily="18" charset="0"/>
                        <a:ea typeface="Tahoma" panose="020B0604030504040204" pitchFamily="34" charset="0"/>
                        <a:cs typeface="Tahoma" panose="020B0604030504040204" pitchFamily="34" charset="0"/>
                      </a:rPr>
                      <m:t> </m:t>
                    </m:r>
                    <m:r>
                      <a:rPr lang="en-US" b="1" i="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𝒙</m:t>
                    </m:r>
                    <m:r>
                      <m:rPr>
                        <m:nor/>
                      </m:rPr>
                      <a:rPr lang="en-US" b="1" i="0" smtClean="0">
                        <a:solidFill>
                          <a:srgbClr val="FF0000"/>
                        </a:solidFill>
                        <a:latin typeface="Cambria Math" panose="02040503050406030204" pitchFamily="18" charset="0"/>
                        <a:ea typeface="Cambria Math" panose="02040503050406030204" pitchFamily="18" charset="0"/>
                      </a:rPr>
                      <m:t> </m:t>
                    </m:r>
                    <m:r>
                      <m:rPr>
                        <m:nor/>
                      </m:rPr>
                      <a:rPr lang="en-US" b="1">
                        <a:solidFill>
                          <a:srgbClr val="FF0000"/>
                        </a:solidFill>
                        <a:latin typeface="Tahoma" panose="020B0604030504040204" pitchFamily="34" charset="0"/>
                        <a:ea typeface="Tahoma" panose="020B0604030504040204" pitchFamily="34" charset="0"/>
                        <a:cs typeface="Tahoma" panose="020B0604030504040204" pitchFamily="34" charset="0"/>
                      </a:rPr>
                      <m:t>∈ </m:t>
                    </m:r>
                    <m:r>
                      <m:rPr>
                        <m:nor/>
                      </m:rPr>
                      <a:rPr lang="en-US" b="1">
                        <a:solidFill>
                          <a:srgbClr val="FF0000"/>
                        </a:solidFill>
                        <a:latin typeface="Tahoma" panose="020B0604030504040204" pitchFamily="34" charset="0"/>
                        <a:ea typeface="Tahoma" panose="020B0604030504040204" pitchFamily="34" charset="0"/>
                        <a:cs typeface="Tahoma" panose="020B0604030504040204" pitchFamily="34" charset="0"/>
                      </a:rPr>
                      <m:t>R</m:t>
                    </m:r>
                    <m:r>
                      <m:rPr>
                        <m:nor/>
                      </m:rPr>
                      <a:rPr lang="en-US" b="1">
                        <a:solidFill>
                          <a:srgbClr val="FF0000"/>
                        </a:solidFill>
                        <a:latin typeface="Tahoma" panose="020B0604030504040204" pitchFamily="34" charset="0"/>
                        <a:ea typeface="Tahoma" panose="020B0604030504040204" pitchFamily="34" charset="0"/>
                        <a:cs typeface="Tahoma" panose="020B0604030504040204" pitchFamily="34" charset="0"/>
                      </a:rPr>
                      <m:t>,</m:t>
                    </m:r>
                    <m:r>
                      <a:rPr lang="en-US" b="1" i="1">
                        <a:solidFill>
                          <a:srgbClr val="FF0000"/>
                        </a:solidFill>
                        <a:latin typeface="Cambria Math" panose="02040503050406030204" pitchFamily="18" charset="0"/>
                        <a:ea typeface="Cambria Math" panose="02040503050406030204" pitchFamily="18" charset="0"/>
                      </a:rPr>
                      <m:t> </m:t>
                    </m:r>
                    <m:sSup>
                      <m:sSupPr>
                        <m:ctrlPr>
                          <a:rPr lang="en-US" b="1" i="1">
                            <a:solidFill>
                              <a:srgbClr val="FF0000"/>
                            </a:solidFill>
                            <a:latin typeface="Cambria Math" panose="02040503050406030204" pitchFamily="18" charset="0"/>
                            <a:ea typeface="Cambria Math" panose="02040503050406030204" pitchFamily="18" charset="0"/>
                          </a:rPr>
                        </m:ctrlPr>
                      </m:sSupPr>
                      <m:e>
                        <m:r>
                          <a:rPr lang="en-US" b="1" i="1">
                            <a:solidFill>
                              <a:srgbClr val="FF0000"/>
                            </a:solidFill>
                            <a:latin typeface="Cambria Math" panose="02040503050406030204" pitchFamily="18" charset="0"/>
                            <a:ea typeface="Cambria Math" panose="02040503050406030204" pitchFamily="18" charset="0"/>
                          </a:rPr>
                          <m:t> </m:t>
                        </m:r>
                        <m:r>
                          <a:rPr lang="en-US" b="1" i="1">
                            <a:solidFill>
                              <a:srgbClr val="FF0000"/>
                            </a:solidFill>
                            <a:latin typeface="Cambria Math" panose="02040503050406030204" pitchFamily="18" charset="0"/>
                            <a:ea typeface="Cambria Math" panose="02040503050406030204" pitchFamily="18" charset="0"/>
                          </a:rPr>
                          <m:t>𝒙</m:t>
                        </m:r>
                      </m:e>
                      <m:sup>
                        <m:r>
                          <a:rPr lang="en-US" b="1" i="1">
                            <a:solidFill>
                              <a:srgbClr val="FF0000"/>
                            </a:solidFill>
                            <a:latin typeface="Cambria Math" panose="02040503050406030204" pitchFamily="18" charset="0"/>
                            <a:ea typeface="Cambria Math" panose="02040503050406030204" pitchFamily="18" charset="0"/>
                          </a:rPr>
                          <m:t>𝟐</m:t>
                        </m:r>
                      </m:sup>
                    </m:sSup>
                    <m:r>
                      <m:rPr>
                        <m:nor/>
                      </m:rPr>
                      <a:rPr lang="en-US" b="1" i="0" smtClean="0">
                        <a:solidFill>
                          <a:srgbClr val="FF0000"/>
                        </a:solidFill>
                        <a:latin typeface="Cambria Math" panose="02040503050406030204" pitchFamily="18" charset="0"/>
                        <a:ea typeface="Cambria Math" panose="02040503050406030204" pitchFamily="18" charset="0"/>
                      </a:rPr>
                      <m:t> + 1 </m:t>
                    </m:r>
                    <m:r>
                      <m:rPr>
                        <m:nor/>
                      </m:rPr>
                      <a:rPr lang="en-US" b="1" i="0" smtClean="0">
                        <a:solidFill>
                          <a:srgbClr val="FF0000"/>
                        </a:solidFill>
                        <a:latin typeface="Tahoma" panose="020B0604030504040204" pitchFamily="34" charset="0"/>
                        <a:ea typeface="Tahoma" panose="020B0604030504040204" pitchFamily="34" charset="0"/>
                        <a:cs typeface="Tahoma" panose="020B0604030504040204" pitchFamily="34" charset="0"/>
                      </a:rPr>
                      <m:t>= </m:t>
                    </m:r>
                    <m:r>
                      <m:rPr>
                        <m:nor/>
                      </m:rPr>
                      <a:rPr lang="en-US" b="1">
                        <a:solidFill>
                          <a:srgbClr val="FF0000"/>
                        </a:solidFill>
                        <a:latin typeface="Tahoma" panose="020B0604030504040204" pitchFamily="34" charset="0"/>
                        <a:ea typeface="Tahoma" panose="020B0604030504040204" pitchFamily="34" charset="0"/>
                        <a:cs typeface="Tahoma" panose="020B0604030504040204" pitchFamily="34" charset="0"/>
                      </a:rPr>
                      <m:t>0</m:t>
                    </m:r>
                    <m:r>
                      <m:rPr>
                        <m:nor/>
                      </m:rP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m:t>”</m:t>
                    </m:r>
                    <m:r>
                      <a:rPr lang="en-US" b="1" i="1">
                        <a:solidFill>
                          <a:srgbClr val="FF0000"/>
                        </a:solidFill>
                        <a:latin typeface="Cambria Math" panose="02040503050406030204" pitchFamily="18" charset="0"/>
                        <a:ea typeface="Cambria Math" panose="02040503050406030204" pitchFamily="18" charset="0"/>
                      </a:rPr>
                      <m:t>.</m:t>
                    </m:r>
                  </m:oMath>
                </a14:m>
                <a:r>
                  <a:rPr lang="en-US" b="1" dirty="0">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909976" y="1981202"/>
                <a:ext cx="22427726" cy="3257638"/>
              </a:xfrm>
              <a:prstGeom prst="rect">
                <a:avLst/>
              </a:prstGeom>
              <a:blipFill>
                <a:blip r:embed="rId3"/>
                <a:stretch>
                  <a:fillRect l="-1195"/>
                </a:stretch>
              </a:blipFill>
              <a:ln>
                <a:solidFill>
                  <a:srgbClr val="00B0F0"/>
                </a:solidFill>
              </a:ln>
            </p:spPr>
            <p:txBody>
              <a:bodyPr/>
              <a:lstStyle/>
              <a:p>
                <a:r>
                  <a:rPr lang="en-US">
                    <a:noFill/>
                  </a:rPr>
                  <a:t> </a:t>
                </a:r>
              </a:p>
            </p:txBody>
          </p:sp>
        </mc:Fallback>
      </mc:AlternateContent>
      <p:grpSp>
        <p:nvGrpSpPr>
          <p:cNvPr id="5" name="Group 4">
            <a:extLst>
              <a:ext uri="{FF2B5EF4-FFF2-40B4-BE49-F238E27FC236}">
                <a16:creationId xmlns:a16="http://schemas.microsoft.com/office/drawing/2014/main" id="{EDDC5E2B-DF2C-4863-BD2C-84F70023CE26}"/>
              </a:ext>
            </a:extLst>
          </p:cNvPr>
          <p:cNvGrpSpPr/>
          <p:nvPr/>
        </p:nvGrpSpPr>
        <p:grpSpPr>
          <a:xfrm>
            <a:off x="152400" y="1828800"/>
            <a:ext cx="4061227" cy="1633138"/>
            <a:chOff x="22440" y="40926"/>
            <a:chExt cx="877807" cy="352425"/>
          </a:xfrm>
        </p:grpSpPr>
        <p:grpSp>
          <p:nvGrpSpPr>
            <p:cNvPr id="6" name="Group 5">
              <a:extLst>
                <a:ext uri="{FF2B5EF4-FFF2-40B4-BE49-F238E27FC236}">
                  <a16:creationId xmlns:a16="http://schemas.microsoft.com/office/drawing/2014/main" id="{D2B2D161-71D0-4231-82AF-6F43E5E2035B}"/>
                </a:ext>
              </a:extLst>
            </p:cNvPr>
            <p:cNvGrpSpPr/>
            <p:nvPr/>
          </p:nvGrpSpPr>
          <p:grpSpPr>
            <a:xfrm>
              <a:off x="22440" y="59287"/>
              <a:ext cx="850471" cy="159855"/>
              <a:chOff x="31572" y="60276"/>
              <a:chExt cx="1196628" cy="197828"/>
            </a:xfrm>
          </p:grpSpPr>
          <p:sp>
            <p:nvSpPr>
              <p:cNvPr id="9" name="Arrow: Pentagon 8">
                <a:extLst>
                  <a:ext uri="{FF2B5EF4-FFF2-40B4-BE49-F238E27FC236}">
                    <a16:creationId xmlns:a16="http://schemas.microsoft.com/office/drawing/2014/main" id="{77A43265-1186-429F-AAB7-FB9E94E2BF90}"/>
                  </a:ext>
                </a:extLst>
              </p:cNvPr>
              <p:cNvSpPr/>
              <p:nvPr/>
            </p:nvSpPr>
            <p:spPr>
              <a:xfrm>
                <a:off x="204585" y="62042"/>
                <a:ext cx="1023615" cy="19606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a:lnSpc>
                    <a:spcPct val="106000"/>
                  </a:lnSpc>
                  <a:spcAft>
                    <a:spcPts val="800"/>
                  </a:spcAft>
                </a:pPr>
                <a:r>
                  <a:rPr lang="en-US" sz="4800" b="1" kern="1200">
                    <a:solidFill>
                      <a:srgbClr val="0000CC"/>
                    </a:solidFill>
                    <a:effectLst/>
                    <a:latin typeface="Tahoma" panose="020B0604030504040204" pitchFamily="34" charset="0"/>
                    <a:ea typeface="Tahoma" panose="020B0604030504040204" pitchFamily="34" charset="0"/>
                    <a:cs typeface="Tahoma" panose="020B0604030504040204" pitchFamily="34" charset="0"/>
                  </a:rPr>
                  <a:t> </a:t>
                </a:r>
                <a:endParaRPr lang="en-US" sz="4800" b="1">
                  <a:effectLst/>
                  <a:latin typeface="Tahoma" panose="020B0604030504040204" pitchFamily="34" charset="0"/>
                  <a:ea typeface="Tahoma" panose="020B0604030504040204" pitchFamily="34" charset="0"/>
                  <a:cs typeface="Tahoma" panose="020B0604030504040204" pitchFamily="34" charset="0"/>
                </a:endParaRPr>
              </a:p>
            </p:txBody>
          </p:sp>
          <p:sp>
            <p:nvSpPr>
              <p:cNvPr id="10" name="Arrow: Chevron 9">
                <a:extLst>
                  <a:ext uri="{FF2B5EF4-FFF2-40B4-BE49-F238E27FC236}">
                    <a16:creationId xmlns:a16="http://schemas.microsoft.com/office/drawing/2014/main" id="{F1725225-2785-4484-963C-E27A2910F323}"/>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sp>
            <p:nvSpPr>
              <p:cNvPr id="11" name="Arrow: Chevron 10">
                <a:extLst>
                  <a:ext uri="{FF2B5EF4-FFF2-40B4-BE49-F238E27FC236}">
                    <a16:creationId xmlns:a16="http://schemas.microsoft.com/office/drawing/2014/main" id="{936C9376-F5AD-4185-910A-AA06081CACB6}"/>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sp>
          <p:nvSpPr>
            <p:cNvPr id="8" name="TextBox 56">
              <a:extLst>
                <a:ext uri="{FF2B5EF4-FFF2-40B4-BE49-F238E27FC236}">
                  <a16:creationId xmlns:a16="http://schemas.microsoft.com/office/drawing/2014/main" id="{DCA2B3A3-07E0-4966-91B5-DEF35623F7C0}"/>
                </a:ext>
              </a:extLst>
            </p:cNvPr>
            <p:cNvSpPr txBox="1"/>
            <p:nvPr/>
          </p:nvSpPr>
          <p:spPr>
            <a:xfrm>
              <a:off x="215650" y="40926"/>
              <a:ext cx="684597" cy="352425"/>
            </a:xfrm>
            <a:prstGeom prst="rect">
              <a:avLst/>
            </a:prstGeom>
            <a:noFill/>
          </p:spPr>
          <p:txBody>
            <a:bodyPr wrap="square">
              <a:noAutofit/>
            </a:bodyPr>
            <a:lstStyle/>
            <a:p>
              <a:pPr>
                <a:lnSpc>
                  <a:spcPct val="107000"/>
                </a:lnSpc>
                <a:spcAft>
                  <a:spcPts val="800"/>
                </a:spcAft>
              </a:pPr>
              <a:r>
                <a:rPr lang="en-US" sz="4800" b="1" kern="1200">
                  <a:solidFill>
                    <a:srgbClr val="0000CC"/>
                  </a:solidFill>
                  <a:effectLst/>
                  <a:latin typeface="Tahoma" panose="020B0604030504040204" pitchFamily="34" charset="0"/>
                  <a:ea typeface="Tahoma" panose="020B0604030504040204" pitchFamily="34" charset="0"/>
                  <a:cs typeface="Tahoma" panose="020B0604030504040204" pitchFamily="34" charset="0"/>
                </a:rPr>
                <a:t>Ví dụ 6.</a:t>
              </a:r>
              <a:endParaRPr lang="en-US" sz="4800" b="1">
                <a:effectLst/>
                <a:latin typeface="Tahoma" panose="020B0604030504040204" pitchFamily="34" charset="0"/>
                <a:ea typeface="Tahoma" panose="020B0604030504040204" pitchFamily="34" charset="0"/>
                <a:cs typeface="Tahoma" panose="020B0604030504040204" pitchFamily="34" charset="0"/>
              </a:endParaRPr>
            </a:p>
          </p:txBody>
        </p:sp>
      </p:grpSp>
      <p:sp>
        <p:nvSpPr>
          <p:cNvPr id="3" name="Rectangle 2">
            <a:extLst>
              <a:ext uri="{FF2B5EF4-FFF2-40B4-BE49-F238E27FC236}">
                <a16:creationId xmlns:a16="http://schemas.microsoft.com/office/drawing/2014/main" id="{FA5A54DD-7687-4DA2-B228-BD54DBD01E2B}"/>
              </a:ext>
            </a:extLst>
          </p:cNvPr>
          <p:cNvSpPr>
            <a:spLocks noChangeArrowheads="1"/>
          </p:cNvSpPr>
          <p:nvPr/>
        </p:nvSpPr>
        <p:spPr bwMode="auto">
          <a:xfrm>
            <a:off x="0" y="-415498"/>
            <a:ext cx="18473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mc:Choice xmlns:a14="http://schemas.microsoft.com/office/drawing/2010/main" Requires="a14">
          <p:sp>
            <p:nvSpPr>
              <p:cNvPr id="13" name="Rounded Rectangle 4">
                <a:extLst>
                  <a:ext uri="{FF2B5EF4-FFF2-40B4-BE49-F238E27FC236}">
                    <a16:creationId xmlns:a16="http://schemas.microsoft.com/office/drawing/2014/main" id="{6FB2B55F-247A-479C-81BC-D8A7084865C6}"/>
                  </a:ext>
                </a:extLst>
              </p:cNvPr>
              <p:cNvSpPr/>
              <p:nvPr/>
            </p:nvSpPr>
            <p:spPr>
              <a:xfrm>
                <a:off x="909976" y="6096001"/>
                <a:ext cx="22483425" cy="7315199"/>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Mệnh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đề</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i="1" dirty="0">
                    <a:solidFill>
                      <a:schemeClr val="tx1"/>
                    </a:solidFill>
                    <a:latin typeface="Tahoma" panose="020B0604030504040204" pitchFamily="34" charset="0"/>
                    <a:ea typeface="Tahoma" panose="020B0604030504040204" pitchFamily="34" charset="0"/>
                    <a:cs typeface="Tahoma" panose="020B0604030504040204" pitchFamily="34" charset="0"/>
                  </a:rPr>
                  <a:t>P</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có</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thể</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phát</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biểu</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là</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p>
              <a:p>
                <a:pPr>
                  <a:lnSpc>
                    <a:spcPct val="150000"/>
                  </a:lnSpc>
                </a:pP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Tồn</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tại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một</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số</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thực</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mà</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bình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phương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của</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nó</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cộng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với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1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bằng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0”. </a:t>
                </a:r>
              </a:p>
              <a:p>
                <a:pPr>
                  <a:lnSpc>
                    <a:spcPct val="150000"/>
                  </a:lnSpc>
                </a:pP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Phủ</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định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của</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mệnh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đề</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P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là</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m:rPr>
                        <m:nor/>
                      </m:rPr>
                      <a:rPr lang="en-US" sz="4400" b="1">
                        <a:solidFill>
                          <a:srgbClr val="FF0000"/>
                        </a:solidFill>
                        <a:latin typeface="Tahoma" panose="020B0604030504040204" pitchFamily="34" charset="0"/>
                        <a:ea typeface="Tahoma" panose="020B0604030504040204" pitchFamily="34" charset="0"/>
                        <a:cs typeface="Tahoma" panose="020B0604030504040204" pitchFamily="34" charset="0"/>
                      </a:rPr>
                      <m:t> ′′</m:t>
                    </m:r>
                    <m:r>
                      <a:rPr lang="en-US" sz="4400" b="1" smtClean="0">
                        <a:solidFill>
                          <a:srgbClr val="FF0000"/>
                        </a:solidFill>
                        <a:latin typeface="Cambria Math" panose="02040503050406030204" pitchFamily="18" charset="0"/>
                      </a:rPr>
                      <m:t>∀</m:t>
                    </m:r>
                    <m:r>
                      <a:rPr lang="en-US" sz="4400" b="1" i="1">
                        <a:solidFill>
                          <a:srgbClr val="FF0000"/>
                        </a:solidFill>
                        <a:latin typeface="Cambria Math" panose="02040503050406030204" pitchFamily="18" charset="0"/>
                        <a:ea typeface="Cambria Math" panose="02040503050406030204" pitchFamily="18" charset="0"/>
                      </a:rPr>
                      <m:t>𝒙</m:t>
                    </m:r>
                    <m:r>
                      <m:rPr>
                        <m:nor/>
                      </m:rPr>
                      <a:rPr lang="en-US" sz="4400" b="1">
                        <a:solidFill>
                          <a:srgbClr val="FF0000"/>
                        </a:solidFill>
                        <a:latin typeface="Cambria Math" panose="02040503050406030204" pitchFamily="18" charset="0"/>
                        <a:ea typeface="Cambria Math" panose="02040503050406030204" pitchFamily="18" charset="0"/>
                      </a:rPr>
                      <m:t> </m:t>
                    </m:r>
                    <m:r>
                      <m:rPr>
                        <m:nor/>
                      </m:rPr>
                      <a:rPr lang="en-US" sz="4400" b="1">
                        <a:solidFill>
                          <a:srgbClr val="FF0000"/>
                        </a:solidFill>
                        <a:latin typeface="Tahoma" panose="020B0604030504040204" pitchFamily="34" charset="0"/>
                        <a:ea typeface="Tahoma" panose="020B0604030504040204" pitchFamily="34" charset="0"/>
                        <a:cs typeface="Tahoma" panose="020B0604030504040204" pitchFamily="34" charset="0"/>
                      </a:rPr>
                      <m:t>∈ </m:t>
                    </m:r>
                    <m:r>
                      <m:rPr>
                        <m:nor/>
                      </m:rPr>
                      <a:rPr lang="en-US" sz="4400" b="1">
                        <a:solidFill>
                          <a:srgbClr val="FF0000"/>
                        </a:solidFill>
                        <a:latin typeface="Tahoma" panose="020B0604030504040204" pitchFamily="34" charset="0"/>
                        <a:ea typeface="Tahoma" panose="020B0604030504040204" pitchFamily="34" charset="0"/>
                        <a:cs typeface="Tahoma" panose="020B0604030504040204" pitchFamily="34" charset="0"/>
                      </a:rPr>
                      <m:t>R</m:t>
                    </m:r>
                    <m:r>
                      <m:rPr>
                        <m:nor/>
                      </m:rPr>
                      <a:rPr lang="en-US" sz="4400" b="1">
                        <a:solidFill>
                          <a:srgbClr val="FF0000"/>
                        </a:solidFill>
                        <a:latin typeface="Tahoma" panose="020B0604030504040204" pitchFamily="34" charset="0"/>
                        <a:ea typeface="Tahoma" panose="020B0604030504040204" pitchFamily="34" charset="0"/>
                        <a:cs typeface="Tahoma" panose="020B0604030504040204" pitchFamily="34" charset="0"/>
                      </a:rPr>
                      <m:t>,</m:t>
                    </m:r>
                    <m:r>
                      <a:rPr lang="en-US" sz="4400" b="1" i="1">
                        <a:solidFill>
                          <a:srgbClr val="FF0000"/>
                        </a:solidFill>
                        <a:latin typeface="Cambria Math" panose="02040503050406030204" pitchFamily="18" charset="0"/>
                        <a:ea typeface="Cambria Math" panose="02040503050406030204" pitchFamily="18" charset="0"/>
                      </a:rPr>
                      <m:t> </m:t>
                    </m:r>
                    <m:sSup>
                      <m:sSupPr>
                        <m:ctrlPr>
                          <a:rPr lang="en-US" sz="4400" b="1" i="1">
                            <a:solidFill>
                              <a:srgbClr val="FF0000"/>
                            </a:solidFill>
                            <a:latin typeface="Cambria Math" panose="02040503050406030204" pitchFamily="18" charset="0"/>
                            <a:ea typeface="Cambria Math" panose="02040503050406030204" pitchFamily="18" charset="0"/>
                          </a:rPr>
                        </m:ctrlPr>
                      </m:sSupPr>
                      <m:e>
                        <m:r>
                          <a:rPr lang="en-US" sz="4400" b="1" i="1">
                            <a:solidFill>
                              <a:srgbClr val="FF0000"/>
                            </a:solidFill>
                            <a:latin typeface="Cambria Math" panose="02040503050406030204" pitchFamily="18" charset="0"/>
                            <a:ea typeface="Cambria Math" panose="02040503050406030204" pitchFamily="18" charset="0"/>
                          </a:rPr>
                          <m:t> </m:t>
                        </m:r>
                        <m:r>
                          <a:rPr lang="en-US" sz="4400" b="1" i="1">
                            <a:solidFill>
                              <a:srgbClr val="FF0000"/>
                            </a:solidFill>
                            <a:latin typeface="Cambria Math" panose="02040503050406030204" pitchFamily="18" charset="0"/>
                            <a:ea typeface="Cambria Math" panose="02040503050406030204" pitchFamily="18" charset="0"/>
                          </a:rPr>
                          <m:t>𝒙</m:t>
                        </m:r>
                      </m:e>
                      <m:sup>
                        <m:r>
                          <a:rPr lang="en-US" sz="4400" b="1" i="1">
                            <a:solidFill>
                              <a:srgbClr val="FF0000"/>
                            </a:solidFill>
                            <a:latin typeface="Cambria Math" panose="02040503050406030204" pitchFamily="18" charset="0"/>
                            <a:ea typeface="Cambria Math" panose="02040503050406030204" pitchFamily="18" charset="0"/>
                          </a:rPr>
                          <m:t>𝟐</m:t>
                        </m:r>
                      </m:sup>
                    </m:sSup>
                    <m:r>
                      <m:rPr>
                        <m:nor/>
                      </m:rPr>
                      <a:rPr lang="en-US" sz="4400" b="1">
                        <a:solidFill>
                          <a:srgbClr val="FF0000"/>
                        </a:solidFill>
                        <a:latin typeface="Cambria Math" panose="02040503050406030204" pitchFamily="18" charset="0"/>
                        <a:ea typeface="Cambria Math" panose="02040503050406030204" pitchFamily="18" charset="0"/>
                      </a:rPr>
                      <m:t> + 1</m:t>
                    </m:r>
                    <m:r>
                      <a:rPr lang="en-US" sz="4400" b="1" smtClean="0">
                        <a:solidFill>
                          <a:srgbClr val="FF0000"/>
                        </a:solidFill>
                        <a:latin typeface="Cambria Math" panose="02040503050406030204" pitchFamily="18" charset="0"/>
                      </a:rPr>
                      <m:t>≠</m:t>
                    </m:r>
                    <m:r>
                      <m:rPr>
                        <m:nor/>
                      </m:rPr>
                      <a:rPr lang="en-US" sz="4400" b="1">
                        <a:solidFill>
                          <a:srgbClr val="FF0000"/>
                        </a:solidFill>
                        <a:latin typeface="Tahoma" panose="020B0604030504040204" pitchFamily="34" charset="0"/>
                        <a:ea typeface="Tahoma" panose="020B0604030504040204" pitchFamily="34" charset="0"/>
                        <a:cs typeface="Tahoma" panose="020B0604030504040204" pitchFamily="34" charset="0"/>
                      </a:rPr>
                      <m:t>0</m:t>
                    </m:r>
                    <m:r>
                      <m:rPr>
                        <m:nor/>
                      </m:rP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m:t>”</m:t>
                    </m:r>
                    <m:r>
                      <a:rPr lang="en-US" sz="4400" b="1" i="1">
                        <a:solidFill>
                          <a:srgbClr val="FF0000"/>
                        </a:solidFill>
                        <a:latin typeface="Cambria Math" panose="02040503050406030204" pitchFamily="18" charset="0"/>
                        <a:ea typeface="Cambria Math" panose="02040503050406030204" pitchFamily="18" charset="0"/>
                      </a:rPr>
                      <m:t>.</m:t>
                    </m:r>
                  </m:oMath>
                </a14:m>
                <a:r>
                  <a:rPr lang="en-US" sz="4400" b="1" dirty="0">
                    <a:latin typeface="Tahoma" panose="020B0604030504040204" pitchFamily="34" charset="0"/>
                    <a:ea typeface="Tahoma" panose="020B0604030504040204" pitchFamily="34" charset="0"/>
                    <a:cs typeface="Tahoma" panose="020B0604030504040204" pitchFamily="34" charset="0"/>
                  </a:rPr>
                  <a:t> </a:t>
                </a:r>
                <a:endPar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Không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tồn</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tại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một</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số</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thực</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mà</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bình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phương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của</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nó</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cộng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với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1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bằng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0”,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tức</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là</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Mọi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số</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thực</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đều</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có</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bình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phương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cộng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với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1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khác</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0</a:t>
                </a:r>
                <a:r>
                  <a:rPr lang="en-US" sz="4400" b="1"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smtClean="0">
                    <a:solidFill>
                      <a:schemeClr val="tx1"/>
                    </a:solidFill>
                    <a:latin typeface="Tahoma" panose="020B0604030504040204" pitchFamily="34" charset="0"/>
                    <a:ea typeface="Tahoma" panose="020B0604030504040204" pitchFamily="34" charset="0"/>
                    <a:cs typeface="Tahoma" panose="020B0604030504040204" pitchFamily="34" charset="0"/>
                  </a:rPr>
                  <a:t>Là</a:t>
                </a:r>
                <a:r>
                  <a:rPr lang="en-US" sz="4400" b="1"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smtClean="0">
                    <a:solidFill>
                      <a:schemeClr val="tx1"/>
                    </a:solidFill>
                    <a:latin typeface="Tahoma" panose="020B0604030504040204" pitchFamily="34" charset="0"/>
                    <a:ea typeface="Tahoma" panose="020B0604030504040204" pitchFamily="34" charset="0"/>
                    <a:cs typeface="Tahoma" panose="020B0604030504040204" pitchFamily="34" charset="0"/>
                  </a:rPr>
                  <a:t>mệnh</a:t>
                </a:r>
                <a:r>
                  <a:rPr lang="en-US" sz="4400" b="1"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smtClean="0">
                    <a:solidFill>
                      <a:schemeClr val="tx1"/>
                    </a:solidFill>
                    <a:latin typeface="Tahoma" panose="020B0604030504040204" pitchFamily="34" charset="0"/>
                    <a:ea typeface="Tahoma" panose="020B0604030504040204" pitchFamily="34" charset="0"/>
                    <a:cs typeface="Tahoma" panose="020B0604030504040204" pitchFamily="34" charset="0"/>
                  </a:rPr>
                  <a:t>đề</a:t>
                </a:r>
                <a:r>
                  <a:rPr lang="en-US" sz="4400" b="1"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smtClean="0">
                    <a:solidFill>
                      <a:schemeClr val="tx1"/>
                    </a:solidFill>
                    <a:latin typeface="Tahoma" panose="020B0604030504040204" pitchFamily="34" charset="0"/>
                    <a:ea typeface="Tahoma" panose="020B0604030504040204" pitchFamily="34" charset="0"/>
                    <a:cs typeface="Tahoma" panose="020B0604030504040204" pitchFamily="34" charset="0"/>
                  </a:rPr>
                  <a:t>đúng</a:t>
                </a:r>
                <a:r>
                  <a:rPr lang="en-US" sz="4400" b="1" dirty="0" smtClean="0">
                    <a:solidFill>
                      <a:schemeClr val="tx1"/>
                    </a:solidFill>
                    <a:latin typeface="Tahoma" panose="020B0604030504040204" pitchFamily="34" charset="0"/>
                    <a:ea typeface="Tahoma" panose="020B0604030504040204" pitchFamily="34" charset="0"/>
                    <a:cs typeface="Tahoma" panose="020B0604030504040204" pitchFamily="34" charset="0"/>
                  </a:rPr>
                  <a:t>.</a:t>
                </a:r>
                <a:endPar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Tahoma" panose="020B0604030504040204" pitchFamily="34" charset="0"/>
                    <a:ea typeface="Tahoma" panose="020B0604030504040204" pitchFamily="34" charset="0"/>
                    <a:cs typeface="Tahoma" panose="020B0604030504040204" pitchFamily="34" charset="0"/>
                  </a:rPr>
                  <a:t> </a:t>
                </a:r>
              </a:p>
            </p:txBody>
          </p:sp>
        </mc:Choice>
        <mc:Fallback>
          <p:sp>
            <p:nvSpPr>
              <p:cNvPr id="13" name="Rounded Rectangle 4">
                <a:extLst>
                  <a:ext uri="{FF2B5EF4-FFF2-40B4-BE49-F238E27FC236}">
                    <a16:creationId xmlns:a16="http://schemas.microsoft.com/office/drawing/2014/main" id="{6FB2B55F-247A-479C-81BC-D8A7084865C6}"/>
                  </a:ext>
                </a:extLst>
              </p:cNvPr>
              <p:cNvSpPr>
                <a:spLocks noRot="1" noChangeAspect="1" noMove="1" noResize="1" noEditPoints="1" noAdjustHandles="1" noChangeArrowheads="1" noChangeShapeType="1" noTextEdit="1"/>
              </p:cNvSpPr>
              <p:nvPr/>
            </p:nvSpPr>
            <p:spPr>
              <a:xfrm>
                <a:off x="909976" y="6096001"/>
                <a:ext cx="22483425" cy="7315199"/>
              </a:xfrm>
              <a:prstGeom prst="roundRect">
                <a:avLst>
                  <a:gd name="adj" fmla="val 2239"/>
                </a:avLst>
              </a:prstGeom>
              <a:blipFill>
                <a:blip r:embed="rId4"/>
                <a:stretch>
                  <a:fillRect l="-757"/>
                </a:stretch>
              </a:blipFill>
              <a:ln w="19050">
                <a:solidFill>
                  <a:schemeClr val="accent6">
                    <a:lumMod val="50000"/>
                  </a:schemeClr>
                </a:solidFill>
              </a:ln>
              <a:effectLst>
                <a:innerShdw blurRad="114300">
                  <a:prstClr val="black"/>
                </a:innerShdw>
              </a:effectLst>
            </p:spPr>
            <p:txBody>
              <a:bodyPr/>
              <a:lstStyle/>
              <a:p>
                <a:r>
                  <a:rPr lang="en-US">
                    <a:noFill/>
                  </a:rPr>
                  <a:t> </a:t>
                </a:r>
              </a:p>
            </p:txBody>
          </p:sp>
        </mc:Fallback>
      </mc:AlternateContent>
      <p:grpSp>
        <p:nvGrpSpPr>
          <p:cNvPr id="19" name="Group 18">
            <a:extLst>
              <a:ext uri="{FF2B5EF4-FFF2-40B4-BE49-F238E27FC236}">
                <a16:creationId xmlns:a16="http://schemas.microsoft.com/office/drawing/2014/main" id="{26410B46-345E-4102-A939-C36B10189213}"/>
              </a:ext>
            </a:extLst>
          </p:cNvPr>
          <p:cNvGrpSpPr/>
          <p:nvPr/>
        </p:nvGrpSpPr>
        <p:grpSpPr>
          <a:xfrm>
            <a:off x="1524000" y="5715000"/>
            <a:ext cx="3725766" cy="828000"/>
            <a:chOff x="1275608" y="6322796"/>
            <a:chExt cx="3572909" cy="828631"/>
          </a:xfrm>
        </p:grpSpPr>
        <p:sp>
          <p:nvSpPr>
            <p:cNvPr id="20" name="Freeform 20">
              <a:extLst>
                <a:ext uri="{FF2B5EF4-FFF2-40B4-BE49-F238E27FC236}">
                  <a16:creationId xmlns:a16="http://schemas.microsoft.com/office/drawing/2014/main" id="{17C05C86-93CE-4C93-B594-2E8F2F6290BC}"/>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1" name="TextBox 20">
              <a:extLst>
                <a:ext uri="{FF2B5EF4-FFF2-40B4-BE49-F238E27FC236}">
                  <a16:creationId xmlns:a16="http://schemas.microsoft.com/office/drawing/2014/main" id="{04E349BD-11C8-40F5-BC13-F567A1C07F03}"/>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22" name="Round Diagonal Corner Rectangle 8">
              <a:extLst>
                <a:ext uri="{FF2B5EF4-FFF2-40B4-BE49-F238E27FC236}">
                  <a16:creationId xmlns:a16="http://schemas.microsoft.com/office/drawing/2014/main" id="{9EC9B394-8BEB-4CF0-A465-F79958A92841}"/>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3" name="Freeform 9">
              <a:extLst>
                <a:ext uri="{FF2B5EF4-FFF2-40B4-BE49-F238E27FC236}">
                  <a16:creationId xmlns:a16="http://schemas.microsoft.com/office/drawing/2014/main" id="{934FE71D-1F40-4B28-9D0C-56087A9CE827}"/>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24" name="Rectangle 23">
            <a:extLst>
              <a:ext uri="{FF2B5EF4-FFF2-40B4-BE49-F238E27FC236}">
                <a16:creationId xmlns:a16="http://schemas.microsoft.com/office/drawing/2014/main" id="{48A0502A-5DE9-40E4-9FFD-F6616E1F674A}"/>
              </a:ext>
            </a:extLst>
          </p:cNvPr>
          <p:cNvSpPr/>
          <p:nvPr/>
        </p:nvSpPr>
        <p:spPr>
          <a:xfrm>
            <a:off x="1657572" y="8686800"/>
            <a:ext cx="21126227" cy="1097629"/>
          </a:xfrm>
          <a:prstGeom prst="rect">
            <a:avLst/>
          </a:prstGeom>
        </p:spPr>
        <p:txBody>
          <a:bodyPr wrap="square">
            <a:spAutoFit/>
          </a:bodyPr>
          <a:lstStyle/>
          <a:p>
            <a:endParaRPr lang="en-US" sz="4800" b="1" dirty="0">
              <a:latin typeface="Tahoma" panose="020B0604030504040204" pitchFamily="34" charset="0"/>
              <a:ea typeface="Tahoma" panose="020B0604030504040204" pitchFamily="34" charset="0"/>
              <a:cs typeface="Tahoma" panose="020B0604030504040204" pitchFamily="34" charset="0"/>
            </a:endParaRP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2063215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arn(inVertical)">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down)">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nodePh="1">
                                  <p:stCondLst>
                                    <p:cond delay="0"/>
                                  </p:stCondLst>
                                  <p:endCondLst>
                                    <p:cond evt="begin" delay="0">
                                      <p:tn val="20"/>
                                    </p:cond>
                                  </p:endCondLst>
                                  <p:childTnLst>
                                    <p:set>
                                      <p:cBhvr>
                                        <p:cTn id="21" dur="1" fill="hold">
                                          <p:stCondLst>
                                            <p:cond delay="0"/>
                                          </p:stCondLst>
                                        </p:cTn>
                                        <p:tgtEl>
                                          <p:spTgt spid="24"/>
                                        </p:tgtEl>
                                        <p:attrNameLst>
                                          <p:attrName>style.visibility</p:attrName>
                                        </p:attrNameLst>
                                      </p:cBhvr>
                                      <p:to>
                                        <p:strVal val="visible"/>
                                      </p:to>
                                    </p:set>
                                    <p:animEffect transition="in" filter="wipe(left)">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3" grpId="0" animBg="1"/>
      <p:bldP spid="2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909975" y="2133600"/>
                <a:ext cx="22483425" cy="7304272"/>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lnSpc>
                    <a:spcPct val="150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Trong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tiết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học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môn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Toán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Nam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phát</a:t>
                </a: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biểu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Mọi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thực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khác</a:t>
                </a:r>
                <a:r>
                  <a:rPr lang="en-US" b="1" dirty="0">
                    <a:latin typeface="Tahoma" panose="020B0604030504040204" pitchFamily="34" charset="0"/>
                    <a:ea typeface="Tahoma" panose="020B0604030504040204" pitchFamily="34" charset="0"/>
                    <a:cs typeface="Tahoma" panose="020B0604030504040204" pitchFamily="34" charset="0"/>
                  </a:rPr>
                  <a:t> 1”.</a:t>
                </a:r>
              </a:p>
              <a:p>
                <a:pPr marL="0" indent="0">
                  <a:lnSpc>
                    <a:spcPct val="150000"/>
                  </a:lnSpc>
                  <a:spcBef>
                    <a:spcPts val="0"/>
                  </a:spcBef>
                  <a:buNone/>
                </a:pP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Mai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phát</a:t>
                </a: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biểu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một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thực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bằng</a:t>
                </a:r>
                <a:r>
                  <a:rPr lang="en-US" b="1" dirty="0">
                    <a:latin typeface="Tahoma" panose="020B0604030504040204" pitchFamily="34" charset="0"/>
                    <a:ea typeface="Tahoma" panose="020B0604030504040204" pitchFamily="34" charset="0"/>
                    <a:cs typeface="Tahoma" panose="020B0604030504040204" pitchFamily="34" charset="0"/>
                  </a:rPr>
                  <a:t> 1”.</a:t>
                </a:r>
              </a:p>
              <a:p>
                <a:pPr marL="0" indent="0">
                  <a:lnSpc>
                    <a:spcPct val="150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a) </a:t>
                </a:r>
                <a:r>
                  <a:rPr lang="en-US" b="1" dirty="0" err="1">
                    <a:latin typeface="Tahoma" panose="020B0604030504040204" pitchFamily="34" charset="0"/>
                    <a:ea typeface="Tahoma" panose="020B0604030504040204" pitchFamily="34" charset="0"/>
                    <a:cs typeface="Tahoma" panose="020B0604030504040204" pitchFamily="34" charset="0"/>
                  </a:rPr>
                  <a:t>Hãy</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biết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bạn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nào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phát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biểu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đúng</a:t>
                </a:r>
                <a:r>
                  <a:rPr lang="en-US" b="1" dirty="0">
                    <a:latin typeface="Tahoma" panose="020B0604030504040204" pitchFamily="34" charset="0"/>
                    <a:ea typeface="Tahoma" panose="020B0604030504040204" pitchFamily="34" charset="0"/>
                    <a:cs typeface="Tahoma" panose="020B0604030504040204" pitchFamily="34" charset="0"/>
                  </a:rPr>
                  <a:t>.</a:t>
                </a:r>
              </a:p>
              <a:p>
                <a:pPr marL="0" indent="0">
                  <a:lnSpc>
                    <a:spcPct val="150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b) </a:t>
                </a:r>
                <a:r>
                  <a:rPr lang="en-US" b="1" dirty="0" err="1">
                    <a:latin typeface="Tahoma" panose="020B0604030504040204" pitchFamily="34" charset="0"/>
                    <a:ea typeface="Tahoma" panose="020B0604030504040204" pitchFamily="34" charset="0"/>
                    <a:cs typeface="Tahoma" panose="020B0604030504040204" pitchFamily="34" charset="0"/>
                  </a:rPr>
                  <a:t>Dùng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kí</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hiệu</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mbria Math" panose="02040503050406030204" pitchFamily="18" charset="0"/>
                      </a:rPr>
                      <m:t>∀,∃</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để</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viết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lại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các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phát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biểu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Nam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Mai </a:t>
                </a:r>
                <a:r>
                  <a:rPr lang="en-US" b="1" dirty="0" err="1">
                    <a:latin typeface="Tahoma" panose="020B0604030504040204" pitchFamily="34" charset="0"/>
                    <a:ea typeface="Tahoma" panose="020B0604030504040204" pitchFamily="34" charset="0"/>
                    <a:cs typeface="Tahoma" panose="020B0604030504040204" pitchFamily="34" charset="0"/>
                  </a:rPr>
                  <a:t>dưới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dạng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a:t>
                </a:r>
              </a:p>
              <a:p>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909975" y="2133600"/>
                <a:ext cx="22483425" cy="7304272"/>
              </a:xfrm>
              <a:prstGeom prst="rect">
                <a:avLst/>
              </a:prstGeom>
              <a:blipFill>
                <a:blip r:embed="rId3"/>
                <a:stretch>
                  <a:fillRect l="-1192" r="-596" b="-2750"/>
                </a:stretch>
              </a:blipFill>
              <a:ln>
                <a:solidFill>
                  <a:srgbClr val="00B0F0"/>
                </a:solidFill>
              </a:ln>
            </p:spPr>
            <p:txBody>
              <a:bodyPr/>
              <a:lstStyle/>
              <a:p>
                <a:r>
                  <a:rPr lang="en-US">
                    <a:noFill/>
                  </a:rPr>
                  <a:t> </a:t>
                </a:r>
              </a:p>
            </p:txBody>
          </p:sp>
        </mc:Fallback>
      </mc:AlternateContent>
      <p:grpSp>
        <p:nvGrpSpPr>
          <p:cNvPr id="4" name="Group 3">
            <a:extLst>
              <a:ext uri="{FF2B5EF4-FFF2-40B4-BE49-F238E27FC236}">
                <a16:creationId xmlns:a16="http://schemas.microsoft.com/office/drawing/2014/main" id="{20F06738-1F4A-447A-B413-7D8670A28016}"/>
              </a:ext>
            </a:extLst>
          </p:cNvPr>
          <p:cNvGrpSpPr/>
          <p:nvPr/>
        </p:nvGrpSpPr>
        <p:grpSpPr>
          <a:xfrm>
            <a:off x="152402" y="1752600"/>
            <a:ext cx="5714998" cy="828008"/>
            <a:chOff x="22440" y="41627"/>
            <a:chExt cx="979782" cy="201232"/>
          </a:xfrm>
        </p:grpSpPr>
        <p:grpSp>
          <p:nvGrpSpPr>
            <p:cNvPr id="5" name="Group 4">
              <a:extLst>
                <a:ext uri="{FF2B5EF4-FFF2-40B4-BE49-F238E27FC236}">
                  <a16:creationId xmlns:a16="http://schemas.microsoft.com/office/drawing/2014/main" id="{C85F3FFC-4835-4928-AD3F-4F6A2DE05BCD}"/>
                </a:ext>
              </a:extLst>
            </p:cNvPr>
            <p:cNvGrpSpPr/>
            <p:nvPr/>
          </p:nvGrpSpPr>
          <p:grpSpPr>
            <a:xfrm>
              <a:off x="22440" y="59288"/>
              <a:ext cx="940674" cy="158481"/>
              <a:chOff x="31572" y="60276"/>
              <a:chExt cx="1323546" cy="196127"/>
            </a:xfrm>
          </p:grpSpPr>
          <p:sp>
            <p:nvSpPr>
              <p:cNvPr id="8" name="Arrow: Pentagon 7">
                <a:extLst>
                  <a:ext uri="{FF2B5EF4-FFF2-40B4-BE49-F238E27FC236}">
                    <a16:creationId xmlns:a16="http://schemas.microsoft.com/office/drawing/2014/main" id="{DF5565DD-3264-43CC-9D3B-8B21BC91CBEE}"/>
                  </a:ext>
                </a:extLst>
              </p:cNvPr>
              <p:cNvSpPr/>
              <p:nvPr/>
            </p:nvSpPr>
            <p:spPr>
              <a:xfrm>
                <a:off x="186242" y="60276"/>
                <a:ext cx="1168876" cy="19606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a:lnSpc>
                    <a:spcPct val="106000"/>
                  </a:lnSpc>
                  <a:spcAft>
                    <a:spcPts val="800"/>
                  </a:spcAft>
                </a:pPr>
                <a:r>
                  <a:rPr lang="en-US" sz="10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b="1">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9" name="Arrow: Chevron 8">
                <a:extLst>
                  <a:ext uri="{FF2B5EF4-FFF2-40B4-BE49-F238E27FC236}">
                    <a16:creationId xmlns:a16="http://schemas.microsoft.com/office/drawing/2014/main" id="{681CCE10-09FC-4EA8-B3DD-F3466669D5B3}"/>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endParaRPr lang="en-US" b="1"/>
              </a:p>
            </p:txBody>
          </p:sp>
          <p:sp>
            <p:nvSpPr>
              <p:cNvPr id="10" name="Arrow: Chevron 9">
                <a:extLst>
                  <a:ext uri="{FF2B5EF4-FFF2-40B4-BE49-F238E27FC236}">
                    <a16:creationId xmlns:a16="http://schemas.microsoft.com/office/drawing/2014/main" id="{23513F1E-7E7E-45A4-8BD3-31BAC2A867B5}"/>
                  </a:ext>
                </a:extLst>
              </p:cNvPr>
              <p:cNvSpPr/>
              <p:nvPr/>
            </p:nvSpPr>
            <p:spPr>
              <a:xfrm>
                <a:off x="116273" y="60276"/>
                <a:ext cx="315984" cy="196062"/>
              </a:xfrm>
              <a:prstGeom prst="chevron">
                <a:avLst/>
              </a:prstGeom>
              <a:solidFill>
                <a:srgbClr val="FFC000"/>
              </a:solidFill>
              <a:ln w="12700" cap="flat" cmpd="sng" algn="ctr">
                <a:noFill/>
                <a:prstDash val="solid"/>
                <a:miter lim="800000"/>
              </a:ln>
              <a:effectLst/>
            </p:spPr>
            <p:txBody>
              <a:bodyPr rtlCol="0" anchor="ctr"/>
              <a:lstStyle/>
              <a:p>
                <a:endParaRPr lang="en-US" b="1"/>
              </a:p>
            </p:txBody>
          </p:sp>
        </p:grpSp>
        <p:sp>
          <p:nvSpPr>
            <p:cNvPr id="6" name="TextBox 56">
              <a:extLst>
                <a:ext uri="{FF2B5EF4-FFF2-40B4-BE49-F238E27FC236}">
                  <a16:creationId xmlns:a16="http://schemas.microsoft.com/office/drawing/2014/main" id="{A9750165-E408-4EA8-A412-ECD1D7F2A121}"/>
                </a:ext>
              </a:extLst>
            </p:cNvPr>
            <p:cNvSpPr txBox="1"/>
            <p:nvPr/>
          </p:nvSpPr>
          <p:spPr>
            <a:xfrm>
              <a:off x="269309" y="41627"/>
              <a:ext cx="732913" cy="201232"/>
            </a:xfrm>
            <a:prstGeom prst="rect">
              <a:avLst/>
            </a:prstGeom>
            <a:noFill/>
          </p:spPr>
          <p:txBody>
            <a:bodyPr wrap="square">
              <a:noAutofit/>
            </a:bodyPr>
            <a:lstStyle/>
            <a:p>
              <a:pPr>
                <a:lnSpc>
                  <a:spcPct val="107000"/>
                </a:lnSpc>
                <a:spcAft>
                  <a:spcPts val="800"/>
                </a:spcAft>
              </a:pPr>
              <a:r>
                <a:rPr lang="en-US" sz="4800" b="1" kern="1200" dirty="0" err="1">
                  <a:solidFill>
                    <a:srgbClr val="0000CC"/>
                  </a:solidFill>
                  <a:effectLst/>
                  <a:latin typeface="Tahoma" panose="020B0604030504040204" pitchFamily="34" charset="0"/>
                  <a:ea typeface="Tahoma" panose="020B0604030504040204" pitchFamily="34" charset="0"/>
                  <a:cs typeface="Tahoma" panose="020B0604030504040204" pitchFamily="34" charset="0"/>
                </a:rPr>
                <a:t>Luyện</a:t>
              </a:r>
              <a:r>
                <a:rPr lang="en-US" sz="4800" b="1" kern="1200" dirty="0">
                  <a:solidFill>
                    <a:srgbClr val="0000CC"/>
                  </a:solidFill>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solidFill>
                    <a:srgbClr val="0000CC"/>
                  </a:solidFill>
                  <a:effectLst/>
                  <a:latin typeface="Tahoma" panose="020B0604030504040204" pitchFamily="34" charset="0"/>
                  <a:ea typeface="Tahoma" panose="020B0604030504040204" pitchFamily="34" charset="0"/>
                  <a:cs typeface="Tahoma" panose="020B0604030504040204" pitchFamily="34" charset="0"/>
                </a:rPr>
                <a:t>tập</a:t>
              </a:r>
              <a:r>
                <a:rPr lang="en-US" sz="4800" b="1" kern="1200" dirty="0">
                  <a:solidFill>
                    <a:srgbClr val="0000CC"/>
                  </a:solidFill>
                  <a:effectLst/>
                  <a:latin typeface="Tahoma" panose="020B0604030504040204" pitchFamily="34" charset="0"/>
                  <a:ea typeface="Tahoma" panose="020B0604030504040204" pitchFamily="34" charset="0"/>
                  <a:cs typeface="Tahoma" panose="020B0604030504040204" pitchFamily="34" charset="0"/>
                </a:rPr>
                <a:t> 6.</a:t>
              </a:r>
              <a:endParaRPr lang="en-US" sz="4800" b="1" dirty="0">
                <a:effectLst/>
                <a:latin typeface="Tahoma" panose="020B0604030504040204" pitchFamily="34" charset="0"/>
                <a:ea typeface="Tahoma" panose="020B0604030504040204" pitchFamily="34" charset="0"/>
                <a:cs typeface="Tahoma" panose="020B0604030504040204" pitchFamily="34" charset="0"/>
              </a:endParaRPr>
            </a:p>
          </p:txBody>
        </p:sp>
      </p:grpSp>
      <p:sp>
        <p:nvSpPr>
          <p:cNvPr id="12" name="Rectangle 5">
            <a:extLst>
              <a:ext uri="{FF2B5EF4-FFF2-40B4-BE49-F238E27FC236}">
                <a16:creationId xmlns:a16="http://schemas.microsoft.com/office/drawing/2014/main" id="{0C727D43-D01C-4CC7-91D7-0D24DD11EA26}"/>
              </a:ext>
            </a:extLst>
          </p:cNvPr>
          <p:cNvSpPr>
            <a:spLocks noChangeArrowheads="1"/>
          </p:cNvSpPr>
          <p:nvPr/>
        </p:nvSpPr>
        <p:spPr bwMode="auto">
          <a:xfrm>
            <a:off x="0" y="-377026"/>
            <a:ext cx="184731"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b="1"/>
          </a:p>
        </p:txBody>
      </p:sp>
      <mc:AlternateContent xmlns:mc="http://schemas.openxmlformats.org/markup-compatibility/2006" xmlns:a14="http://schemas.microsoft.com/office/drawing/2010/main">
        <mc:Choice Requires="a14">
          <p:sp>
            <p:nvSpPr>
              <p:cNvPr id="11" name="Rounded Rectangle 4">
                <a:extLst>
                  <a:ext uri="{FF2B5EF4-FFF2-40B4-BE49-F238E27FC236}">
                    <a16:creationId xmlns:a16="http://schemas.microsoft.com/office/drawing/2014/main" id="{00D056B7-88CE-4846-AF4A-ED83502F9767}"/>
                  </a:ext>
                </a:extLst>
              </p:cNvPr>
              <p:cNvSpPr/>
              <p:nvPr/>
            </p:nvSpPr>
            <p:spPr>
              <a:xfrm>
                <a:off x="909977" y="10134600"/>
                <a:ext cx="22483424" cy="2872405"/>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a)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Bạn</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Mai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phát</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biểu</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đúng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do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tồn</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tại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số</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thực</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solidFill>
                          <a:schemeClr val="tx1"/>
                        </a:solidFill>
                        <a:latin typeface="Cambria Math" panose="02040503050406030204" pitchFamily="18" charset="0"/>
                      </a:rPr>
                      <m:t>𝒙</m:t>
                    </m:r>
                    <m:r>
                      <a:rPr lang="en-US" sz="4400" b="1" i="1">
                        <a:solidFill>
                          <a:schemeClr val="tx1"/>
                        </a:solidFill>
                        <a:latin typeface="Cambria Math" panose="02040503050406030204" pitchFamily="18" charset="0"/>
                      </a:rPr>
                      <m:t>=</m:t>
                    </m:r>
                    <m:r>
                      <a:rPr lang="en-US" sz="4400" b="1" i="1">
                        <a:solidFill>
                          <a:schemeClr val="tx1"/>
                        </a:solidFill>
                        <a:latin typeface="Cambria Math" panose="02040503050406030204" pitchFamily="18" charset="0"/>
                      </a:rPr>
                      <m:t>𝟏</m:t>
                    </m:r>
                  </m:oMath>
                </a14:m>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để</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400" b="1" i="1">
                            <a:solidFill>
                              <a:schemeClr val="tx1"/>
                            </a:solidFill>
                            <a:latin typeface="Cambria Math" panose="02040503050406030204" pitchFamily="18" charset="0"/>
                          </a:rPr>
                        </m:ctrlPr>
                      </m:sSupPr>
                      <m:e>
                        <m:r>
                          <a:rPr lang="en-US" sz="4400" b="1" i="1">
                            <a:solidFill>
                              <a:schemeClr val="tx1"/>
                            </a:solidFill>
                            <a:latin typeface="Cambria Math" panose="02040503050406030204" pitchFamily="18" charset="0"/>
                          </a:rPr>
                          <m:t>𝒙</m:t>
                        </m:r>
                      </m:e>
                      <m:sup>
                        <m:r>
                          <a:rPr lang="en-US" sz="4400" b="1" i="1">
                            <a:solidFill>
                              <a:schemeClr val="tx1"/>
                            </a:solidFill>
                            <a:latin typeface="Cambria Math" panose="02040503050406030204" pitchFamily="18" charset="0"/>
                          </a:rPr>
                          <m:t>𝟐</m:t>
                        </m:r>
                      </m:sup>
                    </m:sSup>
                    <m:r>
                      <a:rPr lang="en-US" sz="4400" b="1" i="1">
                        <a:solidFill>
                          <a:schemeClr val="tx1"/>
                        </a:solidFill>
                        <a:latin typeface="Cambria Math" panose="02040503050406030204" pitchFamily="18" charset="0"/>
                      </a:rPr>
                      <m:t>=</m:t>
                    </m:r>
                    <m:r>
                      <a:rPr lang="en-US" sz="4400" b="1" i="1">
                        <a:solidFill>
                          <a:schemeClr val="tx1"/>
                        </a:solidFill>
                        <a:latin typeface="Cambria Math" panose="02040503050406030204" pitchFamily="18" charset="0"/>
                      </a:rPr>
                      <m:t>𝟏</m:t>
                    </m:r>
                    <m:r>
                      <a:rPr lang="en-US" sz="4400" b="1" i="1">
                        <a:solidFill>
                          <a:schemeClr val="tx1"/>
                        </a:solidFill>
                        <a:latin typeface="Cambria Math" panose="02040503050406030204" pitchFamily="18" charset="0"/>
                      </a:rPr>
                      <m:t>.</m:t>
                    </m:r>
                  </m:oMath>
                </a14:m>
                <a:endPar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b)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Phát</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biểu</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của</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Nam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dưới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dạng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mệnh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đề</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a:t>
                </a:r>
                <a14:m>
                  <m:oMath xmlns:m="http://schemas.openxmlformats.org/officeDocument/2006/math">
                    <m:r>
                      <a:rPr lang="en-US" sz="4400" b="1">
                        <a:solidFill>
                          <a:schemeClr val="tx1"/>
                        </a:solidFill>
                        <a:latin typeface="Cambria Math" panose="02040503050406030204" pitchFamily="18" charset="0"/>
                      </a:rPr>
                      <m:t> </m:t>
                    </m:r>
                    <m:r>
                      <a:rPr lang="en-US" sz="4400" b="1" i="1">
                        <a:solidFill>
                          <a:schemeClr val="tx1"/>
                        </a:solidFill>
                        <a:latin typeface="Cambria Math" panose="02040503050406030204" pitchFamily="18" charset="0"/>
                      </a:rPr>
                      <m:t>𝑷</m:t>
                    </m:r>
                    <m:r>
                      <a:rPr lang="en-US" sz="4400" b="1">
                        <a:solidFill>
                          <a:schemeClr val="tx1"/>
                        </a:solidFill>
                        <a:latin typeface="Cambria Math" panose="02040503050406030204" pitchFamily="18" charset="0"/>
                      </a:rPr>
                      <m:t>:"∀</m:t>
                    </m:r>
                    <m:r>
                      <a:rPr lang="en-US" sz="4400" b="1" i="1">
                        <a:solidFill>
                          <a:schemeClr val="tx1"/>
                        </a:solidFill>
                        <a:latin typeface="Cambria Math" panose="02040503050406030204" pitchFamily="18" charset="0"/>
                      </a:rPr>
                      <m:t>𝒙</m:t>
                    </m:r>
                    <m:r>
                      <a:rPr lang="en-US" sz="4400" b="1">
                        <a:solidFill>
                          <a:schemeClr val="tx1"/>
                        </a:solidFill>
                        <a:latin typeface="Cambria Math" panose="02040503050406030204" pitchFamily="18" charset="0"/>
                      </a:rPr>
                      <m:t>∈</m:t>
                    </m:r>
                    <m:r>
                      <a:rPr lang="en-US" sz="4400" b="1">
                        <a:solidFill>
                          <a:schemeClr val="tx1"/>
                        </a:solidFill>
                        <a:latin typeface="Cambria Math" panose="02040503050406030204" pitchFamily="18" charset="0"/>
                      </a:rPr>
                      <m:t>ℝ</m:t>
                    </m:r>
                    <m:r>
                      <a:rPr lang="en-US" sz="4400" b="1">
                        <a:solidFill>
                          <a:schemeClr val="tx1"/>
                        </a:solidFill>
                        <a:latin typeface="Cambria Math" panose="02040503050406030204" pitchFamily="18" charset="0"/>
                      </a:rPr>
                      <m:t>,</m:t>
                    </m:r>
                    <m:sSup>
                      <m:sSupPr>
                        <m:ctrlPr>
                          <a:rPr lang="en-US" sz="4400" b="1" i="1">
                            <a:solidFill>
                              <a:schemeClr val="tx1"/>
                            </a:solidFill>
                            <a:latin typeface="Cambria Math" panose="02040503050406030204" pitchFamily="18" charset="0"/>
                          </a:rPr>
                        </m:ctrlPr>
                      </m:sSupPr>
                      <m:e>
                        <m:r>
                          <a:rPr lang="en-US" sz="4400" b="1" i="1">
                            <a:solidFill>
                              <a:schemeClr val="tx1"/>
                            </a:solidFill>
                            <a:latin typeface="Cambria Math" panose="02040503050406030204" pitchFamily="18" charset="0"/>
                          </a:rPr>
                          <m:t>𝒙</m:t>
                        </m:r>
                      </m:e>
                      <m:sup>
                        <m:r>
                          <a:rPr lang="en-US" sz="4400" b="1" i="1">
                            <a:solidFill>
                              <a:schemeClr val="tx1"/>
                            </a:solidFill>
                            <a:latin typeface="Cambria Math" panose="02040503050406030204" pitchFamily="18" charset="0"/>
                          </a:rPr>
                          <m:t>𝟐</m:t>
                        </m:r>
                      </m:sup>
                    </m:sSup>
                    <m:r>
                      <a:rPr lang="en-US" sz="4400" b="1">
                        <a:solidFill>
                          <a:schemeClr val="tx1"/>
                        </a:solidFill>
                        <a:latin typeface="Cambria Math" panose="02040503050406030204" pitchFamily="18" charset="0"/>
                      </a:rPr>
                      <m:t>≠</m:t>
                    </m:r>
                    <m:r>
                      <a:rPr lang="en-US" sz="4400" b="1" i="1">
                        <a:solidFill>
                          <a:schemeClr val="tx1"/>
                        </a:solidFill>
                        <a:latin typeface="Cambria Math" panose="02040503050406030204" pitchFamily="18" charset="0"/>
                      </a:rPr>
                      <m:t>𝟏</m:t>
                    </m:r>
                    <m:r>
                      <a:rPr lang="en-US" sz="4400" b="1">
                        <a:solidFill>
                          <a:schemeClr val="tx1"/>
                        </a:solidFill>
                        <a:latin typeface="Cambria Math" panose="02040503050406030204" pitchFamily="18" charset="0"/>
                      </a:rPr>
                      <m:t>"</m:t>
                    </m:r>
                  </m:oMath>
                </a14:m>
                <a:endPar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1" name="Rounded Rectangle 4">
                <a:extLst>
                  <a:ext uri="{FF2B5EF4-FFF2-40B4-BE49-F238E27FC236}">
                    <a16:creationId xmlns:a16="http://schemas.microsoft.com/office/drawing/2014/main" id="{00D056B7-88CE-4846-AF4A-ED83502F9767}"/>
                  </a:ext>
                </a:extLst>
              </p:cNvPr>
              <p:cNvSpPr>
                <a:spLocks noRot="1" noChangeAspect="1" noMove="1" noResize="1" noEditPoints="1" noAdjustHandles="1" noChangeArrowheads="1" noChangeShapeType="1" noTextEdit="1"/>
              </p:cNvSpPr>
              <p:nvPr/>
            </p:nvSpPr>
            <p:spPr>
              <a:xfrm>
                <a:off x="909977" y="10134600"/>
                <a:ext cx="22483424" cy="2872405"/>
              </a:xfrm>
              <a:prstGeom prst="roundRect">
                <a:avLst>
                  <a:gd name="adj" fmla="val 2239"/>
                </a:avLst>
              </a:prstGeom>
              <a:blipFill>
                <a:blip r:embed="rId4"/>
                <a:stretch>
                  <a:fillRect l="-893"/>
                </a:stretch>
              </a:blipFill>
              <a:ln w="19050">
                <a:solidFill>
                  <a:schemeClr val="accent6">
                    <a:lumMod val="50000"/>
                  </a:schemeClr>
                </a:solidFill>
              </a:ln>
              <a:effectLst>
                <a:innerShdw blurRad="114300">
                  <a:prstClr val="black"/>
                </a:innerShdw>
              </a:effectLst>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F9F6899A-0777-49FD-84C7-3B973E8AEC33}"/>
              </a:ext>
            </a:extLst>
          </p:cNvPr>
          <p:cNvGrpSpPr/>
          <p:nvPr/>
        </p:nvGrpSpPr>
        <p:grpSpPr>
          <a:xfrm>
            <a:off x="1447800" y="9753600"/>
            <a:ext cx="3657395" cy="828000"/>
            <a:chOff x="1275608" y="6322796"/>
            <a:chExt cx="3572909" cy="828631"/>
          </a:xfrm>
        </p:grpSpPr>
        <p:sp>
          <p:nvSpPr>
            <p:cNvPr id="14" name="Freeform 20">
              <a:extLst>
                <a:ext uri="{FF2B5EF4-FFF2-40B4-BE49-F238E27FC236}">
                  <a16:creationId xmlns:a16="http://schemas.microsoft.com/office/drawing/2014/main" id="{C92E54DD-3CFA-4A90-8AAC-E35CB5931147}"/>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5" name="TextBox 14">
              <a:extLst>
                <a:ext uri="{FF2B5EF4-FFF2-40B4-BE49-F238E27FC236}">
                  <a16:creationId xmlns:a16="http://schemas.microsoft.com/office/drawing/2014/main" id="{4142FA3A-14DE-4A69-8FB9-0594F63F9B3F}"/>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16" name="Round Diagonal Corner Rectangle 8">
              <a:extLst>
                <a:ext uri="{FF2B5EF4-FFF2-40B4-BE49-F238E27FC236}">
                  <a16:creationId xmlns:a16="http://schemas.microsoft.com/office/drawing/2014/main" id="{AA9AD89D-BB8C-4116-A729-B7FCF97A38CD}"/>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7" name="Freeform 9">
              <a:extLst>
                <a:ext uri="{FF2B5EF4-FFF2-40B4-BE49-F238E27FC236}">
                  <a16:creationId xmlns:a16="http://schemas.microsoft.com/office/drawing/2014/main" id="{690BEC04-D548-40B5-B4D4-060D9F5904AD}"/>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391051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6" presetClass="entr" presetSubtype="16" fill="hold" grpId="0" nodeType="afterEffect">
                                  <p:stCondLst>
                                    <p:cond delay="0"/>
                                  </p:stCondLst>
                                  <p:childTnLst>
                                    <p:set>
                                      <p:cBhvr>
                                        <p:cTn id="9" dur="1" fill="hold">
                                          <p:stCondLst>
                                            <p:cond delay="0"/>
                                          </p:stCondLst>
                                        </p:cTn>
                                        <p:tgtEl>
                                          <p:spTgt spid="99"/>
                                        </p:tgtEl>
                                        <p:attrNameLst>
                                          <p:attrName>style.visibility</p:attrName>
                                        </p:attrNameLst>
                                      </p:cBhvr>
                                      <p:to>
                                        <p:strVal val="visible"/>
                                      </p:to>
                                    </p:set>
                                    <p:animEffect transition="in" filter="circle(in)">
                                      <p:cBhvr>
                                        <p:cTn id="10" dur="2000"/>
                                        <p:tgtEl>
                                          <p:spTgt spid="99"/>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arn(inVertical)">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down)">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762000" y="2209800"/>
                <a:ext cx="22828402" cy="7287947"/>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lnSpc>
                    <a:spcPct val="150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Trong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tiết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học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môn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Toán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Nam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phát</a:t>
                </a: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biểu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Mọi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thực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khác</a:t>
                </a:r>
                <a:r>
                  <a:rPr lang="en-US" b="1" dirty="0">
                    <a:latin typeface="Tahoma" panose="020B0604030504040204" pitchFamily="34" charset="0"/>
                    <a:ea typeface="Tahoma" panose="020B0604030504040204" pitchFamily="34" charset="0"/>
                    <a:cs typeface="Tahoma" panose="020B0604030504040204" pitchFamily="34" charset="0"/>
                  </a:rPr>
                  <a:t> 1”.</a:t>
                </a:r>
              </a:p>
              <a:p>
                <a:pPr marL="0" indent="0">
                  <a:lnSpc>
                    <a:spcPct val="150000"/>
                  </a:lnSpc>
                  <a:spcBef>
                    <a:spcPts val="0"/>
                  </a:spcBef>
                  <a:buNone/>
                </a:pP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Mai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phát</a:t>
                </a: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biểu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một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thực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bằng</a:t>
                </a:r>
                <a:r>
                  <a:rPr lang="en-US" b="1" dirty="0">
                    <a:latin typeface="Tahoma" panose="020B0604030504040204" pitchFamily="34" charset="0"/>
                    <a:ea typeface="Tahoma" panose="020B0604030504040204" pitchFamily="34" charset="0"/>
                    <a:cs typeface="Tahoma" panose="020B0604030504040204" pitchFamily="34" charset="0"/>
                  </a:rPr>
                  <a:t> 1”.</a:t>
                </a:r>
              </a:p>
              <a:p>
                <a:pPr marL="0" indent="0">
                  <a:lnSpc>
                    <a:spcPct val="150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a) </a:t>
                </a:r>
                <a:r>
                  <a:rPr lang="en-US" b="1" dirty="0" err="1">
                    <a:latin typeface="Tahoma" panose="020B0604030504040204" pitchFamily="34" charset="0"/>
                    <a:ea typeface="Tahoma" panose="020B0604030504040204" pitchFamily="34" charset="0"/>
                    <a:cs typeface="Tahoma" panose="020B0604030504040204" pitchFamily="34" charset="0"/>
                  </a:rPr>
                  <a:t>Hãy</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biết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bạn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nào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phát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biểu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đúng</a:t>
                </a:r>
                <a:r>
                  <a:rPr lang="en-US" b="1" dirty="0">
                    <a:latin typeface="Tahoma" panose="020B0604030504040204" pitchFamily="34" charset="0"/>
                    <a:ea typeface="Tahoma" panose="020B0604030504040204" pitchFamily="34" charset="0"/>
                    <a:cs typeface="Tahoma" panose="020B0604030504040204" pitchFamily="34" charset="0"/>
                  </a:rPr>
                  <a:t>.</a:t>
                </a:r>
              </a:p>
              <a:p>
                <a:pPr marL="0" indent="0">
                  <a:lnSpc>
                    <a:spcPct val="150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b) </a:t>
                </a:r>
                <a:r>
                  <a:rPr lang="en-US" b="1" dirty="0" err="1">
                    <a:latin typeface="Tahoma" panose="020B0604030504040204" pitchFamily="34" charset="0"/>
                    <a:ea typeface="Tahoma" panose="020B0604030504040204" pitchFamily="34" charset="0"/>
                    <a:cs typeface="Tahoma" panose="020B0604030504040204" pitchFamily="34" charset="0"/>
                  </a:rPr>
                  <a:t>Dùng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kí</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hiệu</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ea typeface="Cambria Math" panose="02040503050406030204" pitchFamily="18" charset="0"/>
                      </a:rPr>
                      <m:t>∀,∃</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để</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viết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lại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các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phát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biểu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Nam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Mai </a:t>
                </a:r>
                <a:r>
                  <a:rPr lang="en-US" b="1" dirty="0" err="1">
                    <a:latin typeface="Tahoma" panose="020B0604030504040204" pitchFamily="34" charset="0"/>
                    <a:ea typeface="Tahoma" panose="020B0604030504040204" pitchFamily="34" charset="0"/>
                    <a:cs typeface="Tahoma" panose="020B0604030504040204" pitchFamily="34" charset="0"/>
                  </a:rPr>
                  <a:t>dưới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dạng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a:t>
                </a:r>
              </a:p>
              <a:p>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762000" y="2209800"/>
                <a:ext cx="22828402" cy="7287947"/>
              </a:xfrm>
              <a:prstGeom prst="rect">
                <a:avLst/>
              </a:prstGeom>
              <a:blipFill>
                <a:blip r:embed="rId3"/>
                <a:stretch>
                  <a:fillRect l="-1174" b="-2924"/>
                </a:stretch>
              </a:blipFill>
              <a:ln>
                <a:solidFill>
                  <a:srgbClr val="00B0F0"/>
                </a:solidFill>
              </a:ln>
            </p:spPr>
            <p:txBody>
              <a:bodyPr/>
              <a:lstStyle/>
              <a:p>
                <a:r>
                  <a:rPr lang="en-US">
                    <a:noFill/>
                  </a:rPr>
                  <a:t> </a:t>
                </a:r>
              </a:p>
            </p:txBody>
          </p:sp>
        </mc:Fallback>
      </mc:AlternateContent>
      <p:grpSp>
        <p:nvGrpSpPr>
          <p:cNvPr id="4" name="Group 3">
            <a:extLst>
              <a:ext uri="{FF2B5EF4-FFF2-40B4-BE49-F238E27FC236}">
                <a16:creationId xmlns:a16="http://schemas.microsoft.com/office/drawing/2014/main" id="{20F06738-1F4A-447A-B413-7D8670A28016}"/>
              </a:ext>
            </a:extLst>
          </p:cNvPr>
          <p:cNvGrpSpPr/>
          <p:nvPr/>
        </p:nvGrpSpPr>
        <p:grpSpPr>
          <a:xfrm>
            <a:off x="152400" y="1838991"/>
            <a:ext cx="5714998" cy="828008"/>
            <a:chOff x="22440" y="41627"/>
            <a:chExt cx="979782" cy="201232"/>
          </a:xfrm>
        </p:grpSpPr>
        <p:grpSp>
          <p:nvGrpSpPr>
            <p:cNvPr id="5" name="Group 4">
              <a:extLst>
                <a:ext uri="{FF2B5EF4-FFF2-40B4-BE49-F238E27FC236}">
                  <a16:creationId xmlns:a16="http://schemas.microsoft.com/office/drawing/2014/main" id="{C85F3FFC-4835-4928-AD3F-4F6A2DE05BCD}"/>
                </a:ext>
              </a:extLst>
            </p:cNvPr>
            <p:cNvGrpSpPr/>
            <p:nvPr/>
          </p:nvGrpSpPr>
          <p:grpSpPr>
            <a:xfrm>
              <a:off x="22440" y="59288"/>
              <a:ext cx="940674" cy="158481"/>
              <a:chOff x="31572" y="60276"/>
              <a:chExt cx="1323546" cy="196127"/>
            </a:xfrm>
          </p:grpSpPr>
          <p:sp>
            <p:nvSpPr>
              <p:cNvPr id="8" name="Arrow: Pentagon 7">
                <a:extLst>
                  <a:ext uri="{FF2B5EF4-FFF2-40B4-BE49-F238E27FC236}">
                    <a16:creationId xmlns:a16="http://schemas.microsoft.com/office/drawing/2014/main" id="{DF5565DD-3264-43CC-9D3B-8B21BC91CBEE}"/>
                  </a:ext>
                </a:extLst>
              </p:cNvPr>
              <p:cNvSpPr/>
              <p:nvPr/>
            </p:nvSpPr>
            <p:spPr>
              <a:xfrm>
                <a:off x="186242" y="60276"/>
                <a:ext cx="1168876" cy="196062"/>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a:lnSpc>
                    <a:spcPct val="106000"/>
                  </a:lnSpc>
                  <a:spcAft>
                    <a:spcPts val="800"/>
                  </a:spcAft>
                </a:pPr>
                <a:r>
                  <a:rPr lang="en-US" sz="1000" b="1" kern="120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b="1">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9" name="Arrow: Chevron 8">
                <a:extLst>
                  <a:ext uri="{FF2B5EF4-FFF2-40B4-BE49-F238E27FC236}">
                    <a16:creationId xmlns:a16="http://schemas.microsoft.com/office/drawing/2014/main" id="{681CCE10-09FC-4EA8-B3DD-F3466669D5B3}"/>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endParaRPr lang="en-US" b="1"/>
              </a:p>
            </p:txBody>
          </p:sp>
          <p:sp>
            <p:nvSpPr>
              <p:cNvPr id="10" name="Arrow: Chevron 9">
                <a:extLst>
                  <a:ext uri="{FF2B5EF4-FFF2-40B4-BE49-F238E27FC236}">
                    <a16:creationId xmlns:a16="http://schemas.microsoft.com/office/drawing/2014/main" id="{23513F1E-7E7E-45A4-8BD3-31BAC2A867B5}"/>
                  </a:ext>
                </a:extLst>
              </p:cNvPr>
              <p:cNvSpPr/>
              <p:nvPr/>
            </p:nvSpPr>
            <p:spPr>
              <a:xfrm>
                <a:off x="116273" y="60276"/>
                <a:ext cx="315984" cy="196062"/>
              </a:xfrm>
              <a:prstGeom prst="chevron">
                <a:avLst/>
              </a:prstGeom>
              <a:solidFill>
                <a:srgbClr val="FFC000"/>
              </a:solidFill>
              <a:ln w="12700" cap="flat" cmpd="sng" algn="ctr">
                <a:noFill/>
                <a:prstDash val="solid"/>
                <a:miter lim="800000"/>
              </a:ln>
              <a:effectLst/>
            </p:spPr>
            <p:txBody>
              <a:bodyPr rtlCol="0" anchor="ctr"/>
              <a:lstStyle/>
              <a:p>
                <a:endParaRPr lang="en-US" b="1"/>
              </a:p>
            </p:txBody>
          </p:sp>
        </p:grpSp>
        <p:sp>
          <p:nvSpPr>
            <p:cNvPr id="6" name="TextBox 56">
              <a:extLst>
                <a:ext uri="{FF2B5EF4-FFF2-40B4-BE49-F238E27FC236}">
                  <a16:creationId xmlns:a16="http://schemas.microsoft.com/office/drawing/2014/main" id="{A9750165-E408-4EA8-A412-ECD1D7F2A121}"/>
                </a:ext>
              </a:extLst>
            </p:cNvPr>
            <p:cNvSpPr txBox="1"/>
            <p:nvPr/>
          </p:nvSpPr>
          <p:spPr>
            <a:xfrm>
              <a:off x="269309" y="41627"/>
              <a:ext cx="732913" cy="201232"/>
            </a:xfrm>
            <a:prstGeom prst="rect">
              <a:avLst/>
            </a:prstGeom>
            <a:noFill/>
          </p:spPr>
          <p:txBody>
            <a:bodyPr wrap="square">
              <a:noAutofit/>
            </a:bodyPr>
            <a:lstStyle/>
            <a:p>
              <a:pPr>
                <a:lnSpc>
                  <a:spcPct val="107000"/>
                </a:lnSpc>
                <a:spcAft>
                  <a:spcPts val="800"/>
                </a:spcAft>
              </a:pPr>
              <a:r>
                <a:rPr lang="en-US" sz="4800" b="1" kern="1200" dirty="0" err="1">
                  <a:solidFill>
                    <a:srgbClr val="0000CC"/>
                  </a:solidFill>
                  <a:effectLst/>
                  <a:latin typeface="Tahoma" panose="020B0604030504040204" pitchFamily="34" charset="0"/>
                  <a:ea typeface="Tahoma" panose="020B0604030504040204" pitchFamily="34" charset="0"/>
                  <a:cs typeface="Tahoma" panose="020B0604030504040204" pitchFamily="34" charset="0"/>
                </a:rPr>
                <a:t>Luyện</a:t>
              </a:r>
              <a:r>
                <a:rPr lang="en-US" sz="4800" b="1" kern="1200" dirty="0">
                  <a:solidFill>
                    <a:srgbClr val="0000CC"/>
                  </a:solidFill>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solidFill>
                    <a:srgbClr val="0000CC"/>
                  </a:solidFill>
                  <a:effectLst/>
                  <a:latin typeface="Tahoma" panose="020B0604030504040204" pitchFamily="34" charset="0"/>
                  <a:ea typeface="Tahoma" panose="020B0604030504040204" pitchFamily="34" charset="0"/>
                  <a:cs typeface="Tahoma" panose="020B0604030504040204" pitchFamily="34" charset="0"/>
                </a:rPr>
                <a:t>tập</a:t>
              </a:r>
              <a:r>
                <a:rPr lang="en-US" sz="4800" b="1" kern="1200" dirty="0">
                  <a:solidFill>
                    <a:srgbClr val="0000CC"/>
                  </a:solidFill>
                  <a:effectLst/>
                  <a:latin typeface="Tahoma" panose="020B0604030504040204" pitchFamily="34" charset="0"/>
                  <a:ea typeface="Tahoma" panose="020B0604030504040204" pitchFamily="34" charset="0"/>
                  <a:cs typeface="Tahoma" panose="020B0604030504040204" pitchFamily="34" charset="0"/>
                </a:rPr>
                <a:t> 6.</a:t>
              </a:r>
              <a:endParaRPr lang="en-US" sz="4800" b="1" dirty="0">
                <a:effectLst/>
                <a:latin typeface="Tahoma" panose="020B0604030504040204" pitchFamily="34" charset="0"/>
                <a:ea typeface="Tahoma" panose="020B0604030504040204" pitchFamily="34" charset="0"/>
                <a:cs typeface="Tahoma" panose="020B0604030504040204" pitchFamily="34" charset="0"/>
              </a:endParaRPr>
            </a:p>
          </p:txBody>
        </p:sp>
      </p:grpSp>
      <p:sp>
        <p:nvSpPr>
          <p:cNvPr id="12" name="Rectangle 5">
            <a:extLst>
              <a:ext uri="{FF2B5EF4-FFF2-40B4-BE49-F238E27FC236}">
                <a16:creationId xmlns:a16="http://schemas.microsoft.com/office/drawing/2014/main" id="{0C727D43-D01C-4CC7-91D7-0D24DD11EA26}"/>
              </a:ext>
            </a:extLst>
          </p:cNvPr>
          <p:cNvSpPr>
            <a:spLocks noChangeArrowheads="1"/>
          </p:cNvSpPr>
          <p:nvPr/>
        </p:nvSpPr>
        <p:spPr bwMode="auto">
          <a:xfrm>
            <a:off x="0" y="-377026"/>
            <a:ext cx="184731"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b="1"/>
          </a:p>
        </p:txBody>
      </p:sp>
      <mc:AlternateContent xmlns:mc="http://schemas.openxmlformats.org/markup-compatibility/2006" xmlns:a14="http://schemas.microsoft.com/office/drawing/2010/main">
        <mc:Choice Requires="a14">
          <p:sp>
            <p:nvSpPr>
              <p:cNvPr id="11" name="Rounded Rectangle 4">
                <a:extLst>
                  <a:ext uri="{FF2B5EF4-FFF2-40B4-BE49-F238E27FC236}">
                    <a16:creationId xmlns:a16="http://schemas.microsoft.com/office/drawing/2014/main" id="{F96A7B4F-2B7D-4045-A4F6-906F29ED12AB}"/>
                  </a:ext>
                </a:extLst>
              </p:cNvPr>
              <p:cNvSpPr/>
              <p:nvPr/>
            </p:nvSpPr>
            <p:spPr>
              <a:xfrm>
                <a:off x="761999" y="10210800"/>
                <a:ext cx="22828401" cy="3124200"/>
              </a:xfrm>
              <a:prstGeom prst="roundRect">
                <a:avLst>
                  <a:gd name="adj" fmla="val 2239"/>
                </a:avLst>
              </a:prstGeom>
              <a:solidFill>
                <a:schemeClr val="accent3">
                  <a:lumMod val="40000"/>
                  <a:lumOff val="60000"/>
                </a:schemeClr>
              </a:solidFill>
              <a:ln w="19050">
                <a:solidFill>
                  <a:schemeClr val="accent6">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Phát</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biểu</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của</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Mai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dưới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dạng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mệnh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đề</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đây</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là</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mệnh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đề</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phủ</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định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của</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P):</a:t>
                </a:r>
              </a:p>
              <a:p>
                <a:pPr>
                  <a:lnSpc>
                    <a:spcPct val="150000"/>
                  </a:lnSpc>
                </a:pPr>
                <a14:m>
                  <m:oMathPara xmlns:m="http://schemas.openxmlformats.org/officeDocument/2006/math">
                    <m:oMathParaPr>
                      <m:jc m:val="centerGroup"/>
                    </m:oMathParaPr>
                    <m:oMath xmlns:m="http://schemas.openxmlformats.org/officeDocument/2006/math">
                      <m:acc>
                        <m:accPr>
                          <m:chr m:val="̅"/>
                          <m:ctrlPr>
                            <a:rPr lang="en-US" sz="4400" b="1" i="1">
                              <a:solidFill>
                                <a:schemeClr val="tx1"/>
                              </a:solidFill>
                              <a:latin typeface="Cambria Math" panose="02040503050406030204" pitchFamily="18" charset="0"/>
                            </a:rPr>
                          </m:ctrlPr>
                        </m:accPr>
                        <m:e>
                          <m:r>
                            <a:rPr lang="en-US" sz="4400" b="1" i="1">
                              <a:solidFill>
                                <a:schemeClr val="tx1"/>
                              </a:solidFill>
                              <a:latin typeface="Cambria Math" panose="02040503050406030204" pitchFamily="18" charset="0"/>
                            </a:rPr>
                            <m:t> </m:t>
                          </m:r>
                          <m:r>
                            <a:rPr lang="en-US" sz="4400" b="1" i="1">
                              <a:solidFill>
                                <a:schemeClr val="tx1"/>
                              </a:solidFill>
                              <a:latin typeface="Cambria Math" panose="02040503050406030204" pitchFamily="18" charset="0"/>
                            </a:rPr>
                            <m:t>𝑷</m:t>
                          </m:r>
                        </m:e>
                      </m:acc>
                      <m:r>
                        <a:rPr lang="en-US" sz="4400" b="1">
                          <a:solidFill>
                            <a:schemeClr val="tx1"/>
                          </a:solidFill>
                          <a:latin typeface="Cambria Math" panose="02040503050406030204" pitchFamily="18" charset="0"/>
                        </a:rPr>
                        <m:t>:"∃</m:t>
                      </m:r>
                      <m:r>
                        <a:rPr lang="en-US" sz="4400" b="1" i="1">
                          <a:solidFill>
                            <a:schemeClr val="tx1"/>
                          </a:solidFill>
                          <a:latin typeface="Cambria Math" panose="02040503050406030204" pitchFamily="18" charset="0"/>
                        </a:rPr>
                        <m:t>𝒙</m:t>
                      </m:r>
                      <m:r>
                        <a:rPr lang="en-US" sz="4400" b="1">
                          <a:solidFill>
                            <a:schemeClr val="tx1"/>
                          </a:solidFill>
                          <a:latin typeface="Cambria Math" panose="02040503050406030204" pitchFamily="18" charset="0"/>
                        </a:rPr>
                        <m:t>∈</m:t>
                      </m:r>
                      <m:r>
                        <a:rPr lang="en-US" sz="4400" b="1">
                          <a:solidFill>
                            <a:schemeClr val="tx1"/>
                          </a:solidFill>
                          <a:latin typeface="Cambria Math" panose="02040503050406030204" pitchFamily="18" charset="0"/>
                        </a:rPr>
                        <m:t>ℝ</m:t>
                      </m:r>
                      <m:r>
                        <a:rPr lang="en-US" sz="4400" b="1">
                          <a:solidFill>
                            <a:schemeClr val="tx1"/>
                          </a:solidFill>
                          <a:latin typeface="Cambria Math" panose="02040503050406030204" pitchFamily="18" charset="0"/>
                        </a:rPr>
                        <m:t>,</m:t>
                      </m:r>
                      <m:sSup>
                        <m:sSupPr>
                          <m:ctrlPr>
                            <a:rPr lang="en-US" sz="4400" b="1" i="1">
                              <a:solidFill>
                                <a:schemeClr val="tx1"/>
                              </a:solidFill>
                              <a:latin typeface="Cambria Math" panose="02040503050406030204" pitchFamily="18" charset="0"/>
                            </a:rPr>
                          </m:ctrlPr>
                        </m:sSupPr>
                        <m:e>
                          <m:r>
                            <a:rPr lang="en-US" sz="4400" b="1" i="1">
                              <a:solidFill>
                                <a:schemeClr val="tx1"/>
                              </a:solidFill>
                              <a:latin typeface="Cambria Math" panose="02040503050406030204" pitchFamily="18" charset="0"/>
                            </a:rPr>
                            <m:t>𝒙</m:t>
                          </m:r>
                        </m:e>
                        <m:sup>
                          <m:r>
                            <a:rPr lang="en-US" sz="4400" b="1" i="1">
                              <a:solidFill>
                                <a:schemeClr val="tx1"/>
                              </a:solidFill>
                              <a:latin typeface="Cambria Math" panose="02040503050406030204" pitchFamily="18" charset="0"/>
                            </a:rPr>
                            <m:t>𝟐</m:t>
                          </m:r>
                        </m:sup>
                      </m:sSup>
                      <m:r>
                        <a:rPr lang="en-US" sz="4400" b="1">
                          <a:solidFill>
                            <a:schemeClr val="tx1"/>
                          </a:solidFill>
                          <a:latin typeface="Cambria Math" panose="02040503050406030204" pitchFamily="18" charset="0"/>
                        </a:rPr>
                        <m:t>=</m:t>
                      </m:r>
                      <m:r>
                        <a:rPr lang="en-US" sz="4400" b="1" i="1">
                          <a:solidFill>
                            <a:schemeClr val="tx1"/>
                          </a:solidFill>
                          <a:latin typeface="Cambria Math" panose="02040503050406030204" pitchFamily="18" charset="0"/>
                        </a:rPr>
                        <m:t>𝟏</m:t>
                      </m:r>
                      <m:r>
                        <a:rPr lang="en-US" sz="4400" b="1">
                          <a:solidFill>
                            <a:schemeClr val="tx1"/>
                          </a:solidFill>
                          <a:latin typeface="Cambria Math" panose="02040503050406030204" pitchFamily="18" charset="0"/>
                        </a:rPr>
                        <m:t>"</m:t>
                      </m:r>
                    </m:oMath>
                  </m:oMathPara>
                </a14:m>
                <a:endPar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1" name="Rounded Rectangle 4">
                <a:extLst>
                  <a:ext uri="{FF2B5EF4-FFF2-40B4-BE49-F238E27FC236}">
                    <a16:creationId xmlns:a16="http://schemas.microsoft.com/office/drawing/2014/main" id="{F96A7B4F-2B7D-4045-A4F6-906F29ED12AB}"/>
                  </a:ext>
                </a:extLst>
              </p:cNvPr>
              <p:cNvSpPr>
                <a:spLocks noRot="1" noChangeAspect="1" noMove="1" noResize="1" noEditPoints="1" noAdjustHandles="1" noChangeArrowheads="1" noChangeShapeType="1" noTextEdit="1"/>
              </p:cNvSpPr>
              <p:nvPr/>
            </p:nvSpPr>
            <p:spPr>
              <a:xfrm>
                <a:off x="761999" y="10210800"/>
                <a:ext cx="22828401" cy="3124200"/>
              </a:xfrm>
              <a:prstGeom prst="roundRect">
                <a:avLst>
                  <a:gd name="adj" fmla="val 2239"/>
                </a:avLst>
              </a:prstGeom>
              <a:blipFill>
                <a:blip r:embed="rId4"/>
                <a:stretch>
                  <a:fillRect l="-160"/>
                </a:stretch>
              </a:blipFill>
              <a:ln w="19050">
                <a:solidFill>
                  <a:schemeClr val="accent6">
                    <a:lumMod val="50000"/>
                  </a:schemeClr>
                </a:solidFill>
              </a:ln>
              <a:effectLst>
                <a:innerShdw blurRad="114300">
                  <a:prstClr val="black"/>
                </a:innerShdw>
              </a:effectLst>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02745C10-58AF-4CDC-B0A1-C8D19C8CDCFD}"/>
              </a:ext>
            </a:extLst>
          </p:cNvPr>
          <p:cNvGrpSpPr/>
          <p:nvPr/>
        </p:nvGrpSpPr>
        <p:grpSpPr>
          <a:xfrm>
            <a:off x="1299823" y="9753600"/>
            <a:ext cx="3657395" cy="828000"/>
            <a:chOff x="1275608" y="6322796"/>
            <a:chExt cx="3572909" cy="828631"/>
          </a:xfrm>
        </p:grpSpPr>
        <p:sp>
          <p:nvSpPr>
            <p:cNvPr id="14" name="Freeform 20">
              <a:extLst>
                <a:ext uri="{FF2B5EF4-FFF2-40B4-BE49-F238E27FC236}">
                  <a16:creationId xmlns:a16="http://schemas.microsoft.com/office/drawing/2014/main" id="{03F9C532-CBE4-4F5F-B5A3-699BB36E941D}"/>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5" name="TextBox 14">
              <a:extLst>
                <a:ext uri="{FF2B5EF4-FFF2-40B4-BE49-F238E27FC236}">
                  <a16:creationId xmlns:a16="http://schemas.microsoft.com/office/drawing/2014/main" id="{66341342-15EB-4C78-8799-40C63E71AE69}"/>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16" name="Round Diagonal Corner Rectangle 8">
              <a:extLst>
                <a:ext uri="{FF2B5EF4-FFF2-40B4-BE49-F238E27FC236}">
                  <a16:creationId xmlns:a16="http://schemas.microsoft.com/office/drawing/2014/main" id="{E0FCEF73-BE47-493D-BEC1-D2B28FC9959A}"/>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7" name="Freeform 9">
              <a:extLst>
                <a:ext uri="{FF2B5EF4-FFF2-40B4-BE49-F238E27FC236}">
                  <a16:creationId xmlns:a16="http://schemas.microsoft.com/office/drawing/2014/main" id="{8F2609B8-1AB8-4B94-ADF1-0D16612FD123}"/>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0987454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99">
                                            <p:txEl>
                                              <p:pRg st="1" end="1"/>
                                            </p:txEl>
                                          </p:spTgt>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99">
                                            <p:txEl>
                                              <p:pRg st="2" end="2"/>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99">
                                            <p:txEl>
                                              <p:pRg st="3" end="3"/>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99">
                                            <p:txEl>
                                              <p:pRg st="4" end="4"/>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arn(inVertical)">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down)">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52">
            <a:extLst>
              <a:ext uri="{FF2B5EF4-FFF2-40B4-BE49-F238E27FC236}">
                <a16:creationId xmlns:a16="http://schemas.microsoft.com/office/drawing/2014/main" id="{4F4AA5FD-8F03-4AC3-A426-AC82C8339B0B}"/>
              </a:ext>
            </a:extLst>
          </p:cNvPr>
          <p:cNvSpPr/>
          <p:nvPr/>
        </p:nvSpPr>
        <p:spPr>
          <a:xfrm>
            <a:off x="684306" y="7543800"/>
            <a:ext cx="22858012" cy="5479140"/>
          </a:xfrm>
          <a:prstGeom prst="roundRect">
            <a:avLst>
              <a:gd name="adj" fmla="val 2239"/>
            </a:avLst>
          </a:prstGeom>
          <a:solidFill>
            <a:schemeClr val="accent5">
              <a:lumMod val="40000"/>
              <a:lumOff val="60000"/>
            </a:schemeClr>
          </a:solid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29" name="Group 28">
            <a:extLst>
              <a:ext uri="{FF2B5EF4-FFF2-40B4-BE49-F238E27FC236}">
                <a16:creationId xmlns:a16="http://schemas.microsoft.com/office/drawing/2014/main" id="{248D407C-158A-4094-801B-C152E7CB5B46}"/>
              </a:ext>
            </a:extLst>
          </p:cNvPr>
          <p:cNvGrpSpPr/>
          <p:nvPr/>
        </p:nvGrpSpPr>
        <p:grpSpPr>
          <a:xfrm>
            <a:off x="592374" y="1447800"/>
            <a:ext cx="22949944" cy="5190679"/>
            <a:chOff x="907537" y="4133365"/>
            <a:chExt cx="23797755" cy="4244419"/>
          </a:xfrm>
        </p:grpSpPr>
        <p:sp>
          <p:nvSpPr>
            <p:cNvPr id="32" name="Rounded Rectangle 36">
              <a:extLst>
                <a:ext uri="{FF2B5EF4-FFF2-40B4-BE49-F238E27FC236}">
                  <a16:creationId xmlns:a16="http://schemas.microsoft.com/office/drawing/2014/main" id="{8DAE7818-FB12-462D-8980-1E516ABB17EF}"/>
                </a:ext>
              </a:extLst>
            </p:cNvPr>
            <p:cNvSpPr/>
            <p:nvPr/>
          </p:nvSpPr>
          <p:spPr>
            <a:xfrm>
              <a:off x="1002864" y="4460467"/>
              <a:ext cx="23702428" cy="3917317"/>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b="1" dirty="0">
                <a:latin typeface="Tahoma" panose="020B0604030504040204" pitchFamily="34" charset="0"/>
                <a:ea typeface="Tahoma" panose="020B0604030504040204" pitchFamily="34" charset="0"/>
                <a:cs typeface="Tahoma" panose="020B0604030504040204" pitchFamily="34" charset="0"/>
              </a:endParaRPr>
            </a:p>
          </p:txBody>
        </p:sp>
        <p:grpSp>
          <p:nvGrpSpPr>
            <p:cNvPr id="34" name="Group 33">
              <a:extLst>
                <a:ext uri="{FF2B5EF4-FFF2-40B4-BE49-F238E27FC236}">
                  <a16:creationId xmlns:a16="http://schemas.microsoft.com/office/drawing/2014/main" id="{4F23E3E1-FCE1-49FB-99AA-9C07F74C1F90}"/>
                </a:ext>
              </a:extLst>
            </p:cNvPr>
            <p:cNvGrpSpPr/>
            <p:nvPr/>
          </p:nvGrpSpPr>
          <p:grpSpPr>
            <a:xfrm>
              <a:off x="907537" y="4133365"/>
              <a:ext cx="3438548" cy="810107"/>
              <a:chOff x="907537" y="4133365"/>
              <a:chExt cx="3438548" cy="810107"/>
            </a:xfrm>
          </p:grpSpPr>
          <p:grpSp>
            <p:nvGrpSpPr>
              <p:cNvPr id="35" name="Group 34">
                <a:extLst>
                  <a:ext uri="{FF2B5EF4-FFF2-40B4-BE49-F238E27FC236}">
                    <a16:creationId xmlns:a16="http://schemas.microsoft.com/office/drawing/2014/main" id="{BEADDF1F-15D0-4CCD-BE1C-A94E1D49734D}"/>
                  </a:ext>
                </a:extLst>
              </p:cNvPr>
              <p:cNvGrpSpPr/>
              <p:nvPr/>
            </p:nvGrpSpPr>
            <p:grpSpPr>
              <a:xfrm>
                <a:off x="1390227" y="4202753"/>
                <a:ext cx="2955858" cy="671331"/>
                <a:chOff x="2056977" y="4564703"/>
                <a:chExt cx="2955858" cy="671331"/>
              </a:xfrm>
            </p:grpSpPr>
            <p:sp>
              <p:nvSpPr>
                <p:cNvPr id="45" name="Freeform 20">
                  <a:extLst>
                    <a:ext uri="{FF2B5EF4-FFF2-40B4-BE49-F238E27FC236}">
                      <a16:creationId xmlns:a16="http://schemas.microsoft.com/office/drawing/2014/main" id="{763A1102-4D2E-4FAA-9438-560F298E007E}"/>
                    </a:ext>
                  </a:extLst>
                </p:cNvPr>
                <p:cNvSpPr>
                  <a:spLocks/>
                </p:cNvSpPr>
                <p:nvPr/>
              </p:nvSpPr>
              <p:spPr bwMode="auto">
                <a:xfrm rot="5400000">
                  <a:off x="3178190" y="3443490"/>
                  <a:ext cx="671331" cy="2913757"/>
                </a:xfrm>
                <a:prstGeom prst="round2SameRect">
                  <a:avLst>
                    <a:gd name="adj1" fmla="val 19445"/>
                    <a:gd name="adj2" fmla="val 0"/>
                  </a:avLst>
                </a:prstGeom>
                <a:solidFill>
                  <a:schemeClr val="bg1"/>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400" b="1">
                    <a:latin typeface="Tahoma" panose="020B0604030504040204" pitchFamily="34" charset="0"/>
                    <a:ea typeface="Tahoma" panose="020B0604030504040204" pitchFamily="34" charset="0"/>
                    <a:cs typeface="Tahoma" panose="020B0604030504040204" pitchFamily="34" charset="0"/>
                  </a:endParaRPr>
                </a:p>
              </p:txBody>
            </p:sp>
            <p:sp>
              <p:nvSpPr>
                <p:cNvPr id="46" name="TextBox 45">
                  <a:extLst>
                    <a:ext uri="{FF2B5EF4-FFF2-40B4-BE49-F238E27FC236}">
                      <a16:creationId xmlns:a16="http://schemas.microsoft.com/office/drawing/2014/main" id="{465B47D8-6188-40CC-9F7D-2C1CD33E9853}"/>
                    </a:ext>
                  </a:extLst>
                </p:cNvPr>
                <p:cNvSpPr txBox="1"/>
                <p:nvPr/>
              </p:nvSpPr>
              <p:spPr>
                <a:xfrm>
                  <a:off x="2526391" y="4674503"/>
                  <a:ext cx="2486444" cy="558319"/>
                </a:xfrm>
                <a:prstGeom prst="rect">
                  <a:avLst/>
                </a:prstGeom>
                <a:noFill/>
              </p:spPr>
              <p:txBody>
                <a:bodyPr wrap="square" rtlCol="0">
                  <a:spAutoFit/>
                </a:bodyPr>
                <a:lstStyle/>
                <a:p>
                  <a:pPr algn="ctr"/>
                  <a:r>
                    <a:rPr lang="vi-VN" sz="4400" b="1">
                      <a:solidFill>
                        <a:srgbClr val="0000CC"/>
                      </a:solidFill>
                      <a:latin typeface="Tahoma" pitchFamily="34" charset="0"/>
                      <a:ea typeface="Tahoma" pitchFamily="34" charset="0"/>
                      <a:cs typeface="Tahoma" pitchFamily="34" charset="0"/>
                    </a:rPr>
                    <a:t>C</a:t>
                  </a:r>
                  <a:r>
                    <a:rPr lang="en-US" sz="4400" b="1">
                      <a:solidFill>
                        <a:srgbClr val="0000CC"/>
                      </a:solidFill>
                      <a:latin typeface="Tahoma" pitchFamily="34" charset="0"/>
                      <a:ea typeface="Tahoma" pitchFamily="34" charset="0"/>
                      <a:cs typeface="Tahoma" pitchFamily="34" charset="0"/>
                    </a:rPr>
                    <a:t>âu</a:t>
                  </a:r>
                  <a:r>
                    <a:rPr lang="vi-VN" sz="4400" b="1">
                      <a:solidFill>
                        <a:srgbClr val="0000CC"/>
                      </a:solidFill>
                      <a:latin typeface="Tahoma" pitchFamily="34" charset="0"/>
                      <a:ea typeface="Tahoma" pitchFamily="34" charset="0"/>
                      <a:cs typeface="Tahoma" pitchFamily="34" charset="0"/>
                    </a:rPr>
                    <a:t> </a:t>
                  </a:r>
                  <a:r>
                    <a:rPr lang="en-US" sz="4400" b="1">
                      <a:solidFill>
                        <a:srgbClr val="0000CC"/>
                      </a:solidFill>
                      <a:latin typeface="Tahoma" pitchFamily="34" charset="0"/>
                      <a:ea typeface="Tahoma" pitchFamily="34" charset="0"/>
                      <a:cs typeface="Tahoma" pitchFamily="34" charset="0"/>
                    </a:rPr>
                    <a:t>1.1</a:t>
                  </a:r>
                  <a:endParaRPr lang="en-US" sz="4400" b="1" dirty="0">
                    <a:solidFill>
                      <a:srgbClr val="0000CC"/>
                    </a:solidFill>
                    <a:latin typeface="Tahoma" pitchFamily="34" charset="0"/>
                    <a:ea typeface="Tahoma" pitchFamily="34" charset="0"/>
                    <a:cs typeface="Tahoma" pitchFamily="34" charset="0"/>
                  </a:endParaRPr>
                </a:p>
              </p:txBody>
            </p:sp>
          </p:grpSp>
          <p:pic>
            <p:nvPicPr>
              <p:cNvPr id="40" name="Picture 39">
                <a:extLst>
                  <a:ext uri="{FF2B5EF4-FFF2-40B4-BE49-F238E27FC236}">
                    <a16:creationId xmlns:a16="http://schemas.microsoft.com/office/drawing/2014/main" id="{39EA31CA-5E62-4855-ABBA-F2462D4BCF6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5599" t="21515" r="9759" b="14519"/>
              <a:stretch/>
            </p:blipFill>
            <p:spPr>
              <a:xfrm>
                <a:off x="907537" y="4133365"/>
                <a:ext cx="1076356" cy="810107"/>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1443580" y="1981200"/>
            <a:ext cx="22098738" cy="5017825"/>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Trong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các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câu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sau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câu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nào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a:t>
            </a:r>
          </a:p>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a) </a:t>
            </a:r>
            <a:r>
              <a:rPr lang="en-US" b="1" dirty="0" err="1">
                <a:latin typeface="Tahoma" panose="020B0604030504040204" pitchFamily="34" charset="0"/>
                <a:ea typeface="Tahoma" panose="020B0604030504040204" pitchFamily="34" charset="0"/>
                <a:cs typeface="Tahoma" panose="020B0604030504040204" pitchFamily="34" charset="0"/>
              </a:rPr>
              <a:t>Trung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Quốc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nước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đông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dân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nhất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thế</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giới</a:t>
            </a:r>
            <a:r>
              <a:rPr lang="en-US" b="1" dirty="0">
                <a:latin typeface="Tahoma" panose="020B0604030504040204" pitchFamily="34" charset="0"/>
                <a:ea typeface="Tahoma" panose="020B0604030504040204" pitchFamily="34" charset="0"/>
                <a:cs typeface="Tahoma" panose="020B0604030504040204" pitchFamily="34" charset="0"/>
              </a:rPr>
              <a:t>;</a:t>
            </a:r>
          </a:p>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b) </a:t>
            </a:r>
            <a:r>
              <a:rPr lang="en-US" b="1" dirty="0" err="1">
                <a:latin typeface="Tahoma" panose="020B0604030504040204" pitchFamily="34" charset="0"/>
                <a:ea typeface="Tahoma" panose="020B0604030504040204" pitchFamily="34" charset="0"/>
                <a:cs typeface="Tahoma" panose="020B0604030504040204" pitchFamily="34" charset="0"/>
              </a:rPr>
              <a:t>Bạn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học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nào</a:t>
            </a:r>
            <a:r>
              <a:rPr lang="en-US" b="1" dirty="0">
                <a:latin typeface="Tahoma" panose="020B0604030504040204" pitchFamily="34" charset="0"/>
                <a:ea typeface="Tahoma" panose="020B0604030504040204" pitchFamily="34" charset="0"/>
                <a:cs typeface="Tahoma" panose="020B0604030504040204" pitchFamily="34" charset="0"/>
              </a:rPr>
              <a:t>?</a:t>
            </a:r>
          </a:p>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c) </a:t>
            </a:r>
            <a:r>
              <a:rPr lang="en-US" b="1" dirty="0" err="1">
                <a:latin typeface="Tahoma" panose="020B0604030504040204" pitchFamily="34" charset="0"/>
                <a:ea typeface="Tahoma" panose="020B0604030504040204" pitchFamily="34" charset="0"/>
                <a:cs typeface="Tahoma" panose="020B0604030504040204" pitchFamily="34" charset="0"/>
              </a:rPr>
              <a:t>Không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được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làm</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việc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riêng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trong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trường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học</a:t>
            </a:r>
            <a:r>
              <a:rPr lang="en-US" b="1" dirty="0">
                <a:latin typeface="Tahoma" panose="020B0604030504040204" pitchFamily="34" charset="0"/>
                <a:ea typeface="Tahoma" panose="020B0604030504040204" pitchFamily="34" charset="0"/>
                <a:cs typeface="Tahoma" panose="020B0604030504040204" pitchFamily="34" charset="0"/>
              </a:rPr>
              <a:t>;</a:t>
            </a:r>
          </a:p>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d) </a:t>
            </a:r>
            <a:r>
              <a:rPr lang="en-US" b="1" dirty="0" err="1">
                <a:latin typeface="Tahoma" panose="020B0604030504040204" pitchFamily="34" charset="0"/>
                <a:ea typeface="Tahoma" panose="020B0604030504040204" pitchFamily="34" charset="0"/>
                <a:cs typeface="Tahoma" panose="020B0604030504040204" pitchFamily="34" charset="0"/>
              </a:rPr>
              <a:t>Tôi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sẽ</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sút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bóng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trúng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xà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ngang</a:t>
            </a:r>
            <a:r>
              <a:rPr lang="en-US" b="1" dirty="0">
                <a:latin typeface="Tahoma" panose="020B0604030504040204" pitchFamily="34" charset="0"/>
                <a:ea typeface="Tahoma" panose="020B0604030504040204" pitchFamily="34" charset="0"/>
                <a:cs typeface="Tahoma" panose="020B0604030504040204" pitchFamily="34" charset="0"/>
              </a:rPr>
              <a:t>.</a:t>
            </a:r>
          </a:p>
        </p:txBody>
      </p:sp>
      <p:sp>
        <p:nvSpPr>
          <p:cNvPr id="26" name="Content Placeholder 2">
            <a:extLst>
              <a:ext uri="{FF2B5EF4-FFF2-40B4-BE49-F238E27FC236}">
                <a16:creationId xmlns:a16="http://schemas.microsoft.com/office/drawing/2014/main" id="{E9B58A3C-5A15-4D68-A680-EF85CFEE2ECD}"/>
              </a:ext>
            </a:extLst>
          </p:cNvPr>
          <p:cNvSpPr txBox="1">
            <a:spLocks/>
          </p:cNvSpPr>
          <p:nvPr/>
        </p:nvSpPr>
        <p:spPr>
          <a:xfrm>
            <a:off x="816690" y="8119968"/>
            <a:ext cx="22593241" cy="4326803"/>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err="1" smtClean="0">
                <a:latin typeface="Tahoma" panose="020B0604030504040204" pitchFamily="34" charset="0"/>
                <a:ea typeface="Tahoma" panose="020B0604030504040204" pitchFamily="34" charset="0"/>
                <a:cs typeface="Tahoma" panose="020B0604030504040204" pitchFamily="34" charset="0"/>
              </a:rPr>
              <a:t>Câu</a:t>
            </a:r>
            <a:r>
              <a:rPr lang="en-US" b="1" dirty="0" smtClean="0">
                <a:latin typeface="Tahoma" panose="020B0604030504040204" pitchFamily="34" charset="0"/>
                <a:ea typeface="Tahoma" panose="020B0604030504040204" pitchFamily="34" charset="0"/>
                <a:cs typeface="Tahoma" panose="020B0604030504040204" pitchFamily="34" charset="0"/>
              </a:rPr>
              <a:t> </a:t>
            </a:r>
            <a:r>
              <a:rPr lang="en-US" b="1" dirty="0">
                <a:latin typeface="Tahoma" panose="020B0604030504040204" pitchFamily="34" charset="0"/>
                <a:ea typeface="Tahoma" panose="020B0604030504040204" pitchFamily="34" charset="0"/>
                <a:cs typeface="Tahoma" panose="020B0604030504040204" pitchFamily="34" charset="0"/>
              </a:rPr>
              <a:t>a) “</a:t>
            </a:r>
            <a:r>
              <a:rPr lang="en-US" b="1" dirty="0" err="1">
                <a:latin typeface="Tahoma" panose="020B0604030504040204" pitchFamily="34" charset="0"/>
                <a:ea typeface="Tahoma" panose="020B0604030504040204" pitchFamily="34" charset="0"/>
                <a:cs typeface="Tahoma" panose="020B0604030504040204" pitchFamily="34" charset="0"/>
              </a:rPr>
              <a:t>Trung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Quốc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nước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đông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dân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nhất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thế</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giới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smtClean="0">
                <a:latin typeface="Tahoma" panose="020B0604030504040204" pitchFamily="34" charset="0"/>
                <a:ea typeface="Tahoma" panose="020B0604030504040204" pitchFamily="34" charset="0"/>
                <a:cs typeface="Tahoma" panose="020B0604030504040204" pitchFamily="34" charset="0"/>
              </a:rPr>
              <a:t>đề</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b="1" dirty="0" err="1">
                <a:latin typeface="Tahoma" panose="020B0604030504040204" pitchFamily="34" charset="0"/>
                <a:ea typeface="Tahoma" panose="020B0604030504040204" pitchFamily="34" charset="0"/>
                <a:cs typeface="Tahoma" panose="020B0604030504040204" pitchFamily="34" charset="0"/>
              </a:rPr>
              <a:t>Câu</a:t>
            </a:r>
            <a:r>
              <a:rPr lang="en-US" b="1" dirty="0">
                <a:latin typeface="Tahoma" panose="020B0604030504040204" pitchFamily="34" charset="0"/>
                <a:ea typeface="Tahoma" panose="020B0604030504040204" pitchFamily="34" charset="0"/>
                <a:cs typeface="Tahoma" panose="020B0604030504040204" pitchFamily="34" charset="0"/>
              </a:rPr>
              <a:t> b)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câu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nghi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smtClean="0">
                <a:latin typeface="Tahoma" panose="020B0604030504040204" pitchFamily="34" charset="0"/>
                <a:ea typeface="Tahoma" panose="020B0604030504040204" pitchFamily="34" charset="0"/>
                <a:cs typeface="Tahoma" panose="020B0604030504040204" pitchFamily="34" charset="0"/>
              </a:rPr>
              <a:t>vấn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smtClean="0">
                <a:latin typeface="Tahoma" panose="020B0604030504040204" pitchFamily="34" charset="0"/>
                <a:ea typeface="Tahoma" panose="020B0604030504040204" pitchFamily="34" charset="0"/>
                <a:cs typeface="Tahoma" panose="020B0604030504040204" pitchFamily="34" charset="0"/>
              </a:rPr>
              <a:t>nên</a:t>
            </a:r>
            <a:r>
              <a:rPr lang="en-US" b="1" dirty="0" smtClean="0">
                <a:latin typeface="Tahoma" panose="020B0604030504040204" pitchFamily="34" charset="0"/>
                <a:ea typeface="Tahoma" panose="020B0604030504040204" pitchFamily="34" charset="0"/>
                <a:cs typeface="Tahoma" panose="020B0604030504040204" pitchFamily="34" charset="0"/>
              </a:rPr>
              <a:t> </a:t>
            </a:r>
            <a:r>
              <a:rPr lang="en-US" b="1" dirty="0" err="1" smtClean="0">
                <a:latin typeface="Tahoma" panose="020B0604030504040204" pitchFamily="34" charset="0"/>
                <a:ea typeface="Tahoma" panose="020B0604030504040204" pitchFamily="34" charset="0"/>
                <a:cs typeface="Tahoma" panose="020B0604030504040204" pitchFamily="34" charset="0"/>
              </a:rPr>
              <a:t>không</a:t>
            </a:r>
            <a:r>
              <a:rPr lang="en-US" b="1" dirty="0" smtClean="0">
                <a:latin typeface="Tahoma" panose="020B0604030504040204" pitchFamily="34" charset="0"/>
                <a:ea typeface="Tahoma" panose="020B0604030504040204" pitchFamily="34" charset="0"/>
                <a:cs typeface="Tahoma" panose="020B0604030504040204" pitchFamily="34" charset="0"/>
              </a:rPr>
              <a:t> </a:t>
            </a:r>
            <a:r>
              <a:rPr lang="en-US" b="1" dirty="0" err="1" smtClean="0">
                <a:latin typeface="Tahoma" panose="020B0604030504040204" pitchFamily="34" charset="0"/>
                <a:ea typeface="Tahoma" panose="020B0604030504040204" pitchFamily="34" charset="0"/>
                <a:cs typeface="Tahoma" panose="020B0604030504040204" pitchFamily="34" charset="0"/>
              </a:rPr>
              <a:t>phải</a:t>
            </a:r>
            <a:r>
              <a:rPr lang="en-US" b="1" dirty="0" smtClean="0">
                <a:latin typeface="Tahoma" panose="020B0604030504040204" pitchFamily="34" charset="0"/>
                <a:ea typeface="Tahoma" panose="020B0604030504040204" pitchFamily="34" charset="0"/>
                <a:cs typeface="Tahoma" panose="020B0604030504040204" pitchFamily="34" charset="0"/>
              </a:rPr>
              <a:t> </a:t>
            </a:r>
            <a:r>
              <a:rPr lang="en-US" b="1" dirty="0" err="1" smtClean="0">
                <a:latin typeface="Tahoma" panose="020B0604030504040204" pitchFamily="34" charset="0"/>
                <a:ea typeface="Tahoma" panose="020B0604030504040204" pitchFamily="34" charset="0"/>
                <a:cs typeface="Tahoma" panose="020B0604030504040204" pitchFamily="34" charset="0"/>
              </a:rPr>
              <a:t>là</a:t>
            </a:r>
            <a:r>
              <a:rPr lang="en-US" b="1" dirty="0" smtClean="0">
                <a:latin typeface="Tahoma" panose="020B0604030504040204" pitchFamily="34" charset="0"/>
                <a:ea typeface="Tahoma" panose="020B0604030504040204" pitchFamily="34" charset="0"/>
                <a:cs typeface="Tahoma" panose="020B0604030504040204" pitchFamily="34" charset="0"/>
              </a:rPr>
              <a:t> </a:t>
            </a:r>
            <a:r>
              <a:rPr lang="en-US" b="1" dirty="0" err="1" smtClean="0">
                <a:latin typeface="Tahoma" panose="020B0604030504040204" pitchFamily="34" charset="0"/>
                <a:ea typeface="Tahoma" panose="020B0604030504040204" pitchFamily="34" charset="0"/>
                <a:cs typeface="Tahoma" panose="020B0604030504040204" pitchFamily="34" charset="0"/>
              </a:rPr>
              <a:t>mệnh</a:t>
            </a:r>
            <a:r>
              <a:rPr lang="en-US" b="1" dirty="0" smtClean="0">
                <a:latin typeface="Tahoma" panose="020B0604030504040204" pitchFamily="34" charset="0"/>
                <a:ea typeface="Tahoma" panose="020B0604030504040204" pitchFamily="34" charset="0"/>
                <a:cs typeface="Tahoma" panose="020B0604030504040204" pitchFamily="34" charset="0"/>
              </a:rPr>
              <a:t> </a:t>
            </a:r>
            <a:r>
              <a:rPr lang="en-US" b="1" dirty="0" err="1" smtClean="0">
                <a:latin typeface="Tahoma" panose="020B0604030504040204" pitchFamily="34" charset="0"/>
                <a:ea typeface="Tahoma" panose="020B0604030504040204" pitchFamily="34" charset="0"/>
                <a:cs typeface="Tahoma" panose="020B0604030504040204" pitchFamily="34" charset="0"/>
              </a:rPr>
              <a:t>đề</a:t>
            </a:r>
            <a:r>
              <a:rPr lang="en-US" b="1" dirty="0" smtClean="0">
                <a:latin typeface="Tahoma" panose="020B0604030504040204" pitchFamily="34" charset="0"/>
                <a:ea typeface="Tahoma" panose="020B0604030504040204" pitchFamily="34" charset="0"/>
                <a:cs typeface="Tahoma" panose="020B0604030504040204" pitchFamily="34" charset="0"/>
              </a:rPr>
              <a:t>; </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b="1" dirty="0" err="1">
                <a:latin typeface="Tahoma" panose="020B0604030504040204" pitchFamily="34" charset="0"/>
                <a:ea typeface="Tahoma" panose="020B0604030504040204" pitchFamily="34" charset="0"/>
                <a:cs typeface="Tahoma" panose="020B0604030504040204" pitchFamily="34" charset="0"/>
              </a:rPr>
              <a:t>Câu</a:t>
            </a:r>
            <a:r>
              <a:rPr lang="en-US" b="1" dirty="0">
                <a:latin typeface="Tahoma" panose="020B0604030504040204" pitchFamily="34" charset="0"/>
                <a:ea typeface="Tahoma" panose="020B0604030504040204" pitchFamily="34" charset="0"/>
                <a:cs typeface="Tahoma" panose="020B0604030504040204" pitchFamily="34" charset="0"/>
              </a:rPr>
              <a:t> c)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câu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cầu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smtClean="0">
                <a:latin typeface="Tahoma" panose="020B0604030504040204" pitchFamily="34" charset="0"/>
                <a:ea typeface="Tahoma" panose="020B0604030504040204" pitchFamily="34" charset="0"/>
                <a:cs typeface="Tahoma" panose="020B0604030504040204" pitchFamily="34" charset="0"/>
              </a:rPr>
              <a:t>khiến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nên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không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phải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 </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b="1" dirty="0" err="1">
                <a:latin typeface="Tahoma" panose="020B0604030504040204" pitchFamily="34" charset="0"/>
                <a:ea typeface="Tahoma" panose="020B0604030504040204" pitchFamily="34" charset="0"/>
                <a:cs typeface="Tahoma" panose="020B0604030504040204" pitchFamily="34" charset="0"/>
              </a:rPr>
              <a:t>Câu</a:t>
            </a:r>
            <a:r>
              <a:rPr lang="en-US" b="1" dirty="0">
                <a:latin typeface="Tahoma" panose="020B0604030504040204" pitchFamily="34" charset="0"/>
                <a:ea typeface="Tahoma" panose="020B0604030504040204" pitchFamily="34" charset="0"/>
                <a:cs typeface="Tahoma" panose="020B0604030504040204" pitchFamily="34" charset="0"/>
              </a:rPr>
              <a:t> d)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câu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khẳng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định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chưa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xác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định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được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tính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đúng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smtClean="0">
                <a:latin typeface="Tahoma" panose="020B0604030504040204" pitchFamily="34" charset="0"/>
                <a:ea typeface="Tahoma" panose="020B0604030504040204" pitchFamily="34" charset="0"/>
                <a:cs typeface="Tahoma" panose="020B0604030504040204" pitchFamily="34" charset="0"/>
              </a:rPr>
              <a:t>sai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nên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không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phải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endParaRPr lang="en-US" b="1" dirty="0">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93746886-DEBB-4748-BDE9-E4FAE2118C93}"/>
              </a:ext>
            </a:extLst>
          </p:cNvPr>
          <p:cNvGrpSpPr/>
          <p:nvPr/>
        </p:nvGrpSpPr>
        <p:grpSpPr>
          <a:xfrm>
            <a:off x="592374" y="7038506"/>
            <a:ext cx="3725766" cy="828000"/>
            <a:chOff x="1275608" y="6322796"/>
            <a:chExt cx="3572909" cy="828631"/>
          </a:xfrm>
        </p:grpSpPr>
        <p:sp>
          <p:nvSpPr>
            <p:cNvPr id="21" name="Freeform 20">
              <a:extLst>
                <a:ext uri="{FF2B5EF4-FFF2-40B4-BE49-F238E27FC236}">
                  <a16:creationId xmlns:a16="http://schemas.microsoft.com/office/drawing/2014/main" id="{7336C95C-7A47-4722-9A73-1DE0D610F80B}"/>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2" name="TextBox 21">
              <a:extLst>
                <a:ext uri="{FF2B5EF4-FFF2-40B4-BE49-F238E27FC236}">
                  <a16:creationId xmlns:a16="http://schemas.microsoft.com/office/drawing/2014/main" id="{12F3467E-4A1C-4407-BFA8-557A67B609D3}"/>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23" name="Round Diagonal Corner Rectangle 8">
              <a:extLst>
                <a:ext uri="{FF2B5EF4-FFF2-40B4-BE49-F238E27FC236}">
                  <a16:creationId xmlns:a16="http://schemas.microsoft.com/office/drawing/2014/main" id="{4FAD1192-48CE-454F-8A77-9F3DB21F99C8}"/>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4" name="Freeform 9">
              <a:extLst>
                <a:ext uri="{FF2B5EF4-FFF2-40B4-BE49-F238E27FC236}">
                  <a16:creationId xmlns:a16="http://schemas.microsoft.com/office/drawing/2014/main" id="{519B024B-0972-40E8-863E-C3939D7910EE}"/>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3078978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5">
                                            <p:txEl>
                                              <p:pRg st="0" end="0"/>
                                            </p:txEl>
                                          </p:spTgt>
                                        </p:tgtEl>
                                        <p:attrNameLst>
                                          <p:attrName>style.visibility</p:attrName>
                                        </p:attrNameLst>
                                      </p:cBhvr>
                                      <p:to>
                                        <p:strVal val="visible"/>
                                      </p:to>
                                    </p:set>
                                    <p:animEffect transition="in" filter="wipe(up)">
                                      <p:cBhvr>
                                        <p:cTn id="11" dur="500"/>
                                        <p:tgtEl>
                                          <p:spTgt spid="25">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5">
                                            <p:txEl>
                                              <p:pRg st="1" end="1"/>
                                            </p:txEl>
                                          </p:spTgt>
                                        </p:tgtEl>
                                        <p:attrNameLst>
                                          <p:attrName>style.visibility</p:attrName>
                                        </p:attrNameLst>
                                      </p:cBhvr>
                                      <p:to>
                                        <p:strVal val="visible"/>
                                      </p:to>
                                    </p:set>
                                    <p:animEffect transition="in" filter="wipe(up)">
                                      <p:cBhvr>
                                        <p:cTn id="15" dur="500"/>
                                        <p:tgtEl>
                                          <p:spTgt spid="25">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25">
                                            <p:txEl>
                                              <p:pRg st="2" end="2"/>
                                            </p:txEl>
                                          </p:spTgt>
                                        </p:tgtEl>
                                        <p:attrNameLst>
                                          <p:attrName>style.visibility</p:attrName>
                                        </p:attrNameLst>
                                      </p:cBhvr>
                                      <p:to>
                                        <p:strVal val="visible"/>
                                      </p:to>
                                    </p:set>
                                    <p:animEffect transition="in" filter="wipe(up)">
                                      <p:cBhvr>
                                        <p:cTn id="19" dur="500"/>
                                        <p:tgtEl>
                                          <p:spTgt spid="25">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25">
                                            <p:txEl>
                                              <p:pRg st="3" end="3"/>
                                            </p:txEl>
                                          </p:spTgt>
                                        </p:tgtEl>
                                        <p:attrNameLst>
                                          <p:attrName>style.visibility</p:attrName>
                                        </p:attrNameLst>
                                      </p:cBhvr>
                                      <p:to>
                                        <p:strVal val="visible"/>
                                      </p:to>
                                    </p:set>
                                    <p:animEffect transition="in" filter="wipe(up)">
                                      <p:cBhvr>
                                        <p:cTn id="23" dur="500"/>
                                        <p:tgtEl>
                                          <p:spTgt spid="25">
                                            <p:txEl>
                                              <p:pRg st="3" end="3"/>
                                            </p:txEl>
                                          </p:spTgt>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25">
                                            <p:txEl>
                                              <p:pRg st="4" end="4"/>
                                            </p:txEl>
                                          </p:spTgt>
                                        </p:tgtEl>
                                        <p:attrNameLst>
                                          <p:attrName>style.visibility</p:attrName>
                                        </p:attrNameLst>
                                      </p:cBhvr>
                                      <p:to>
                                        <p:strVal val="visible"/>
                                      </p:to>
                                    </p:set>
                                    <p:animEffect transition="in" filter="wipe(up)">
                                      <p:cBhvr>
                                        <p:cTn id="27" dur="500"/>
                                        <p:tgtEl>
                                          <p:spTgt spid="25">
                                            <p:txEl>
                                              <p:pRg st="4" end="4"/>
                                            </p:txEl>
                                          </p:spTgt>
                                        </p:tgtEl>
                                      </p:cBhvr>
                                    </p:animEffect>
                                  </p:childTnLst>
                                </p:cTn>
                              </p:par>
                            </p:childTnLst>
                          </p:cTn>
                        </p:par>
                        <p:par>
                          <p:cTn id="28" fill="hold">
                            <p:stCondLst>
                              <p:cond delay="3000"/>
                            </p:stCondLst>
                            <p:childTnLst>
                              <p:par>
                                <p:cTn id="29" presetID="16" presetClass="entr" presetSubtype="21" fill="hold"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barn(inVertical)">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wipe(up)">
                                      <p:cBhvr>
                                        <p:cTn id="36" dur="500"/>
                                        <p:tgtEl>
                                          <p:spTgt spid="2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26">
                                            <p:txEl>
                                              <p:pRg st="0" end="0"/>
                                            </p:txEl>
                                          </p:spTgt>
                                        </p:tgtEl>
                                        <p:attrNameLst>
                                          <p:attrName>style.visibility</p:attrName>
                                        </p:attrNameLst>
                                      </p:cBhvr>
                                      <p:to>
                                        <p:strVal val="visible"/>
                                      </p:to>
                                    </p:set>
                                    <p:animEffect transition="in" filter="wipe(up)">
                                      <p:cBhvr>
                                        <p:cTn id="41" dur="500"/>
                                        <p:tgtEl>
                                          <p:spTgt spid="26">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26">
                                            <p:txEl>
                                              <p:pRg st="1" end="1"/>
                                            </p:txEl>
                                          </p:spTgt>
                                        </p:tgtEl>
                                        <p:attrNameLst>
                                          <p:attrName>style.visibility</p:attrName>
                                        </p:attrNameLst>
                                      </p:cBhvr>
                                      <p:to>
                                        <p:strVal val="visible"/>
                                      </p:to>
                                    </p:set>
                                    <p:animEffect transition="in" filter="wipe(up)">
                                      <p:cBhvr>
                                        <p:cTn id="46" dur="500"/>
                                        <p:tgtEl>
                                          <p:spTgt spid="26">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26">
                                            <p:txEl>
                                              <p:pRg st="2" end="2"/>
                                            </p:txEl>
                                          </p:spTgt>
                                        </p:tgtEl>
                                        <p:attrNameLst>
                                          <p:attrName>style.visibility</p:attrName>
                                        </p:attrNameLst>
                                      </p:cBhvr>
                                      <p:to>
                                        <p:strVal val="visible"/>
                                      </p:to>
                                    </p:set>
                                    <p:animEffect transition="in" filter="wipe(up)">
                                      <p:cBhvr>
                                        <p:cTn id="51" dur="500"/>
                                        <p:tgtEl>
                                          <p:spTgt spid="26">
                                            <p:txEl>
                                              <p:pRg st="2" end="2"/>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26">
                                            <p:txEl>
                                              <p:pRg st="3" end="3"/>
                                            </p:txEl>
                                          </p:spTgt>
                                        </p:tgtEl>
                                        <p:attrNameLst>
                                          <p:attrName>style.visibility</p:attrName>
                                        </p:attrNameLst>
                                      </p:cBhvr>
                                      <p:to>
                                        <p:strVal val="visible"/>
                                      </p:to>
                                    </p:set>
                                    <p:animEffect transition="in" filter="wipe(up)">
                                      <p:cBhvr>
                                        <p:cTn id="56" dur="500"/>
                                        <p:tgtEl>
                                          <p:spTgt spid="2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52">
            <a:extLst>
              <a:ext uri="{FF2B5EF4-FFF2-40B4-BE49-F238E27FC236}">
                <a16:creationId xmlns:a16="http://schemas.microsoft.com/office/drawing/2014/main" id="{4F4AA5FD-8F03-4AC3-A426-AC82C8339B0B}"/>
              </a:ext>
            </a:extLst>
          </p:cNvPr>
          <p:cNvSpPr/>
          <p:nvPr/>
        </p:nvSpPr>
        <p:spPr>
          <a:xfrm>
            <a:off x="684306" y="7619999"/>
            <a:ext cx="22951439" cy="5511021"/>
          </a:xfrm>
          <a:prstGeom prst="roundRect">
            <a:avLst>
              <a:gd name="adj" fmla="val 2239"/>
            </a:avLst>
          </a:prstGeom>
          <a:solidFill>
            <a:schemeClr val="accent5">
              <a:lumMod val="40000"/>
              <a:lumOff val="60000"/>
            </a:schemeClr>
          </a:solid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29" name="Group 28">
            <a:extLst>
              <a:ext uri="{FF2B5EF4-FFF2-40B4-BE49-F238E27FC236}">
                <a16:creationId xmlns:a16="http://schemas.microsoft.com/office/drawing/2014/main" id="{248D407C-158A-4094-801B-C152E7CB5B46}"/>
              </a:ext>
            </a:extLst>
          </p:cNvPr>
          <p:cNvGrpSpPr/>
          <p:nvPr/>
        </p:nvGrpSpPr>
        <p:grpSpPr>
          <a:xfrm>
            <a:off x="684305" y="1556880"/>
            <a:ext cx="22925327" cy="5555744"/>
            <a:chOff x="907537" y="4133365"/>
            <a:chExt cx="23797756" cy="4031343"/>
          </a:xfrm>
        </p:grpSpPr>
        <p:sp>
          <p:nvSpPr>
            <p:cNvPr id="32" name="Rounded Rectangle 36">
              <a:extLst>
                <a:ext uri="{FF2B5EF4-FFF2-40B4-BE49-F238E27FC236}">
                  <a16:creationId xmlns:a16="http://schemas.microsoft.com/office/drawing/2014/main" id="{8DAE7818-FB12-462D-8980-1E516ABB17EF}"/>
                </a:ext>
              </a:extLst>
            </p:cNvPr>
            <p:cNvSpPr/>
            <p:nvPr/>
          </p:nvSpPr>
          <p:spPr>
            <a:xfrm>
              <a:off x="964240" y="4247391"/>
              <a:ext cx="23741053" cy="3917317"/>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latin typeface="Tahoma" panose="020B0604030504040204" pitchFamily="34" charset="0"/>
                <a:ea typeface="Tahoma" panose="020B0604030504040204" pitchFamily="34" charset="0"/>
                <a:cs typeface="Tahoma" panose="020B0604030504040204" pitchFamily="34" charset="0"/>
              </a:endParaRPr>
            </a:p>
          </p:txBody>
        </p:sp>
        <p:grpSp>
          <p:nvGrpSpPr>
            <p:cNvPr id="34" name="Group 33">
              <a:extLst>
                <a:ext uri="{FF2B5EF4-FFF2-40B4-BE49-F238E27FC236}">
                  <a16:creationId xmlns:a16="http://schemas.microsoft.com/office/drawing/2014/main" id="{4F23E3E1-FCE1-49FB-99AA-9C07F74C1F90}"/>
                </a:ext>
              </a:extLst>
            </p:cNvPr>
            <p:cNvGrpSpPr/>
            <p:nvPr/>
          </p:nvGrpSpPr>
          <p:grpSpPr>
            <a:xfrm>
              <a:off x="907537" y="4133365"/>
              <a:ext cx="3732882" cy="810107"/>
              <a:chOff x="907537" y="4133365"/>
              <a:chExt cx="3732882" cy="810107"/>
            </a:xfrm>
          </p:grpSpPr>
          <p:grpSp>
            <p:nvGrpSpPr>
              <p:cNvPr id="35" name="Group 34">
                <a:extLst>
                  <a:ext uri="{FF2B5EF4-FFF2-40B4-BE49-F238E27FC236}">
                    <a16:creationId xmlns:a16="http://schemas.microsoft.com/office/drawing/2014/main" id="{BEADDF1F-15D0-4CCD-BE1C-A94E1D49734D}"/>
                  </a:ext>
                </a:extLst>
              </p:cNvPr>
              <p:cNvGrpSpPr/>
              <p:nvPr/>
            </p:nvGrpSpPr>
            <p:grpSpPr>
              <a:xfrm>
                <a:off x="1390228" y="4202752"/>
                <a:ext cx="3250191" cy="712787"/>
                <a:chOff x="2056978" y="4564702"/>
                <a:chExt cx="3250191" cy="712787"/>
              </a:xfrm>
            </p:grpSpPr>
            <p:sp>
              <p:nvSpPr>
                <p:cNvPr id="45" name="Freeform 20">
                  <a:extLst>
                    <a:ext uri="{FF2B5EF4-FFF2-40B4-BE49-F238E27FC236}">
                      <a16:creationId xmlns:a16="http://schemas.microsoft.com/office/drawing/2014/main" id="{763A1102-4D2E-4FAA-9438-560F298E007E}"/>
                    </a:ext>
                  </a:extLst>
                </p:cNvPr>
                <p:cNvSpPr>
                  <a:spLocks/>
                </p:cNvSpPr>
                <p:nvPr/>
              </p:nvSpPr>
              <p:spPr bwMode="auto">
                <a:xfrm rot="5400000">
                  <a:off x="3339658" y="3282022"/>
                  <a:ext cx="671331" cy="3236692"/>
                </a:xfrm>
                <a:prstGeom prst="round2SameRect">
                  <a:avLst>
                    <a:gd name="adj1" fmla="val 19445"/>
                    <a:gd name="adj2" fmla="val 0"/>
                  </a:avLst>
                </a:prstGeom>
                <a:solidFill>
                  <a:schemeClr val="bg1"/>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sp>
              <p:nvSpPr>
                <p:cNvPr id="46" name="TextBox 45">
                  <a:extLst>
                    <a:ext uri="{FF2B5EF4-FFF2-40B4-BE49-F238E27FC236}">
                      <a16:creationId xmlns:a16="http://schemas.microsoft.com/office/drawing/2014/main" id="{465B47D8-6188-40CC-9F7D-2C1CD33E9853}"/>
                    </a:ext>
                  </a:extLst>
                </p:cNvPr>
                <p:cNvSpPr txBox="1"/>
                <p:nvPr/>
              </p:nvSpPr>
              <p:spPr>
                <a:xfrm>
                  <a:off x="2526392" y="4674503"/>
                  <a:ext cx="2780777" cy="602986"/>
                </a:xfrm>
                <a:prstGeom prst="rect">
                  <a:avLst/>
                </a:prstGeom>
                <a:noFill/>
              </p:spPr>
              <p:txBody>
                <a:bodyPr wrap="square" rtlCol="0">
                  <a:spAutoFit/>
                </a:bodyPr>
                <a:lstStyle/>
                <a:p>
                  <a:pPr algn="ctr"/>
                  <a:r>
                    <a:rPr lang="vi-VN" sz="4800" b="1" dirty="0">
                      <a:solidFill>
                        <a:srgbClr val="0000CC"/>
                      </a:solidFill>
                      <a:latin typeface="Tahoma" pitchFamily="34" charset="0"/>
                      <a:ea typeface="Tahoma" pitchFamily="34" charset="0"/>
                      <a:cs typeface="Tahoma" pitchFamily="34" charset="0"/>
                    </a:rPr>
                    <a:t>C</a:t>
                  </a:r>
                  <a:r>
                    <a:rPr lang="en-US" sz="4800" b="1" dirty="0" err="1">
                      <a:solidFill>
                        <a:srgbClr val="0000CC"/>
                      </a:solidFill>
                      <a:latin typeface="Tahoma" pitchFamily="34" charset="0"/>
                      <a:ea typeface="Tahoma" pitchFamily="34" charset="0"/>
                      <a:cs typeface="Tahoma" pitchFamily="34" charset="0"/>
                    </a:rPr>
                    <a:t>âu</a:t>
                  </a:r>
                  <a:r>
                    <a:rPr lang="vi-VN" sz="4800" b="1" dirty="0">
                      <a:solidFill>
                        <a:srgbClr val="0000CC"/>
                      </a:solidFill>
                      <a:latin typeface="Tahoma" pitchFamily="34" charset="0"/>
                      <a:ea typeface="Tahoma" pitchFamily="34" charset="0"/>
                      <a:cs typeface="Tahoma" pitchFamily="34" charset="0"/>
                    </a:rPr>
                    <a:t> </a:t>
                  </a:r>
                  <a:r>
                    <a:rPr lang="en-US" sz="4800" b="1" dirty="0">
                      <a:solidFill>
                        <a:srgbClr val="0000CC"/>
                      </a:solidFill>
                      <a:latin typeface="Tahoma" pitchFamily="34" charset="0"/>
                      <a:ea typeface="Tahoma" pitchFamily="34" charset="0"/>
                      <a:cs typeface="Tahoma" pitchFamily="34" charset="0"/>
                    </a:rPr>
                    <a:t>1.2</a:t>
                  </a:r>
                </a:p>
              </p:txBody>
            </p:sp>
          </p:grpSp>
          <p:pic>
            <p:nvPicPr>
              <p:cNvPr id="40" name="Picture 39">
                <a:extLst>
                  <a:ext uri="{FF2B5EF4-FFF2-40B4-BE49-F238E27FC236}">
                    <a16:creationId xmlns:a16="http://schemas.microsoft.com/office/drawing/2014/main" id="{39EA31CA-5E62-4855-ABBA-F2462D4BCF6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5599" t="21515" r="9759" b="14519"/>
              <a:stretch/>
            </p:blipFill>
            <p:spPr>
              <a:xfrm>
                <a:off x="907537" y="4133365"/>
                <a:ext cx="1076356" cy="810107"/>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5"/>
            <a:ext cx="1137814" cy="1452400"/>
            <a:chOff x="19066718" y="10069438"/>
            <a:chExt cx="1164557" cy="1690475"/>
          </a:xfrm>
        </p:grpSpPr>
        <p:sp>
          <p:nvSpPr>
            <p:cNvPr id="122" name="TextBox 121"/>
            <p:cNvSpPr txBox="1"/>
            <p:nvPr/>
          </p:nvSpPr>
          <p:spPr>
            <a:xfrm>
              <a:off x="19276653" y="10792700"/>
              <a:ext cx="954622" cy="967213"/>
            </a:xfrm>
            <a:prstGeom prst="rect">
              <a:avLst/>
            </a:prstGeom>
            <a:noFill/>
          </p:spPr>
          <p:txBody>
            <a:bodyPr wrap="square" rtlCol="0">
              <a:spAutoFit/>
            </a:bodyPr>
            <a:lstStyle/>
            <a:p>
              <a:endParaRPr lang="en-US" sz="4800" b="1" dirty="0">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967213"/>
            </a:xfrm>
            <a:prstGeom prst="rect">
              <a:avLst/>
            </a:prstGeom>
            <a:noFill/>
          </p:spPr>
          <p:txBody>
            <a:bodyPr wrap="square" rtlCol="0">
              <a:spAutoFit/>
            </a:bodyPr>
            <a:lstStyle/>
            <a:p>
              <a:endPar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4765773" y="1959293"/>
                <a:ext cx="18843860" cy="4486406"/>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spcBef>
                    <a:spcPts val="600"/>
                  </a:spcBef>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Xét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tính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đúng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sai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các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sau</a:t>
                </a:r>
                <a:r>
                  <a:rPr lang="en-US" b="1" dirty="0">
                    <a:latin typeface="Tahoma" panose="020B0604030504040204" pitchFamily="34" charset="0"/>
                    <a:ea typeface="Tahoma" panose="020B0604030504040204" pitchFamily="34" charset="0"/>
                    <a:cs typeface="Tahoma" panose="020B0604030504040204" pitchFamily="34" charset="0"/>
                  </a:rPr>
                  <a:t>:</a:t>
                </a:r>
              </a:p>
              <a:p>
                <a:pPr marL="0" indent="0">
                  <a:spcBef>
                    <a:spcPts val="2400"/>
                  </a:spcBef>
                  <a:buNone/>
                </a:pPr>
                <a:r>
                  <a:rPr lang="en-US" b="1" dirty="0">
                    <a:latin typeface="Tahoma" panose="020B0604030504040204" pitchFamily="34" charset="0"/>
                    <a:ea typeface="Tahoma" panose="020B0604030504040204" pitchFamily="34" charset="0"/>
                    <a:cs typeface="Tahoma" panose="020B0604030504040204" pitchFamily="34" charset="0"/>
                  </a:rPr>
                  <a:t>a) </a:t>
                </a:r>
                <a14:m>
                  <m:oMath xmlns:m="http://schemas.openxmlformats.org/officeDocument/2006/math">
                    <m:r>
                      <a:rPr lang="en-US" b="1" i="1">
                        <a:latin typeface="Cambria Math" panose="02040503050406030204" pitchFamily="18" charset="0"/>
                      </a:rPr>
                      <m:t>𝝅</m:t>
                    </m:r>
                    <m:r>
                      <a:rPr lang="en-US" b="1">
                        <a:latin typeface="Cambria Math" panose="02040503050406030204" pitchFamily="18" charset="0"/>
                      </a:rPr>
                      <m:t>&lt;</m:t>
                    </m:r>
                    <m:f>
                      <m:fPr>
                        <m:ctrlPr>
                          <a:rPr lang="en-US" b="1" i="1">
                            <a:solidFill>
                              <a:srgbClr val="836967"/>
                            </a:solidFill>
                            <a:latin typeface="Cambria Math" panose="02040503050406030204" pitchFamily="18" charset="0"/>
                          </a:rPr>
                        </m:ctrlPr>
                      </m:fPr>
                      <m:num>
                        <m:r>
                          <a:rPr lang="en-US" b="1" i="1">
                            <a:latin typeface="Cambria Math" panose="02040503050406030204" pitchFamily="18" charset="0"/>
                          </a:rPr>
                          <m:t>𝟏𝟎</m:t>
                        </m:r>
                      </m:num>
                      <m:den>
                        <m:r>
                          <a:rPr lang="en-US" b="1" i="1">
                            <a:latin typeface="Cambria Math" panose="02040503050406030204" pitchFamily="18" charset="0"/>
                          </a:rPr>
                          <m:t>𝟑</m:t>
                        </m:r>
                      </m:den>
                    </m:f>
                  </m:oMath>
                </a14:m>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spcBef>
                    <a:spcPts val="2400"/>
                  </a:spcBef>
                  <a:buNone/>
                </a:pPr>
                <a:r>
                  <a:rPr lang="en-US" b="1" dirty="0">
                    <a:latin typeface="Tahoma" panose="020B0604030504040204" pitchFamily="34" charset="0"/>
                    <a:ea typeface="Tahoma" panose="020B0604030504040204" pitchFamily="34" charset="0"/>
                    <a:cs typeface="Tahoma" panose="020B0604030504040204" pitchFamily="34" charset="0"/>
                  </a:rPr>
                  <a:t>b)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trình</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rPr>
                      <m:t>𝟑</m:t>
                    </m:r>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𝟕</m:t>
                    </m:r>
                    <m:r>
                      <a:rPr lang="en-US" b="1" i="1" smtClean="0">
                        <a:latin typeface="Cambria Math" panose="02040503050406030204" pitchFamily="18" charset="0"/>
                      </a:rPr>
                      <m:t>=</m:t>
                    </m:r>
                    <m:r>
                      <a:rPr lang="en-US" b="1" i="1" smtClean="0">
                        <a:latin typeface="Cambria Math" panose="02040503050406030204" pitchFamily="18" charset="0"/>
                      </a:rPr>
                      <m:t>𝟎</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nghiệm</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spcBef>
                    <a:spcPts val="2400"/>
                  </a:spcBef>
                  <a:buNone/>
                </a:pPr>
                <a:r>
                  <a:rPr lang="en-US" b="1" dirty="0">
                    <a:latin typeface="Tahoma" panose="020B0604030504040204" pitchFamily="34" charset="0"/>
                    <a:ea typeface="Tahoma" panose="020B0604030504040204" pitchFamily="34" charset="0"/>
                    <a:cs typeface="Tahoma" panose="020B0604030504040204" pitchFamily="34" charset="0"/>
                  </a:rPr>
                  <a:t>c)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ít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nhất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một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cộng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với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chính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bằng</a:t>
                </a:r>
                <a:r>
                  <a:rPr lang="en-US" b="1" dirty="0">
                    <a:latin typeface="Tahoma" panose="020B0604030504040204" pitchFamily="34" charset="0"/>
                    <a:ea typeface="Tahoma" panose="020B0604030504040204" pitchFamily="34" charset="0"/>
                    <a:cs typeface="Tahoma" panose="020B0604030504040204" pitchFamily="34" charset="0"/>
                  </a:rPr>
                  <a:t> 0;</a:t>
                </a:r>
              </a:p>
              <a:p>
                <a:pPr marL="0" indent="0">
                  <a:spcBef>
                    <a:spcPts val="2400"/>
                  </a:spcBef>
                  <a:buNone/>
                </a:pPr>
                <a:r>
                  <a:rPr lang="en-US" b="1" dirty="0">
                    <a:latin typeface="Tahoma" panose="020B0604030504040204" pitchFamily="34" charset="0"/>
                    <a:ea typeface="Tahoma" panose="020B0604030504040204" pitchFamily="34" charset="0"/>
                    <a:cs typeface="Tahoma" panose="020B0604030504040204" pitchFamily="34" charset="0"/>
                  </a:rPr>
                  <a:t>d) 2022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hợp</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a:t>
                </a:r>
              </a:p>
              <a:p>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4765773" y="1959293"/>
                <a:ext cx="18843860" cy="4486406"/>
              </a:xfrm>
              <a:prstGeom prst="rect">
                <a:avLst/>
              </a:prstGeom>
              <a:blipFill>
                <a:blip r:embed="rId5"/>
                <a:stretch>
                  <a:fillRect l="-1488" t="-4755" b="-1630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E9B58A3C-5A15-4D68-A680-EF85CFEE2ECD}"/>
                  </a:ext>
                </a:extLst>
              </p:cNvPr>
              <p:cNvSpPr txBox="1">
                <a:spLocks/>
              </p:cNvSpPr>
              <p:nvPr/>
            </p:nvSpPr>
            <p:spPr>
              <a:xfrm>
                <a:off x="1106828" y="8454009"/>
                <a:ext cx="22660555" cy="4652391"/>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vi-VN" b="1" dirty="0">
                    <a:latin typeface="Tahoma" panose="020B0604030504040204" pitchFamily="34" charset="0"/>
                    <a:ea typeface="Tahoma" panose="020B0604030504040204" pitchFamily="34" charset="0"/>
                    <a:cs typeface="Tahoma" panose="020B0604030504040204" pitchFamily="34" charset="0"/>
                  </a:rPr>
                  <a:t>a)</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5400" b="1" i="1">
                        <a:latin typeface="Cambria Math" panose="02040503050406030204" pitchFamily="18" charset="0"/>
                      </a:rPr>
                      <m:t>𝝅</m:t>
                    </m:r>
                    <m:r>
                      <a:rPr lang="en-US" sz="5400" b="1">
                        <a:latin typeface="Cambria Math" panose="02040503050406030204" pitchFamily="18" charset="0"/>
                      </a:rPr>
                      <m:t>&lt;</m:t>
                    </m:r>
                    <m:f>
                      <m:fPr>
                        <m:ctrlPr>
                          <a:rPr lang="en-US" sz="5400" b="1" i="1">
                            <a:solidFill>
                              <a:srgbClr val="836967"/>
                            </a:solidFill>
                            <a:latin typeface="Cambria Math" panose="02040503050406030204" pitchFamily="18" charset="0"/>
                          </a:rPr>
                        </m:ctrlPr>
                      </m:fPr>
                      <m:num>
                        <m:r>
                          <a:rPr lang="en-US" sz="5400" b="1" i="1">
                            <a:latin typeface="Cambria Math" panose="02040503050406030204" pitchFamily="18" charset="0"/>
                          </a:rPr>
                          <m:t>𝟏𝟎</m:t>
                        </m:r>
                      </m:num>
                      <m:den>
                        <m:r>
                          <a:rPr lang="en-US" sz="5400" b="1" i="1">
                            <a:latin typeface="Cambria Math" panose="02040503050406030204" pitchFamily="18" charset="0"/>
                          </a:rPr>
                          <m:t>𝟑</m:t>
                        </m:r>
                      </m:den>
                    </m:f>
                    <m:r>
                      <a:rPr lang="en-US" sz="5400" b="1" i="0" smtClean="0">
                        <a:latin typeface="Cambria Math" panose="02040503050406030204" pitchFamily="18" charset="0"/>
                      </a:rPr>
                      <m:t>. </m:t>
                    </m:r>
                  </m:oMath>
                </a14:m>
                <a:r>
                  <a:rPr lang="vi-VN" b="1" dirty="0">
                    <a:latin typeface="Tahoma" panose="020B0604030504040204" pitchFamily="34" charset="0"/>
                    <a:ea typeface="Tahoma" panose="020B0604030504040204" pitchFamily="34" charset="0"/>
                    <a:cs typeface="Tahoma" panose="020B0604030504040204" pitchFamily="34" charset="0"/>
                  </a:rPr>
                  <a:t>Mệnh đề đúng do</a:t>
                </a:r>
                <a14:m>
                  <m:oMath xmlns:m="http://schemas.openxmlformats.org/officeDocument/2006/math">
                    <m:r>
                      <a:rPr lang="en-US" b="1" i="0" smtClean="0">
                        <a:latin typeface="Cambria Math" panose="02040503050406030204" pitchFamily="18" charset="0"/>
                      </a:rPr>
                      <m:t> </m:t>
                    </m:r>
                    <m:r>
                      <a:rPr lang="en-US" b="1" i="1">
                        <a:latin typeface="Cambria Math" panose="02040503050406030204" pitchFamily="18" charset="0"/>
                      </a:rPr>
                      <m:t>𝝅</m:t>
                    </m:r>
                    <m:r>
                      <a:rPr lang="en-US" b="1">
                        <a:latin typeface="Cambria Math" panose="02040503050406030204" pitchFamily="18" charset="0"/>
                      </a:rPr>
                      <m:t>≈</m:t>
                    </m:r>
                    <m:r>
                      <a:rPr lang="en-US" b="1" i="1">
                        <a:latin typeface="Cambria Math" panose="02040503050406030204" pitchFamily="18" charset="0"/>
                      </a:rPr>
                      <m:t>𝟑</m:t>
                    </m:r>
                    <m:r>
                      <a:rPr lang="en-US" b="1">
                        <a:latin typeface="Cambria Math" panose="02040503050406030204" pitchFamily="18" charset="0"/>
                      </a:rPr>
                      <m:t>,</m:t>
                    </m:r>
                    <m:r>
                      <a:rPr lang="en-US" b="1" i="1">
                        <a:latin typeface="Cambria Math" panose="02040503050406030204" pitchFamily="18" charset="0"/>
                      </a:rPr>
                      <m:t>𝟏𝟒</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f>
                      <m:fPr>
                        <m:ctrlPr>
                          <a:rPr lang="en-US" b="1" i="1">
                            <a:solidFill>
                              <a:srgbClr val="836967"/>
                            </a:solidFill>
                            <a:latin typeface="Cambria Math" panose="02040503050406030204" pitchFamily="18" charset="0"/>
                          </a:rPr>
                        </m:ctrlPr>
                      </m:fPr>
                      <m:num>
                        <m:r>
                          <a:rPr lang="en-US" b="1" i="1">
                            <a:latin typeface="Cambria Math" panose="02040503050406030204" pitchFamily="18" charset="0"/>
                          </a:rPr>
                          <m:t>𝟏𝟎</m:t>
                        </m:r>
                      </m:num>
                      <m:den>
                        <m:r>
                          <a:rPr lang="en-US" b="1" i="1">
                            <a:latin typeface="Cambria Math" panose="02040503050406030204" pitchFamily="18" charset="0"/>
                          </a:rPr>
                          <m:t>𝟑</m:t>
                        </m:r>
                      </m:den>
                    </m:f>
                    <m:r>
                      <a:rPr lang="en-US" b="1">
                        <a:latin typeface="Cambria Math" panose="02040503050406030204" pitchFamily="18" charset="0"/>
                      </a:rPr>
                      <m:t>≈</m:t>
                    </m:r>
                    <m:r>
                      <a:rPr lang="en-US" b="1" i="1">
                        <a:latin typeface="Cambria Math" panose="02040503050406030204" pitchFamily="18" charset="0"/>
                      </a:rPr>
                      <m:t>𝟑</m:t>
                    </m:r>
                    <m:r>
                      <a:rPr lang="en-US" b="1">
                        <a:latin typeface="Cambria Math" panose="02040503050406030204" pitchFamily="18" charset="0"/>
                      </a:rPr>
                      <m:t>,</m:t>
                    </m:r>
                    <m:r>
                      <a:rPr lang="en-US" b="1" i="1">
                        <a:latin typeface="Cambria Math" panose="02040503050406030204" pitchFamily="18" charset="0"/>
                      </a:rPr>
                      <m:t>𝟑𝟑</m:t>
                    </m:r>
                    <m:r>
                      <a:rPr lang="en-US" b="1" i="0" smtClean="0">
                        <a:latin typeface="Cambria Math" panose="02040503050406030204" pitchFamily="18" charset="0"/>
                      </a:rPr>
                      <m:t> </m:t>
                    </m:r>
                  </m:oMath>
                </a14:m>
                <a:r>
                  <a:rPr lang="vi-VN" b="1" dirty="0">
                    <a:latin typeface="Tahoma" panose="020B0604030504040204" pitchFamily="34" charset="0"/>
                    <a:ea typeface="Tahoma" panose="020B0604030504040204" pitchFamily="34" charset="0"/>
                    <a:cs typeface="Tahoma" panose="020B0604030504040204" pitchFamily="34" charset="0"/>
                  </a:rPr>
                  <a:t>nên</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rPr>
                      <m:t>𝝅</m:t>
                    </m:r>
                    <m:r>
                      <a:rPr lang="en-US" b="1">
                        <a:latin typeface="Cambria Math" panose="02040503050406030204" pitchFamily="18" charset="0"/>
                      </a:rPr>
                      <m:t>&lt;</m:t>
                    </m:r>
                    <m:f>
                      <m:fPr>
                        <m:ctrlPr>
                          <a:rPr lang="en-US" b="1" i="1">
                            <a:solidFill>
                              <a:srgbClr val="836967"/>
                            </a:solidFill>
                            <a:latin typeface="Cambria Math" panose="02040503050406030204" pitchFamily="18" charset="0"/>
                          </a:rPr>
                        </m:ctrlPr>
                      </m:fPr>
                      <m:num>
                        <m:r>
                          <a:rPr lang="en-US" b="1" i="1">
                            <a:latin typeface="Cambria Math" panose="02040503050406030204" pitchFamily="18" charset="0"/>
                          </a:rPr>
                          <m:t>𝟏𝟎</m:t>
                        </m:r>
                      </m:num>
                      <m:den>
                        <m:r>
                          <a:rPr lang="en-US" b="1" i="1">
                            <a:latin typeface="Cambria Math" panose="02040503050406030204" pitchFamily="18" charset="0"/>
                          </a:rPr>
                          <m:t>𝟑</m:t>
                        </m:r>
                      </m:den>
                    </m:f>
                  </m:oMath>
                </a14:m>
                <a:r>
                  <a:rPr lang="vi-VN" b="1" dirty="0">
                    <a:latin typeface="Tahoma" panose="020B0604030504040204" pitchFamily="34" charset="0"/>
                    <a:ea typeface="Tahoma" panose="020B0604030504040204" pitchFamily="34" charset="0"/>
                    <a:cs typeface="Tahoma" panose="020B0604030504040204" pitchFamily="34" charset="0"/>
                  </a:rPr>
                  <a:t>  . </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vi-VN" b="1" dirty="0">
                    <a:latin typeface="Tahoma" panose="020B0604030504040204" pitchFamily="34" charset="0"/>
                    <a:ea typeface="Tahoma" panose="020B0604030504040204" pitchFamily="34" charset="0"/>
                    <a:cs typeface="Tahoma" panose="020B0604030504040204" pitchFamily="34" charset="0"/>
                  </a:rPr>
                  <a:t>b) Vì phương trình </a:t>
                </a:r>
                <a14:m>
                  <m:oMath xmlns:m="http://schemas.openxmlformats.org/officeDocument/2006/math">
                    <m:r>
                      <a:rPr lang="en-US" b="1" i="1">
                        <a:latin typeface="Cambria Math" panose="02040503050406030204" pitchFamily="18" charset="0"/>
                      </a:rPr>
                      <m:t>𝟑</m:t>
                    </m:r>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𝟕</m:t>
                    </m:r>
                    <m:r>
                      <a:rPr lang="en-US" b="1" i="1">
                        <a:latin typeface="Cambria Math" panose="02040503050406030204" pitchFamily="18" charset="0"/>
                      </a:rPr>
                      <m:t>=</m:t>
                    </m:r>
                    <m:r>
                      <a:rPr lang="en-US" b="1" i="1">
                        <a:latin typeface="Cambria Math" panose="02040503050406030204" pitchFamily="18" charset="0"/>
                      </a:rPr>
                      <m:t>𝟎</m:t>
                    </m:r>
                  </m:oMath>
                </a14:m>
                <a:r>
                  <a:rPr lang="vi-VN" b="1" dirty="0">
                    <a:latin typeface="Tahoma" panose="020B0604030504040204" pitchFamily="34" charset="0"/>
                    <a:ea typeface="Tahoma" panose="020B0604030504040204" pitchFamily="34" charset="0"/>
                    <a:cs typeface="Tahoma" panose="020B0604030504040204" pitchFamily="34" charset="0"/>
                  </a:rPr>
                  <a:t> có nghiệm hữu tỉ  nên mệnh đề là đúng. </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lnSpc>
                    <a:spcPct val="150000"/>
                  </a:lnSpc>
                  <a:buNone/>
                </a:pPr>
                <a:r>
                  <a:rPr lang="vi-VN" b="1" dirty="0">
                    <a:latin typeface="Tahoma" panose="020B0604030504040204" pitchFamily="34" charset="0"/>
                    <a:ea typeface="Tahoma" panose="020B0604030504040204" pitchFamily="34" charset="0"/>
                    <a:cs typeface="Tahoma" panose="020B0604030504040204" pitchFamily="34" charset="0"/>
                  </a:rPr>
                  <a:t>c) Có ít nhất một số cộng với chính nó bằng 0;</a:t>
                </a: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Do tồn tại số thực 0 để </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lnSpc>
                    <a:spcPct val="150000"/>
                  </a:lnSpc>
                  <a:buNone/>
                </a:pP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0 + 0 = 0 nên mệnh đề đúng.</a:t>
                </a:r>
              </a:p>
              <a:p>
                <a:pPr marL="0" indent="0">
                  <a:buNone/>
                </a:pPr>
                <a:endParaRPr lang="vi-VN" b="1" dirty="0">
                  <a:latin typeface="Tahoma" panose="020B0604030504040204" pitchFamily="34" charset="0"/>
                  <a:ea typeface="Tahoma" panose="020B0604030504040204" pitchFamily="34" charset="0"/>
                  <a:cs typeface="Tahoma" panose="020B0604030504040204" pitchFamily="34" charset="0"/>
                </a:endParaRPr>
              </a:p>
              <a:p>
                <a:endParaRPr lang="vi-VN"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6" name="Content Placeholder 2">
                <a:extLst>
                  <a:ext uri="{FF2B5EF4-FFF2-40B4-BE49-F238E27FC236}">
                    <a16:creationId xmlns:a16="http://schemas.microsoft.com/office/drawing/2014/main" id="{E9B58A3C-5A15-4D68-A680-EF85CFEE2ECD}"/>
                  </a:ext>
                </a:extLst>
              </p:cNvPr>
              <p:cNvSpPr txBox="1">
                <a:spLocks noRot="1" noChangeAspect="1" noMove="1" noResize="1" noEditPoints="1" noAdjustHandles="1" noChangeArrowheads="1" noChangeShapeType="1" noTextEdit="1"/>
              </p:cNvSpPr>
              <p:nvPr/>
            </p:nvSpPr>
            <p:spPr>
              <a:xfrm>
                <a:off x="1106828" y="8454009"/>
                <a:ext cx="22660555" cy="4652391"/>
              </a:xfrm>
              <a:prstGeom prst="rect">
                <a:avLst/>
              </a:prstGeom>
              <a:blipFill>
                <a:blip r:embed="rId6"/>
                <a:stretch>
                  <a:fillRect l="-1238" b="-6553"/>
                </a:stretch>
              </a:blipFill>
              <a:ln>
                <a:noFill/>
              </a:ln>
            </p:spPr>
            <p:txBody>
              <a:bodyPr/>
              <a:lstStyle/>
              <a:p>
                <a:r>
                  <a:rPr lang="en-US">
                    <a:noFill/>
                  </a:rPr>
                  <a:t> </a:t>
                </a:r>
              </a:p>
            </p:txBody>
          </p:sp>
        </mc:Fallback>
      </mc:AlternateContent>
      <p:sp>
        <p:nvSpPr>
          <p:cNvPr id="7" name="Rectangle 7">
            <a:extLst>
              <a:ext uri="{FF2B5EF4-FFF2-40B4-BE49-F238E27FC236}">
                <a16:creationId xmlns:a16="http://schemas.microsoft.com/office/drawing/2014/main" id="{A4BBFD56-BA2F-4B07-9447-3EC2F2938B75}"/>
              </a:ext>
            </a:extLst>
          </p:cNvPr>
          <p:cNvSpPr>
            <a:spLocks noChangeArrowheads="1"/>
          </p:cNvSpPr>
          <p:nvPr/>
        </p:nvSpPr>
        <p:spPr bwMode="auto">
          <a:xfrm>
            <a:off x="0" y="-415498"/>
            <a:ext cx="18473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22" name="Group 21">
            <a:extLst>
              <a:ext uri="{FF2B5EF4-FFF2-40B4-BE49-F238E27FC236}">
                <a16:creationId xmlns:a16="http://schemas.microsoft.com/office/drawing/2014/main" id="{0EA8743C-4B76-44EB-9AD0-FC0B10305F50}"/>
              </a:ext>
            </a:extLst>
          </p:cNvPr>
          <p:cNvGrpSpPr/>
          <p:nvPr/>
        </p:nvGrpSpPr>
        <p:grpSpPr>
          <a:xfrm>
            <a:off x="990600" y="7249200"/>
            <a:ext cx="3725766" cy="828000"/>
            <a:chOff x="1275608" y="6322796"/>
            <a:chExt cx="3572909" cy="828631"/>
          </a:xfrm>
        </p:grpSpPr>
        <p:sp>
          <p:nvSpPr>
            <p:cNvPr id="23" name="Freeform 20">
              <a:extLst>
                <a:ext uri="{FF2B5EF4-FFF2-40B4-BE49-F238E27FC236}">
                  <a16:creationId xmlns:a16="http://schemas.microsoft.com/office/drawing/2014/main" id="{1BF9A5F8-0599-4D62-B48F-9754F5C9D9BA}"/>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4" name="TextBox 23">
              <a:extLst>
                <a:ext uri="{FF2B5EF4-FFF2-40B4-BE49-F238E27FC236}">
                  <a16:creationId xmlns:a16="http://schemas.microsoft.com/office/drawing/2014/main" id="{AAFFE573-F736-4133-AFA8-0B94EB5AAB95}"/>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27" name="Round Diagonal Corner Rectangle 8">
              <a:extLst>
                <a:ext uri="{FF2B5EF4-FFF2-40B4-BE49-F238E27FC236}">
                  <a16:creationId xmlns:a16="http://schemas.microsoft.com/office/drawing/2014/main" id="{4AC55187-37DD-4A68-894A-639B66C3D482}"/>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8" name="Freeform 9">
              <a:extLst>
                <a:ext uri="{FF2B5EF4-FFF2-40B4-BE49-F238E27FC236}">
                  <a16:creationId xmlns:a16="http://schemas.microsoft.com/office/drawing/2014/main" id="{D94F5D06-B512-407A-BCCE-8E8CFA4BC4EE}"/>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825235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5">
                                            <p:txEl>
                                              <p:pRg st="0" end="0"/>
                                            </p:txEl>
                                          </p:spTgt>
                                        </p:tgtEl>
                                        <p:attrNameLst>
                                          <p:attrName>style.visibility</p:attrName>
                                        </p:attrNameLst>
                                      </p:cBhvr>
                                      <p:to>
                                        <p:strVal val="visible"/>
                                      </p:to>
                                    </p:set>
                                    <p:animEffect transition="in" filter="wipe(up)">
                                      <p:cBhvr>
                                        <p:cTn id="11" dur="500"/>
                                        <p:tgtEl>
                                          <p:spTgt spid="25">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5">
                                            <p:txEl>
                                              <p:pRg st="1" end="1"/>
                                            </p:txEl>
                                          </p:spTgt>
                                        </p:tgtEl>
                                        <p:attrNameLst>
                                          <p:attrName>style.visibility</p:attrName>
                                        </p:attrNameLst>
                                      </p:cBhvr>
                                      <p:to>
                                        <p:strVal val="visible"/>
                                      </p:to>
                                    </p:set>
                                    <p:animEffect transition="in" filter="wipe(up)">
                                      <p:cBhvr>
                                        <p:cTn id="15" dur="500"/>
                                        <p:tgtEl>
                                          <p:spTgt spid="25">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25">
                                            <p:txEl>
                                              <p:pRg st="2" end="2"/>
                                            </p:txEl>
                                          </p:spTgt>
                                        </p:tgtEl>
                                        <p:attrNameLst>
                                          <p:attrName>style.visibility</p:attrName>
                                        </p:attrNameLst>
                                      </p:cBhvr>
                                      <p:to>
                                        <p:strVal val="visible"/>
                                      </p:to>
                                    </p:set>
                                    <p:animEffect transition="in" filter="wipe(up)">
                                      <p:cBhvr>
                                        <p:cTn id="19" dur="500"/>
                                        <p:tgtEl>
                                          <p:spTgt spid="25">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25">
                                            <p:txEl>
                                              <p:pRg st="3" end="3"/>
                                            </p:txEl>
                                          </p:spTgt>
                                        </p:tgtEl>
                                        <p:attrNameLst>
                                          <p:attrName>style.visibility</p:attrName>
                                        </p:attrNameLst>
                                      </p:cBhvr>
                                      <p:to>
                                        <p:strVal val="visible"/>
                                      </p:to>
                                    </p:set>
                                    <p:animEffect transition="in" filter="wipe(up)">
                                      <p:cBhvr>
                                        <p:cTn id="23" dur="500"/>
                                        <p:tgtEl>
                                          <p:spTgt spid="25">
                                            <p:txEl>
                                              <p:pRg st="3" end="3"/>
                                            </p:txEl>
                                          </p:spTgt>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25">
                                            <p:txEl>
                                              <p:pRg st="4" end="4"/>
                                            </p:txEl>
                                          </p:spTgt>
                                        </p:tgtEl>
                                        <p:attrNameLst>
                                          <p:attrName>style.visibility</p:attrName>
                                        </p:attrNameLst>
                                      </p:cBhvr>
                                      <p:to>
                                        <p:strVal val="visible"/>
                                      </p:to>
                                    </p:set>
                                    <p:animEffect transition="in" filter="wipe(up)">
                                      <p:cBhvr>
                                        <p:cTn id="27" dur="500"/>
                                        <p:tgtEl>
                                          <p:spTgt spid="25">
                                            <p:txEl>
                                              <p:pRg st="4" end="4"/>
                                            </p:txEl>
                                          </p:spTgt>
                                        </p:tgtEl>
                                      </p:cBhvr>
                                    </p:animEffect>
                                  </p:childTnLst>
                                </p:cTn>
                              </p:par>
                            </p:childTnLst>
                          </p:cTn>
                        </p:par>
                        <p:par>
                          <p:cTn id="28" fill="hold">
                            <p:stCondLst>
                              <p:cond delay="3000"/>
                            </p:stCondLst>
                            <p:childTnLst>
                              <p:par>
                                <p:cTn id="29" presetID="16" presetClass="entr" presetSubtype="21" fill="hold" nodeType="after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barn(inVertical)">
                                      <p:cBhvr>
                                        <p:cTn id="31" dur="500"/>
                                        <p:tgtEl>
                                          <p:spTgt spid="2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wipe(up)">
                                      <p:cBhvr>
                                        <p:cTn id="36" dur="500"/>
                                        <p:tgtEl>
                                          <p:spTgt spid="2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26">
                                            <p:txEl>
                                              <p:pRg st="0" end="0"/>
                                            </p:txEl>
                                          </p:spTgt>
                                        </p:tgtEl>
                                        <p:attrNameLst>
                                          <p:attrName>style.visibility</p:attrName>
                                        </p:attrNameLst>
                                      </p:cBhvr>
                                      <p:to>
                                        <p:strVal val="visible"/>
                                      </p:to>
                                    </p:set>
                                    <p:animEffect transition="in" filter="wipe(up)">
                                      <p:cBhvr>
                                        <p:cTn id="41" dur="500"/>
                                        <p:tgtEl>
                                          <p:spTgt spid="26">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26">
                                            <p:txEl>
                                              <p:pRg st="1" end="1"/>
                                            </p:txEl>
                                          </p:spTgt>
                                        </p:tgtEl>
                                        <p:attrNameLst>
                                          <p:attrName>style.visibility</p:attrName>
                                        </p:attrNameLst>
                                      </p:cBhvr>
                                      <p:to>
                                        <p:strVal val="visible"/>
                                      </p:to>
                                    </p:set>
                                    <p:animEffect transition="in" filter="wipe(up)">
                                      <p:cBhvr>
                                        <p:cTn id="46" dur="500"/>
                                        <p:tgtEl>
                                          <p:spTgt spid="26">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26">
                                            <p:txEl>
                                              <p:pRg st="2" end="2"/>
                                            </p:txEl>
                                          </p:spTgt>
                                        </p:tgtEl>
                                        <p:attrNameLst>
                                          <p:attrName>style.visibility</p:attrName>
                                        </p:attrNameLst>
                                      </p:cBhvr>
                                      <p:to>
                                        <p:strVal val="visible"/>
                                      </p:to>
                                    </p:set>
                                    <p:animEffect transition="in" filter="wipe(up)">
                                      <p:cBhvr>
                                        <p:cTn id="51" dur="500"/>
                                        <p:tgtEl>
                                          <p:spTgt spid="26">
                                            <p:txEl>
                                              <p:pRg st="2" end="2"/>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26">
                                            <p:txEl>
                                              <p:pRg st="3" end="3"/>
                                            </p:txEl>
                                          </p:spTgt>
                                        </p:tgtEl>
                                        <p:attrNameLst>
                                          <p:attrName>style.visibility</p:attrName>
                                        </p:attrNameLst>
                                      </p:cBhvr>
                                      <p:to>
                                        <p:strVal val="visible"/>
                                      </p:to>
                                    </p:set>
                                    <p:animEffect transition="in" filter="wipe(up)">
                                      <p:cBhvr>
                                        <p:cTn id="56" dur="500"/>
                                        <p:tgtEl>
                                          <p:spTgt spid="2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52">
            <a:extLst>
              <a:ext uri="{FF2B5EF4-FFF2-40B4-BE49-F238E27FC236}">
                <a16:creationId xmlns:a16="http://schemas.microsoft.com/office/drawing/2014/main" id="{4F4AA5FD-8F03-4AC3-A426-AC82C8339B0B}"/>
              </a:ext>
            </a:extLst>
          </p:cNvPr>
          <p:cNvSpPr/>
          <p:nvPr/>
        </p:nvSpPr>
        <p:spPr>
          <a:xfrm>
            <a:off x="703920" y="7812674"/>
            <a:ext cx="22731004" cy="4897898"/>
          </a:xfrm>
          <a:prstGeom prst="roundRect">
            <a:avLst>
              <a:gd name="adj" fmla="val 2239"/>
            </a:avLst>
          </a:prstGeom>
          <a:solidFill>
            <a:schemeClr val="accent5">
              <a:lumMod val="40000"/>
              <a:lumOff val="60000"/>
            </a:schemeClr>
          </a:solid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29" name="Group 28">
            <a:extLst>
              <a:ext uri="{FF2B5EF4-FFF2-40B4-BE49-F238E27FC236}">
                <a16:creationId xmlns:a16="http://schemas.microsoft.com/office/drawing/2014/main" id="{248D407C-158A-4094-801B-C152E7CB5B46}"/>
              </a:ext>
            </a:extLst>
          </p:cNvPr>
          <p:cNvGrpSpPr/>
          <p:nvPr/>
        </p:nvGrpSpPr>
        <p:grpSpPr>
          <a:xfrm>
            <a:off x="684305" y="1556880"/>
            <a:ext cx="22785295" cy="5555744"/>
            <a:chOff x="907537" y="4133365"/>
            <a:chExt cx="23797756" cy="4031343"/>
          </a:xfrm>
        </p:grpSpPr>
        <p:sp>
          <p:nvSpPr>
            <p:cNvPr id="32" name="Rounded Rectangle 36">
              <a:extLst>
                <a:ext uri="{FF2B5EF4-FFF2-40B4-BE49-F238E27FC236}">
                  <a16:creationId xmlns:a16="http://schemas.microsoft.com/office/drawing/2014/main" id="{8DAE7818-FB12-462D-8980-1E516ABB17EF}"/>
                </a:ext>
              </a:extLst>
            </p:cNvPr>
            <p:cNvSpPr/>
            <p:nvPr/>
          </p:nvSpPr>
          <p:spPr>
            <a:xfrm>
              <a:off x="964240" y="4247391"/>
              <a:ext cx="23741053" cy="3917317"/>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latin typeface="Tahoma" panose="020B0604030504040204" pitchFamily="34" charset="0"/>
                <a:ea typeface="Tahoma" panose="020B0604030504040204" pitchFamily="34" charset="0"/>
                <a:cs typeface="Tahoma" panose="020B0604030504040204" pitchFamily="34" charset="0"/>
              </a:endParaRPr>
            </a:p>
          </p:txBody>
        </p:sp>
        <p:grpSp>
          <p:nvGrpSpPr>
            <p:cNvPr id="34" name="Group 33">
              <a:extLst>
                <a:ext uri="{FF2B5EF4-FFF2-40B4-BE49-F238E27FC236}">
                  <a16:creationId xmlns:a16="http://schemas.microsoft.com/office/drawing/2014/main" id="{4F23E3E1-FCE1-49FB-99AA-9C07F74C1F90}"/>
                </a:ext>
              </a:extLst>
            </p:cNvPr>
            <p:cNvGrpSpPr/>
            <p:nvPr/>
          </p:nvGrpSpPr>
          <p:grpSpPr>
            <a:xfrm>
              <a:off x="907537" y="4133365"/>
              <a:ext cx="3755822" cy="810107"/>
              <a:chOff x="907537" y="4133365"/>
              <a:chExt cx="3755822" cy="810107"/>
            </a:xfrm>
          </p:grpSpPr>
          <p:grpSp>
            <p:nvGrpSpPr>
              <p:cNvPr id="35" name="Group 34">
                <a:extLst>
                  <a:ext uri="{FF2B5EF4-FFF2-40B4-BE49-F238E27FC236}">
                    <a16:creationId xmlns:a16="http://schemas.microsoft.com/office/drawing/2014/main" id="{BEADDF1F-15D0-4CCD-BE1C-A94E1D49734D}"/>
                  </a:ext>
                </a:extLst>
              </p:cNvPr>
              <p:cNvGrpSpPr/>
              <p:nvPr/>
            </p:nvGrpSpPr>
            <p:grpSpPr>
              <a:xfrm>
                <a:off x="1390227" y="4202753"/>
                <a:ext cx="3273132" cy="712786"/>
                <a:chOff x="2056977" y="4564703"/>
                <a:chExt cx="3273132" cy="712786"/>
              </a:xfrm>
            </p:grpSpPr>
            <p:sp>
              <p:nvSpPr>
                <p:cNvPr id="45" name="Freeform 20">
                  <a:extLst>
                    <a:ext uri="{FF2B5EF4-FFF2-40B4-BE49-F238E27FC236}">
                      <a16:creationId xmlns:a16="http://schemas.microsoft.com/office/drawing/2014/main" id="{763A1102-4D2E-4FAA-9438-560F298E007E}"/>
                    </a:ext>
                  </a:extLst>
                </p:cNvPr>
                <p:cNvSpPr>
                  <a:spLocks/>
                </p:cNvSpPr>
                <p:nvPr/>
              </p:nvSpPr>
              <p:spPr bwMode="auto">
                <a:xfrm rot="5400000">
                  <a:off x="3357877" y="3263803"/>
                  <a:ext cx="671331" cy="3273131"/>
                </a:xfrm>
                <a:prstGeom prst="round2SameRect">
                  <a:avLst>
                    <a:gd name="adj1" fmla="val 19445"/>
                    <a:gd name="adj2" fmla="val 0"/>
                  </a:avLst>
                </a:prstGeom>
                <a:solidFill>
                  <a:schemeClr val="bg1"/>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sp>
              <p:nvSpPr>
                <p:cNvPr id="46" name="TextBox 45">
                  <a:extLst>
                    <a:ext uri="{FF2B5EF4-FFF2-40B4-BE49-F238E27FC236}">
                      <a16:creationId xmlns:a16="http://schemas.microsoft.com/office/drawing/2014/main" id="{465B47D8-6188-40CC-9F7D-2C1CD33E9853}"/>
                    </a:ext>
                  </a:extLst>
                </p:cNvPr>
                <p:cNvSpPr txBox="1"/>
                <p:nvPr/>
              </p:nvSpPr>
              <p:spPr>
                <a:xfrm>
                  <a:off x="2526391" y="4674503"/>
                  <a:ext cx="2803718" cy="602986"/>
                </a:xfrm>
                <a:prstGeom prst="rect">
                  <a:avLst/>
                </a:prstGeom>
                <a:noFill/>
              </p:spPr>
              <p:txBody>
                <a:bodyPr wrap="square" rtlCol="0">
                  <a:spAutoFit/>
                </a:bodyPr>
                <a:lstStyle/>
                <a:p>
                  <a:pPr algn="ctr"/>
                  <a:r>
                    <a:rPr lang="vi-VN" sz="4800" b="1" dirty="0">
                      <a:solidFill>
                        <a:srgbClr val="0000CC"/>
                      </a:solidFill>
                      <a:latin typeface="Tahoma" pitchFamily="34" charset="0"/>
                      <a:ea typeface="Tahoma" pitchFamily="34" charset="0"/>
                      <a:cs typeface="Tahoma" pitchFamily="34" charset="0"/>
                    </a:rPr>
                    <a:t>C</a:t>
                  </a:r>
                  <a:r>
                    <a:rPr lang="en-US" sz="4800" b="1" dirty="0" err="1">
                      <a:solidFill>
                        <a:srgbClr val="0000CC"/>
                      </a:solidFill>
                      <a:latin typeface="Tahoma" pitchFamily="34" charset="0"/>
                      <a:ea typeface="Tahoma" pitchFamily="34" charset="0"/>
                      <a:cs typeface="Tahoma" pitchFamily="34" charset="0"/>
                    </a:rPr>
                    <a:t>âu</a:t>
                  </a:r>
                  <a:r>
                    <a:rPr lang="vi-VN" sz="4800" b="1" dirty="0">
                      <a:solidFill>
                        <a:srgbClr val="0000CC"/>
                      </a:solidFill>
                      <a:latin typeface="Tahoma" pitchFamily="34" charset="0"/>
                      <a:ea typeface="Tahoma" pitchFamily="34" charset="0"/>
                      <a:cs typeface="Tahoma" pitchFamily="34" charset="0"/>
                    </a:rPr>
                    <a:t> </a:t>
                  </a:r>
                  <a:r>
                    <a:rPr lang="en-US" sz="4800" b="1" dirty="0">
                      <a:solidFill>
                        <a:srgbClr val="0000CC"/>
                      </a:solidFill>
                      <a:latin typeface="Tahoma" pitchFamily="34" charset="0"/>
                      <a:ea typeface="Tahoma" pitchFamily="34" charset="0"/>
                      <a:cs typeface="Tahoma" pitchFamily="34" charset="0"/>
                    </a:rPr>
                    <a:t>1.2</a:t>
                  </a:r>
                </a:p>
              </p:txBody>
            </p:sp>
          </p:grpSp>
          <p:pic>
            <p:nvPicPr>
              <p:cNvPr id="40" name="Picture 39">
                <a:extLst>
                  <a:ext uri="{FF2B5EF4-FFF2-40B4-BE49-F238E27FC236}">
                    <a16:creationId xmlns:a16="http://schemas.microsoft.com/office/drawing/2014/main" id="{39EA31CA-5E62-4855-ABBA-F2462D4BCF6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5599" t="21515" r="9759" b="14519"/>
              <a:stretch/>
            </p:blipFill>
            <p:spPr>
              <a:xfrm>
                <a:off x="907537" y="4133365"/>
                <a:ext cx="1076356" cy="810107"/>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5"/>
            <a:ext cx="1137814" cy="1452400"/>
            <a:chOff x="19066718" y="10069438"/>
            <a:chExt cx="1164557" cy="1690475"/>
          </a:xfrm>
        </p:grpSpPr>
        <p:sp>
          <p:nvSpPr>
            <p:cNvPr id="122" name="TextBox 121"/>
            <p:cNvSpPr txBox="1"/>
            <p:nvPr/>
          </p:nvSpPr>
          <p:spPr>
            <a:xfrm>
              <a:off x="19276653" y="10792700"/>
              <a:ext cx="954622" cy="967213"/>
            </a:xfrm>
            <a:prstGeom prst="rect">
              <a:avLst/>
            </a:prstGeom>
            <a:noFill/>
          </p:spPr>
          <p:txBody>
            <a:bodyPr wrap="square" rtlCol="0">
              <a:spAutoFit/>
            </a:bodyPr>
            <a:lstStyle/>
            <a:p>
              <a:endParaRPr lang="en-US" sz="4800" b="1" dirty="0">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967213"/>
            </a:xfrm>
            <a:prstGeom prst="rect">
              <a:avLst/>
            </a:prstGeom>
            <a:noFill/>
          </p:spPr>
          <p:txBody>
            <a:bodyPr wrap="square" rtlCol="0">
              <a:spAutoFit/>
            </a:bodyPr>
            <a:lstStyle/>
            <a:p>
              <a:endPar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4482501" y="1904366"/>
                <a:ext cx="18225100" cy="4486406"/>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spcBef>
                    <a:spcPts val="600"/>
                  </a:spcBef>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Xét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tính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đúng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sai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các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sau</a:t>
                </a:r>
                <a:r>
                  <a:rPr lang="en-US" b="1" dirty="0">
                    <a:latin typeface="Tahoma" panose="020B0604030504040204" pitchFamily="34" charset="0"/>
                    <a:ea typeface="Tahoma" panose="020B0604030504040204" pitchFamily="34" charset="0"/>
                    <a:cs typeface="Tahoma" panose="020B0604030504040204" pitchFamily="34" charset="0"/>
                  </a:rPr>
                  <a:t>:</a:t>
                </a:r>
              </a:p>
              <a:p>
                <a:pPr marL="0" indent="0">
                  <a:spcBef>
                    <a:spcPts val="2400"/>
                  </a:spcBef>
                  <a:buNone/>
                </a:pPr>
                <a:r>
                  <a:rPr lang="en-US" b="1" dirty="0">
                    <a:latin typeface="Tahoma" panose="020B0604030504040204" pitchFamily="34" charset="0"/>
                    <a:ea typeface="Tahoma" panose="020B0604030504040204" pitchFamily="34" charset="0"/>
                    <a:cs typeface="Tahoma" panose="020B0604030504040204" pitchFamily="34" charset="0"/>
                  </a:rPr>
                  <a:t>a) </a:t>
                </a:r>
                <a14:m>
                  <m:oMath xmlns:m="http://schemas.openxmlformats.org/officeDocument/2006/math">
                    <m:r>
                      <a:rPr lang="en-US" b="1" i="1">
                        <a:latin typeface="Cambria Math" panose="02040503050406030204" pitchFamily="18" charset="0"/>
                      </a:rPr>
                      <m:t>𝝅</m:t>
                    </m:r>
                    <m:r>
                      <a:rPr lang="en-US" b="1">
                        <a:latin typeface="Cambria Math" panose="02040503050406030204" pitchFamily="18" charset="0"/>
                      </a:rPr>
                      <m:t>&lt;</m:t>
                    </m:r>
                    <m:f>
                      <m:fPr>
                        <m:ctrlPr>
                          <a:rPr lang="en-US" b="1" i="1">
                            <a:solidFill>
                              <a:srgbClr val="836967"/>
                            </a:solidFill>
                            <a:latin typeface="Cambria Math" panose="02040503050406030204" pitchFamily="18" charset="0"/>
                          </a:rPr>
                        </m:ctrlPr>
                      </m:fPr>
                      <m:num>
                        <m:r>
                          <a:rPr lang="en-US" b="1" i="1">
                            <a:latin typeface="Cambria Math" panose="02040503050406030204" pitchFamily="18" charset="0"/>
                          </a:rPr>
                          <m:t>𝟏𝟎</m:t>
                        </m:r>
                      </m:num>
                      <m:den>
                        <m:r>
                          <a:rPr lang="en-US" b="1" i="1">
                            <a:latin typeface="Cambria Math" panose="02040503050406030204" pitchFamily="18" charset="0"/>
                          </a:rPr>
                          <m:t>𝟑</m:t>
                        </m:r>
                      </m:den>
                    </m:f>
                  </m:oMath>
                </a14:m>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spcBef>
                    <a:spcPts val="2400"/>
                  </a:spcBef>
                  <a:buNone/>
                </a:pPr>
                <a:r>
                  <a:rPr lang="en-US" b="1" dirty="0">
                    <a:latin typeface="Tahoma" panose="020B0604030504040204" pitchFamily="34" charset="0"/>
                    <a:ea typeface="Tahoma" panose="020B0604030504040204" pitchFamily="34" charset="0"/>
                    <a:cs typeface="Tahoma" panose="020B0604030504040204" pitchFamily="34" charset="0"/>
                  </a:rPr>
                  <a:t>b)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trình</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rPr>
                      <m:t>𝟑</m:t>
                    </m:r>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𝟕</m:t>
                    </m:r>
                    <m:r>
                      <a:rPr lang="en-US" b="1" i="1" smtClean="0">
                        <a:latin typeface="Cambria Math" panose="02040503050406030204" pitchFamily="18" charset="0"/>
                      </a:rPr>
                      <m:t>=</m:t>
                    </m:r>
                    <m:r>
                      <a:rPr lang="en-US" b="1" i="1" smtClean="0">
                        <a:latin typeface="Cambria Math" panose="02040503050406030204" pitchFamily="18" charset="0"/>
                      </a:rPr>
                      <m:t>𝟎</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nghiệm</a:t>
                </a: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spcBef>
                    <a:spcPts val="2400"/>
                  </a:spcBef>
                  <a:buNone/>
                </a:pPr>
                <a:r>
                  <a:rPr lang="en-US" b="1" dirty="0">
                    <a:latin typeface="Tahoma" panose="020B0604030504040204" pitchFamily="34" charset="0"/>
                    <a:ea typeface="Tahoma" panose="020B0604030504040204" pitchFamily="34" charset="0"/>
                    <a:cs typeface="Tahoma" panose="020B0604030504040204" pitchFamily="34" charset="0"/>
                  </a:rPr>
                  <a:t>c)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ít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nhất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một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cộng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với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chính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bằng</a:t>
                </a:r>
                <a:r>
                  <a:rPr lang="en-US" b="1" dirty="0">
                    <a:latin typeface="Tahoma" panose="020B0604030504040204" pitchFamily="34" charset="0"/>
                    <a:ea typeface="Tahoma" panose="020B0604030504040204" pitchFamily="34" charset="0"/>
                    <a:cs typeface="Tahoma" panose="020B0604030504040204" pitchFamily="34" charset="0"/>
                  </a:rPr>
                  <a:t> 0;</a:t>
                </a:r>
              </a:p>
              <a:p>
                <a:pPr marL="0" indent="0">
                  <a:spcBef>
                    <a:spcPts val="2400"/>
                  </a:spcBef>
                  <a:buNone/>
                </a:pPr>
                <a:r>
                  <a:rPr lang="en-US" b="1" dirty="0">
                    <a:latin typeface="Tahoma" panose="020B0604030504040204" pitchFamily="34" charset="0"/>
                    <a:ea typeface="Tahoma" panose="020B0604030504040204" pitchFamily="34" charset="0"/>
                    <a:cs typeface="Tahoma" panose="020B0604030504040204" pitchFamily="34" charset="0"/>
                  </a:rPr>
                  <a:t>d) 2022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hợp</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a:t>
                </a:r>
              </a:p>
              <a:p>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4482501" y="1904366"/>
                <a:ext cx="18225100" cy="4486406"/>
              </a:xfrm>
              <a:prstGeom prst="rect">
                <a:avLst/>
              </a:prstGeom>
              <a:blipFill>
                <a:blip r:embed="rId6"/>
                <a:stretch>
                  <a:fillRect l="-1505" t="-4755" b="-1630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E9B58A3C-5A15-4D68-A680-EF85CFEE2ECD}"/>
                  </a:ext>
                </a:extLst>
              </p:cNvPr>
              <p:cNvSpPr txBox="1">
                <a:spLocks/>
              </p:cNvSpPr>
              <p:nvPr/>
            </p:nvSpPr>
            <p:spPr>
              <a:xfrm>
                <a:off x="1200372" y="7315200"/>
                <a:ext cx="22234551" cy="4240216"/>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50000"/>
                  </a:lnSpc>
                  <a:buNone/>
                </a:pP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a:lnSpc>
                    <a:spcPct val="150000"/>
                  </a:lnSpc>
                  <a:buNone/>
                </a:pP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d) 2022 là hợp số.</a:t>
                </a:r>
              </a:p>
              <a:p>
                <a:pPr marL="0" indent="0">
                  <a:lnSpc>
                    <a:spcPct val="150000"/>
                  </a:lnSpc>
                  <a:buNone/>
                </a:pPr>
                <a:r>
                  <a:rPr lang="vi-VN" b="1" dirty="0">
                    <a:latin typeface="Tahoma" panose="020B0604030504040204" pitchFamily="34" charset="0"/>
                    <a:ea typeface="Tahoma" panose="020B0604030504040204" pitchFamily="34" charset="0"/>
                    <a:cs typeface="Tahoma" panose="020B0604030504040204" pitchFamily="34" charset="0"/>
                  </a:rPr>
                  <a:t>Ta có: </a:t>
                </a:r>
                <a14:m>
                  <m:oMath xmlns:m="http://schemas.openxmlformats.org/officeDocument/2006/math">
                    <m:r>
                      <a:rPr lang="en-US" b="1" i="1" smtClean="0">
                        <a:latin typeface="Cambria Math" panose="02040503050406030204" pitchFamily="18" charset="0"/>
                      </a:rPr>
                      <m:t>𝟐𝟎𝟐𝟐</m:t>
                    </m:r>
                    <m:r>
                      <a:rPr lang="en-US" b="1" i="1" smtClean="0">
                        <a:latin typeface="Cambria Math" panose="02040503050406030204" pitchFamily="18" charset="0"/>
                      </a:rPr>
                      <m:t>=</m:t>
                    </m:r>
                    <m:r>
                      <a:rPr lang="en-US" b="1" i="1" smtClean="0">
                        <a:latin typeface="Cambria Math" panose="02040503050406030204" pitchFamily="18" charset="0"/>
                      </a:rPr>
                      <m:t>𝟐</m:t>
                    </m:r>
                    <m:r>
                      <a:rPr lang="en-US" b="1" i="1" smtClean="0">
                        <a:latin typeface="Cambria Math" panose="02040503050406030204" pitchFamily="18" charset="0"/>
                      </a:rPr>
                      <m:t>.</m:t>
                    </m:r>
                    <m:r>
                      <a:rPr lang="en-US" b="1" i="1" smtClean="0">
                        <a:latin typeface="Cambria Math" panose="02040503050406030204" pitchFamily="18" charset="0"/>
                      </a:rPr>
                      <m:t>𝟏𝟎𝟏𝟏</m:t>
                    </m:r>
                  </m:oMath>
                </a14:m>
                <a:r>
                  <a:rPr lang="vi-VN" b="1" dirty="0">
                    <a:latin typeface="Tahoma" panose="020B0604030504040204" pitchFamily="34" charset="0"/>
                    <a:ea typeface="Tahoma" panose="020B0604030504040204" pitchFamily="34" charset="0"/>
                    <a:cs typeface="Tahoma" panose="020B0604030504040204" pitchFamily="34" charset="0"/>
                  </a:rPr>
                  <a:t>  nên   là hợp số hay mệnh đề đã cho là đúng.</a:t>
                </a:r>
              </a:p>
            </p:txBody>
          </p:sp>
        </mc:Choice>
        <mc:Fallback xmlns="">
          <p:sp>
            <p:nvSpPr>
              <p:cNvPr id="26" name="Content Placeholder 2">
                <a:extLst>
                  <a:ext uri="{FF2B5EF4-FFF2-40B4-BE49-F238E27FC236}">
                    <a16:creationId xmlns:a16="http://schemas.microsoft.com/office/drawing/2014/main" id="{E9B58A3C-5A15-4D68-A680-EF85CFEE2ECD}"/>
                  </a:ext>
                </a:extLst>
              </p:cNvPr>
              <p:cNvSpPr txBox="1">
                <a:spLocks noRot="1" noChangeAspect="1" noMove="1" noResize="1" noEditPoints="1" noAdjustHandles="1" noChangeArrowheads="1" noChangeShapeType="1" noTextEdit="1"/>
              </p:cNvSpPr>
              <p:nvPr/>
            </p:nvSpPr>
            <p:spPr>
              <a:xfrm>
                <a:off x="1200372" y="7315200"/>
                <a:ext cx="22234551" cy="4240216"/>
              </a:xfrm>
              <a:prstGeom prst="rect">
                <a:avLst/>
              </a:prstGeom>
              <a:blipFill>
                <a:blip r:embed="rId7"/>
                <a:stretch>
                  <a:fillRect l="-1261"/>
                </a:stretch>
              </a:blipFill>
              <a:ln>
                <a:noFill/>
              </a:ln>
            </p:spPr>
            <p:txBody>
              <a:bodyPr/>
              <a:lstStyle/>
              <a:p>
                <a:r>
                  <a:rPr lang="en-US">
                    <a:noFill/>
                  </a:rPr>
                  <a:t> </a:t>
                </a:r>
              </a:p>
            </p:txBody>
          </p:sp>
        </mc:Fallback>
      </mc:AlternateContent>
      <p:sp>
        <p:nvSpPr>
          <p:cNvPr id="7" name="Rectangle 7">
            <a:extLst>
              <a:ext uri="{FF2B5EF4-FFF2-40B4-BE49-F238E27FC236}">
                <a16:creationId xmlns:a16="http://schemas.microsoft.com/office/drawing/2014/main" id="{A4BBFD56-BA2F-4B07-9447-3EC2F2938B75}"/>
              </a:ext>
            </a:extLst>
          </p:cNvPr>
          <p:cNvSpPr>
            <a:spLocks noChangeArrowheads="1"/>
          </p:cNvSpPr>
          <p:nvPr/>
        </p:nvSpPr>
        <p:spPr bwMode="auto">
          <a:xfrm>
            <a:off x="0" y="-415498"/>
            <a:ext cx="18473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aphicFrame>
        <p:nvGraphicFramePr>
          <p:cNvPr id="8" name="Object 7">
            <a:extLst>
              <a:ext uri="{FF2B5EF4-FFF2-40B4-BE49-F238E27FC236}">
                <a16:creationId xmlns:a16="http://schemas.microsoft.com/office/drawing/2014/main" id="{EAD95FE2-B716-4398-8FAF-1345220AFD4B}"/>
              </a:ext>
            </a:extLst>
          </p:cNvPr>
          <p:cNvGraphicFramePr>
            <a:graphicFrameLocks noChangeAspect="1"/>
          </p:cNvGraphicFramePr>
          <p:nvPr/>
        </p:nvGraphicFramePr>
        <p:xfrm>
          <a:off x="0" y="0"/>
          <a:ext cx="465138" cy="388938"/>
        </p:xfrm>
        <a:graphic>
          <a:graphicData uri="http://schemas.openxmlformats.org/presentationml/2006/ole">
            <mc:AlternateContent xmlns:mc="http://schemas.openxmlformats.org/markup-compatibility/2006">
              <mc:Choice xmlns:v="urn:schemas-microsoft-com:vml" Requires="v">
                <p:oleObj spid="_x0000_s2064" name="Equation" r:id="rId8" imgW="457002" imgH="393529" progId="Equation.DSMT4">
                  <p:embed/>
                </p:oleObj>
              </mc:Choice>
              <mc:Fallback>
                <p:oleObj name="Equation" r:id="rId8" imgW="457002" imgH="393529" progId="Equation.DSMT4">
                  <p:embed/>
                  <p:pic>
                    <p:nvPicPr>
                      <p:cNvPr id="8" name="Object 7">
                        <a:extLst>
                          <a:ext uri="{FF2B5EF4-FFF2-40B4-BE49-F238E27FC236}">
                            <a16:creationId xmlns:a16="http://schemas.microsoft.com/office/drawing/2014/main" id="{EAD95FE2-B716-4398-8FAF-1345220AFD4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465138" cy="388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TextBox 23">
            <a:extLst>
              <a:ext uri="{FF2B5EF4-FFF2-40B4-BE49-F238E27FC236}">
                <a16:creationId xmlns:a16="http://schemas.microsoft.com/office/drawing/2014/main" id="{6577FA94-ED07-447C-8E56-FB9E259D712A}"/>
              </a:ext>
            </a:extLst>
          </p:cNvPr>
          <p:cNvSpPr txBox="1"/>
          <p:nvPr/>
        </p:nvSpPr>
        <p:spPr>
          <a:xfrm>
            <a:off x="6042212" y="6480974"/>
            <a:ext cx="12227858" cy="830997"/>
          </a:xfrm>
          <a:prstGeom prst="rect">
            <a:avLst/>
          </a:prstGeom>
          <a:noFill/>
        </p:spPr>
        <p:txBody>
          <a:bodyPr wrap="square">
            <a:spAutoFit/>
          </a:bodyP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grpSp>
        <p:nvGrpSpPr>
          <p:cNvPr id="27" name="Group 26">
            <a:extLst>
              <a:ext uri="{FF2B5EF4-FFF2-40B4-BE49-F238E27FC236}">
                <a16:creationId xmlns:a16="http://schemas.microsoft.com/office/drawing/2014/main" id="{531D24F3-A9C3-44D6-BB03-636158F2B0A8}"/>
              </a:ext>
            </a:extLst>
          </p:cNvPr>
          <p:cNvGrpSpPr/>
          <p:nvPr/>
        </p:nvGrpSpPr>
        <p:grpSpPr>
          <a:xfrm>
            <a:off x="1066800" y="7401600"/>
            <a:ext cx="3725766" cy="828000"/>
            <a:chOff x="1275608" y="6322796"/>
            <a:chExt cx="3572909" cy="828631"/>
          </a:xfrm>
        </p:grpSpPr>
        <p:sp>
          <p:nvSpPr>
            <p:cNvPr id="28" name="Freeform 20">
              <a:extLst>
                <a:ext uri="{FF2B5EF4-FFF2-40B4-BE49-F238E27FC236}">
                  <a16:creationId xmlns:a16="http://schemas.microsoft.com/office/drawing/2014/main" id="{8CC8FD31-D02F-4640-B9D6-CE7134718EBD}"/>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0" name="TextBox 29">
              <a:extLst>
                <a:ext uri="{FF2B5EF4-FFF2-40B4-BE49-F238E27FC236}">
                  <a16:creationId xmlns:a16="http://schemas.microsoft.com/office/drawing/2014/main" id="{FC19EB80-2C94-427F-9694-C44F5CB2365F}"/>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31" name="Round Diagonal Corner Rectangle 8">
              <a:extLst>
                <a:ext uri="{FF2B5EF4-FFF2-40B4-BE49-F238E27FC236}">
                  <a16:creationId xmlns:a16="http://schemas.microsoft.com/office/drawing/2014/main" id="{3B927E29-FCA6-418A-ADAC-9031AAB53E2F}"/>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3" name="Freeform 9">
              <a:extLst>
                <a:ext uri="{FF2B5EF4-FFF2-40B4-BE49-F238E27FC236}">
                  <a16:creationId xmlns:a16="http://schemas.microsoft.com/office/drawing/2014/main" id="{10BE311B-0798-4877-82E6-314227AD14C6}"/>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2179331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arn(inVertical)">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up)">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6">
                                            <p:txEl>
                                              <p:pRg st="1" end="1"/>
                                            </p:txEl>
                                          </p:spTgt>
                                        </p:tgtEl>
                                        <p:attrNameLst>
                                          <p:attrName>style.visibility</p:attrName>
                                        </p:attrNameLst>
                                      </p:cBhvr>
                                      <p:to>
                                        <p:strVal val="visible"/>
                                      </p:to>
                                    </p:set>
                                    <p:animEffect transition="in" filter="wipe(up)">
                                      <p:cBhvr>
                                        <p:cTn id="17" dur="500"/>
                                        <p:tgtEl>
                                          <p:spTgt spid="2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6">
                                            <p:txEl>
                                              <p:pRg st="2" end="2"/>
                                            </p:txEl>
                                          </p:spTgt>
                                        </p:tgtEl>
                                        <p:attrNameLst>
                                          <p:attrName>style.visibility</p:attrName>
                                        </p:attrNameLst>
                                      </p:cBhvr>
                                      <p:to>
                                        <p:strVal val="visible"/>
                                      </p:to>
                                    </p:set>
                                    <p:animEffect transition="in" filter="wipe(up)">
                                      <p:cBhvr>
                                        <p:cTn id="22" dur="500"/>
                                        <p:tgtEl>
                                          <p:spTgt spid="2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52">
            <a:extLst>
              <a:ext uri="{FF2B5EF4-FFF2-40B4-BE49-F238E27FC236}">
                <a16:creationId xmlns:a16="http://schemas.microsoft.com/office/drawing/2014/main" id="{4F4AA5FD-8F03-4AC3-A426-AC82C8339B0B}"/>
              </a:ext>
            </a:extLst>
          </p:cNvPr>
          <p:cNvSpPr/>
          <p:nvPr/>
        </p:nvSpPr>
        <p:spPr>
          <a:xfrm>
            <a:off x="684306" y="8593057"/>
            <a:ext cx="22949945" cy="4462846"/>
          </a:xfrm>
          <a:prstGeom prst="roundRect">
            <a:avLst>
              <a:gd name="adj" fmla="val 2239"/>
            </a:avLst>
          </a:prstGeom>
          <a:solidFill>
            <a:schemeClr val="accent5">
              <a:lumMod val="40000"/>
              <a:lumOff val="60000"/>
            </a:schemeClr>
          </a:solid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29" name="Group 28">
            <a:extLst>
              <a:ext uri="{FF2B5EF4-FFF2-40B4-BE49-F238E27FC236}">
                <a16:creationId xmlns:a16="http://schemas.microsoft.com/office/drawing/2014/main" id="{248D407C-158A-4094-801B-C152E7CB5B46}"/>
              </a:ext>
            </a:extLst>
          </p:cNvPr>
          <p:cNvGrpSpPr/>
          <p:nvPr/>
        </p:nvGrpSpPr>
        <p:grpSpPr>
          <a:xfrm>
            <a:off x="684306" y="1591477"/>
            <a:ext cx="22941914" cy="6525047"/>
            <a:chOff x="907537" y="4133365"/>
            <a:chExt cx="23797756" cy="4031343"/>
          </a:xfrm>
        </p:grpSpPr>
        <p:sp>
          <p:nvSpPr>
            <p:cNvPr id="32" name="Rounded Rectangle 36">
              <a:extLst>
                <a:ext uri="{FF2B5EF4-FFF2-40B4-BE49-F238E27FC236}">
                  <a16:creationId xmlns:a16="http://schemas.microsoft.com/office/drawing/2014/main" id="{8DAE7818-FB12-462D-8980-1E516ABB17EF}"/>
                </a:ext>
              </a:extLst>
            </p:cNvPr>
            <p:cNvSpPr/>
            <p:nvPr/>
          </p:nvSpPr>
          <p:spPr>
            <a:xfrm>
              <a:off x="964240" y="4247391"/>
              <a:ext cx="23741053" cy="3917317"/>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latin typeface="Tahoma" panose="020B0604030504040204" pitchFamily="34" charset="0"/>
                <a:ea typeface="Tahoma" panose="020B0604030504040204" pitchFamily="34" charset="0"/>
                <a:cs typeface="Tahoma" panose="020B0604030504040204" pitchFamily="34" charset="0"/>
              </a:endParaRPr>
            </a:p>
          </p:txBody>
        </p:sp>
        <p:grpSp>
          <p:nvGrpSpPr>
            <p:cNvPr id="34" name="Group 33">
              <a:extLst>
                <a:ext uri="{FF2B5EF4-FFF2-40B4-BE49-F238E27FC236}">
                  <a16:creationId xmlns:a16="http://schemas.microsoft.com/office/drawing/2014/main" id="{4F23E3E1-FCE1-49FB-99AA-9C07F74C1F90}"/>
                </a:ext>
              </a:extLst>
            </p:cNvPr>
            <p:cNvGrpSpPr/>
            <p:nvPr/>
          </p:nvGrpSpPr>
          <p:grpSpPr>
            <a:xfrm>
              <a:off x="907537" y="4133365"/>
              <a:ext cx="4016350" cy="810107"/>
              <a:chOff x="907537" y="4133365"/>
              <a:chExt cx="4016350" cy="810107"/>
            </a:xfrm>
          </p:grpSpPr>
          <p:grpSp>
            <p:nvGrpSpPr>
              <p:cNvPr id="35" name="Group 34">
                <a:extLst>
                  <a:ext uri="{FF2B5EF4-FFF2-40B4-BE49-F238E27FC236}">
                    <a16:creationId xmlns:a16="http://schemas.microsoft.com/office/drawing/2014/main" id="{BEADDF1F-15D0-4CCD-BE1C-A94E1D49734D}"/>
                  </a:ext>
                </a:extLst>
              </p:cNvPr>
              <p:cNvGrpSpPr/>
              <p:nvPr/>
            </p:nvGrpSpPr>
            <p:grpSpPr>
              <a:xfrm>
                <a:off x="1390227" y="4202753"/>
                <a:ext cx="3533660" cy="712785"/>
                <a:chOff x="2056977" y="4564703"/>
                <a:chExt cx="3533660" cy="712785"/>
              </a:xfrm>
            </p:grpSpPr>
            <p:sp>
              <p:nvSpPr>
                <p:cNvPr id="45" name="Freeform 20">
                  <a:extLst>
                    <a:ext uri="{FF2B5EF4-FFF2-40B4-BE49-F238E27FC236}">
                      <a16:creationId xmlns:a16="http://schemas.microsoft.com/office/drawing/2014/main" id="{763A1102-4D2E-4FAA-9438-560F298E007E}"/>
                    </a:ext>
                  </a:extLst>
                </p:cNvPr>
                <p:cNvSpPr>
                  <a:spLocks/>
                </p:cNvSpPr>
                <p:nvPr/>
              </p:nvSpPr>
              <p:spPr bwMode="auto">
                <a:xfrm rot="5400000">
                  <a:off x="3488141" y="3133539"/>
                  <a:ext cx="671331" cy="3533660"/>
                </a:xfrm>
                <a:prstGeom prst="round2SameRect">
                  <a:avLst>
                    <a:gd name="adj1" fmla="val 19445"/>
                    <a:gd name="adj2" fmla="val 0"/>
                  </a:avLst>
                </a:prstGeom>
                <a:solidFill>
                  <a:schemeClr val="bg1"/>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sp>
              <p:nvSpPr>
                <p:cNvPr id="46" name="TextBox 45">
                  <a:extLst>
                    <a:ext uri="{FF2B5EF4-FFF2-40B4-BE49-F238E27FC236}">
                      <a16:creationId xmlns:a16="http://schemas.microsoft.com/office/drawing/2014/main" id="{465B47D8-6188-40CC-9F7D-2C1CD33E9853}"/>
                    </a:ext>
                  </a:extLst>
                </p:cNvPr>
                <p:cNvSpPr txBox="1"/>
                <p:nvPr/>
              </p:nvSpPr>
              <p:spPr>
                <a:xfrm>
                  <a:off x="2526391" y="4674503"/>
                  <a:ext cx="2711282" cy="602985"/>
                </a:xfrm>
                <a:prstGeom prst="rect">
                  <a:avLst/>
                </a:prstGeom>
                <a:noFill/>
              </p:spPr>
              <p:txBody>
                <a:bodyPr wrap="square" rtlCol="0">
                  <a:spAutoFit/>
                </a:bodyPr>
                <a:lstStyle/>
                <a:p>
                  <a:pPr algn="ctr"/>
                  <a:r>
                    <a:rPr lang="vi-VN" sz="4800" b="1">
                      <a:solidFill>
                        <a:srgbClr val="0000CC"/>
                      </a:solidFill>
                      <a:latin typeface="Tahoma" pitchFamily="34" charset="0"/>
                      <a:ea typeface="Tahoma" pitchFamily="34" charset="0"/>
                      <a:cs typeface="Tahoma" pitchFamily="34" charset="0"/>
                    </a:rPr>
                    <a:t>C</a:t>
                  </a:r>
                  <a:r>
                    <a:rPr lang="en-US" sz="4800" b="1">
                      <a:solidFill>
                        <a:srgbClr val="0000CC"/>
                      </a:solidFill>
                      <a:latin typeface="Tahoma" pitchFamily="34" charset="0"/>
                      <a:ea typeface="Tahoma" pitchFamily="34" charset="0"/>
                      <a:cs typeface="Tahoma" pitchFamily="34" charset="0"/>
                    </a:rPr>
                    <a:t>âu</a:t>
                  </a:r>
                  <a:r>
                    <a:rPr lang="vi-VN" sz="4800" b="1">
                      <a:solidFill>
                        <a:srgbClr val="0000CC"/>
                      </a:solidFill>
                      <a:latin typeface="Tahoma" pitchFamily="34" charset="0"/>
                      <a:ea typeface="Tahoma" pitchFamily="34" charset="0"/>
                      <a:cs typeface="Tahoma" pitchFamily="34" charset="0"/>
                    </a:rPr>
                    <a:t> </a:t>
                  </a:r>
                  <a:r>
                    <a:rPr lang="en-US" sz="4800" b="1">
                      <a:solidFill>
                        <a:srgbClr val="0000CC"/>
                      </a:solidFill>
                      <a:latin typeface="Tahoma" pitchFamily="34" charset="0"/>
                      <a:ea typeface="Tahoma" pitchFamily="34" charset="0"/>
                      <a:cs typeface="Tahoma" pitchFamily="34" charset="0"/>
                    </a:rPr>
                    <a:t>1.3</a:t>
                  </a:r>
                  <a:endParaRPr lang="en-US" sz="4800" b="1" dirty="0">
                    <a:solidFill>
                      <a:srgbClr val="0000CC"/>
                    </a:solidFill>
                    <a:latin typeface="Tahoma" pitchFamily="34" charset="0"/>
                    <a:ea typeface="Tahoma" pitchFamily="34" charset="0"/>
                    <a:cs typeface="Tahoma" pitchFamily="34" charset="0"/>
                  </a:endParaRPr>
                </a:p>
              </p:txBody>
            </p:sp>
          </p:grpSp>
          <p:pic>
            <p:nvPicPr>
              <p:cNvPr id="40" name="Picture 39">
                <a:extLst>
                  <a:ext uri="{FF2B5EF4-FFF2-40B4-BE49-F238E27FC236}">
                    <a16:creationId xmlns:a16="http://schemas.microsoft.com/office/drawing/2014/main" id="{39EA31CA-5E62-4855-ABBA-F2462D4BCF6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5599" t="21515" r="9759" b="14519"/>
              <a:stretch/>
            </p:blipFill>
            <p:spPr>
              <a:xfrm>
                <a:off x="907537" y="4133365"/>
                <a:ext cx="1076356" cy="810107"/>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5"/>
            <a:ext cx="1137814" cy="1452400"/>
            <a:chOff x="19066718" y="10069438"/>
            <a:chExt cx="1164557" cy="1690475"/>
          </a:xfrm>
        </p:grpSpPr>
        <p:sp>
          <p:nvSpPr>
            <p:cNvPr id="122" name="TextBox 121"/>
            <p:cNvSpPr txBox="1"/>
            <p:nvPr/>
          </p:nvSpPr>
          <p:spPr>
            <a:xfrm>
              <a:off x="19276653" y="10792700"/>
              <a:ext cx="954622" cy="967213"/>
            </a:xfrm>
            <a:prstGeom prst="rect">
              <a:avLst/>
            </a:prstGeom>
            <a:noFill/>
          </p:spPr>
          <p:txBody>
            <a:bodyPr wrap="square" rtlCol="0">
              <a:spAutoFit/>
            </a:bodyPr>
            <a:lstStyle/>
            <a:p>
              <a:endParaRPr lang="en-US" sz="4800" b="1" dirty="0">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967213"/>
            </a:xfrm>
            <a:prstGeom prst="rect">
              <a:avLst/>
            </a:prstGeom>
            <a:noFill/>
          </p:spPr>
          <p:txBody>
            <a:bodyPr wrap="square" rtlCol="0">
              <a:spAutoFit/>
            </a:bodyPr>
            <a:lstStyle/>
            <a:p>
              <a:endPar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p:sp>
        <p:nvSpPr>
          <p:cNvPr id="11" name="Rectangle 10"/>
          <p:cNvSpPr/>
          <p:nvPr/>
        </p:nvSpPr>
        <p:spPr>
          <a:xfrm>
            <a:off x="748255" y="7293553"/>
            <a:ext cx="23150767" cy="830997"/>
          </a:xfrm>
          <a:prstGeom prst="rect">
            <a:avLst/>
          </a:prstGeom>
        </p:spPr>
        <p:txBody>
          <a:bodyPr wrap="square">
            <a:spAutoFit/>
          </a:bodyPr>
          <a:lstStyle/>
          <a:p>
            <a:pPr lvl="2"/>
            <a:r>
              <a:rPr lang="en-US" sz="4800" b="1">
                <a:latin typeface="Tahoma" panose="020B0604030504040204" pitchFamily="34" charset="0"/>
                <a:ea typeface="Tahoma" panose="020B0604030504040204" pitchFamily="34" charset="0"/>
                <a:cs typeface="Tahoma" panose="020B0604030504040204" pitchFamily="34" charset="0"/>
              </a:rPr>
              <a:t>           </a:t>
            </a:r>
            <a:endParaRPr lang="en-US" sz="4800" b="1" dirty="0">
              <a:highlight>
                <a:srgbClr val="FFFF00"/>
              </a:highlight>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757780" y="2362200"/>
                <a:ext cx="23150767" cy="5493730"/>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50000"/>
                  </a:lnSpc>
                  <a:spcBef>
                    <a:spcPts val="0"/>
                  </a:spcBef>
                  <a:buNone/>
                </a:pPr>
                <a:r>
                  <a:rPr lang="vi-VN" b="1" dirty="0">
                    <a:latin typeface="Tahoma" panose="020B0604030504040204" pitchFamily="34" charset="0"/>
                    <a:ea typeface="Tahoma" panose="020B0604030504040204" pitchFamily="34" charset="0"/>
                    <a:cs typeface="Tahoma" panose="020B0604030504040204" pitchFamily="34" charset="0"/>
                  </a:rPr>
                  <a:t> </a:t>
                </a: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Cho hai câu sau:</a:t>
                </a:r>
              </a:p>
              <a:p>
                <a:pPr marL="0" indent="0">
                  <a:lnSpc>
                    <a:spcPct val="150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P: “Tam giác ABC là tam giác vuông”;</a:t>
                </a:r>
              </a:p>
              <a:p>
                <a:pPr marL="0" indent="0">
                  <a:lnSpc>
                    <a:spcPct val="150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Q: “Tam giác ABC có một góc bằng tổng hai góc còn lại”.</a:t>
                </a:r>
              </a:p>
              <a:p>
                <a:pPr marL="0" indent="0">
                  <a:lnSpc>
                    <a:spcPct val="150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Hãy phát biểu mệnh đề tương đương</a:t>
                </a:r>
                <a14:m>
                  <m:oMath xmlns:m="http://schemas.openxmlformats.org/officeDocument/2006/math">
                    <m:r>
                      <a:rPr lang="en-US" b="1" i="0" smtClean="0">
                        <a:latin typeface="Cambria Math" panose="02040503050406030204" pitchFamily="18" charset="0"/>
                      </a:rPr>
                      <m:t> </m:t>
                    </m:r>
                    <m:r>
                      <a:rPr lang="en-US" b="1" i="1">
                        <a:latin typeface="Cambria Math" panose="02040503050406030204" pitchFamily="18" charset="0"/>
                      </a:rPr>
                      <m:t>𝑷</m:t>
                    </m:r>
                    <m:r>
                      <a:rPr lang="en-US" b="1">
                        <a:latin typeface="Cambria Math" panose="02040503050406030204" pitchFamily="18" charset="0"/>
                      </a:rPr>
                      <m:t>⇔</m:t>
                    </m:r>
                    <m:r>
                      <a:rPr lang="en-US" b="1" i="1">
                        <a:latin typeface="Cambria Math" panose="02040503050406030204" pitchFamily="18" charset="0"/>
                      </a:rPr>
                      <m:t>𝑸</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xét tính đúng sai của mệnh đề này.</a:t>
                </a: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757780" y="2362200"/>
                <a:ext cx="23150767" cy="5493730"/>
              </a:xfrm>
              <a:prstGeom prst="rect">
                <a:avLst/>
              </a:prstGeom>
              <a:blipFill>
                <a:blip r:embed="rId5"/>
                <a:stretch>
                  <a:fillRect l="-1185" b="-4661"/>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E9B58A3C-5A15-4D68-A680-EF85CFEE2ECD}"/>
                  </a:ext>
                </a:extLst>
              </p:cNvPr>
              <p:cNvSpPr txBox="1">
                <a:spLocks/>
              </p:cNvSpPr>
              <p:nvPr/>
            </p:nvSpPr>
            <p:spPr>
              <a:xfrm>
                <a:off x="949077" y="9270268"/>
                <a:ext cx="22949945" cy="4293332"/>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50000"/>
                  </a:lnSpc>
                  <a:spcBef>
                    <a:spcPts val="0"/>
                  </a:spcBef>
                </a:pPr>
                <a:r>
                  <a:rPr lang="vi-VN" b="1" dirty="0">
                    <a:latin typeface="Tahoma" panose="020B0604030504040204" pitchFamily="34" charset="0"/>
                    <a:ea typeface="Tahoma" panose="020B0604030504040204" pitchFamily="34" charset="0"/>
                    <a:cs typeface="Tahoma" panose="020B0604030504040204" pitchFamily="34" charset="0"/>
                  </a:rPr>
                  <a:t>Mệnh đề tương đương </a:t>
                </a:r>
                <a14:m>
                  <m:oMath xmlns:m="http://schemas.openxmlformats.org/officeDocument/2006/math">
                    <m:r>
                      <a:rPr lang="en-US" b="1" i="1">
                        <a:latin typeface="Cambria Math" panose="02040503050406030204" pitchFamily="18" charset="0"/>
                      </a:rPr>
                      <m:t>𝑷</m:t>
                    </m:r>
                    <m:r>
                      <a:rPr lang="en-US" b="1">
                        <a:latin typeface="Cambria Math" panose="02040503050406030204" pitchFamily="18" charset="0"/>
                      </a:rPr>
                      <m:t>⇔</m:t>
                    </m:r>
                    <m:r>
                      <a:rPr lang="en-US" b="1" i="1">
                        <a:latin typeface="Cambria Math" panose="02040503050406030204" pitchFamily="18" charset="0"/>
                      </a:rPr>
                      <m:t>𝑸</m:t>
                    </m:r>
                  </m:oMath>
                </a14:m>
                <a:r>
                  <a:rPr lang="vi-VN" b="1" dirty="0">
                    <a:latin typeface="Tahoma" panose="020B0604030504040204" pitchFamily="34" charset="0"/>
                    <a:ea typeface="Tahoma" panose="020B0604030504040204" pitchFamily="34" charset="0"/>
                    <a:cs typeface="Tahoma" panose="020B0604030504040204" pitchFamily="34" charset="0"/>
                  </a:rPr>
                  <a:t>: “Tam giác   là tam giác vuông khi và chỉ khi tam giác   có một góc bằng tổng hai góc còn lại”.</a:t>
                </a:r>
              </a:p>
              <a:p>
                <a:pPr>
                  <a:lnSpc>
                    <a:spcPct val="150000"/>
                  </a:lnSpc>
                  <a:spcBef>
                    <a:spcPts val="0"/>
                  </a:spcBef>
                </a:pPr>
                <a:r>
                  <a:rPr lang="vi-VN" b="1" dirty="0">
                    <a:latin typeface="Tahoma" panose="020B0604030504040204" pitchFamily="34" charset="0"/>
                    <a:ea typeface="Tahoma" panose="020B0604030504040204" pitchFamily="34" charset="0"/>
                    <a:cs typeface="Tahoma" panose="020B0604030504040204" pitchFamily="34" charset="0"/>
                  </a:rPr>
                  <a:t>Mệnh đề  </a:t>
                </a:r>
                <a14:m>
                  <m:oMath xmlns:m="http://schemas.openxmlformats.org/officeDocument/2006/math">
                    <m:r>
                      <a:rPr lang="en-US" b="1" i="1">
                        <a:latin typeface="Cambria Math" panose="02040503050406030204" pitchFamily="18" charset="0"/>
                      </a:rPr>
                      <m:t>𝑷</m:t>
                    </m:r>
                    <m:r>
                      <a:rPr lang="en-US" b="1">
                        <a:latin typeface="Cambria Math" panose="02040503050406030204" pitchFamily="18" charset="0"/>
                      </a:rPr>
                      <m:t>⇔</m:t>
                    </m:r>
                    <m:r>
                      <a:rPr lang="en-US" b="1" i="1">
                        <a:latin typeface="Cambria Math" panose="02040503050406030204" pitchFamily="18" charset="0"/>
                      </a:rPr>
                      <m:t>𝑸</m:t>
                    </m:r>
                  </m:oMath>
                </a14:m>
                <a:r>
                  <a:rPr lang="vi-VN" b="1" dirty="0">
                    <a:latin typeface="Tahoma" panose="020B0604030504040204" pitchFamily="34" charset="0"/>
                    <a:ea typeface="Tahoma" panose="020B0604030504040204" pitchFamily="34" charset="0"/>
                    <a:cs typeface="Tahoma" panose="020B0604030504040204" pitchFamily="34" charset="0"/>
                  </a:rPr>
                  <a:t> đúng. </a:t>
                </a:r>
              </a:p>
            </p:txBody>
          </p:sp>
        </mc:Choice>
        <mc:Fallback xmlns="">
          <p:sp>
            <p:nvSpPr>
              <p:cNvPr id="26" name="Content Placeholder 2">
                <a:extLst>
                  <a:ext uri="{FF2B5EF4-FFF2-40B4-BE49-F238E27FC236}">
                    <a16:creationId xmlns:a16="http://schemas.microsoft.com/office/drawing/2014/main" id="{E9B58A3C-5A15-4D68-A680-EF85CFEE2ECD}"/>
                  </a:ext>
                </a:extLst>
              </p:cNvPr>
              <p:cNvSpPr txBox="1">
                <a:spLocks noRot="1" noChangeAspect="1" noMove="1" noResize="1" noEditPoints="1" noAdjustHandles="1" noChangeArrowheads="1" noChangeShapeType="1" noTextEdit="1"/>
              </p:cNvSpPr>
              <p:nvPr/>
            </p:nvSpPr>
            <p:spPr>
              <a:xfrm>
                <a:off x="949077" y="9270268"/>
                <a:ext cx="22949945" cy="4293332"/>
              </a:xfrm>
              <a:prstGeom prst="rect">
                <a:avLst/>
              </a:prstGeom>
              <a:blipFill>
                <a:blip r:embed="rId6"/>
                <a:stretch>
                  <a:fillRect l="-1116"/>
                </a:stretch>
              </a:blipFill>
              <a:ln>
                <a:noFill/>
              </a:ln>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107ACA67-8338-4EB8-AD42-1B55B148F39D}"/>
              </a:ext>
            </a:extLst>
          </p:cNvPr>
          <p:cNvGrpSpPr/>
          <p:nvPr/>
        </p:nvGrpSpPr>
        <p:grpSpPr>
          <a:xfrm>
            <a:off x="1066800" y="8239800"/>
            <a:ext cx="3725766" cy="828000"/>
            <a:chOff x="1275608" y="6322796"/>
            <a:chExt cx="3572909" cy="828631"/>
          </a:xfrm>
        </p:grpSpPr>
        <p:sp>
          <p:nvSpPr>
            <p:cNvPr id="22" name="Freeform 20">
              <a:extLst>
                <a:ext uri="{FF2B5EF4-FFF2-40B4-BE49-F238E27FC236}">
                  <a16:creationId xmlns:a16="http://schemas.microsoft.com/office/drawing/2014/main" id="{65436F7C-80BE-4B7D-B00E-70F861F5ECD0}"/>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3" name="TextBox 22">
              <a:extLst>
                <a:ext uri="{FF2B5EF4-FFF2-40B4-BE49-F238E27FC236}">
                  <a16:creationId xmlns:a16="http://schemas.microsoft.com/office/drawing/2014/main" id="{EE745CBD-745A-4134-BC7B-4F735F2CB397}"/>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24" name="Round Diagonal Corner Rectangle 8">
              <a:extLst>
                <a:ext uri="{FF2B5EF4-FFF2-40B4-BE49-F238E27FC236}">
                  <a16:creationId xmlns:a16="http://schemas.microsoft.com/office/drawing/2014/main" id="{CD3212B0-0A4C-4226-9F43-114D0526F742}"/>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7" name="Freeform 9">
              <a:extLst>
                <a:ext uri="{FF2B5EF4-FFF2-40B4-BE49-F238E27FC236}">
                  <a16:creationId xmlns:a16="http://schemas.microsoft.com/office/drawing/2014/main" id="{F6AE0F4E-8547-4ECE-AE28-19890AD22929}"/>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3614707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down)">
                                      <p:cBhvr>
                                        <p:cTn id="7" dur="500"/>
                                        <p:tgtEl>
                                          <p:spTgt spid="11">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up)">
                                      <p:cBhvr>
                                        <p:cTn id="11" dur="500"/>
                                        <p:tgtEl>
                                          <p:spTgt spid="25"/>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5">
                                            <p:txEl>
                                              <p:pRg st="0" end="0"/>
                                            </p:txEl>
                                          </p:spTgt>
                                        </p:tgtEl>
                                        <p:attrNameLst>
                                          <p:attrName>style.visibility</p:attrName>
                                        </p:attrNameLst>
                                      </p:cBhvr>
                                      <p:to>
                                        <p:strVal val="visible"/>
                                      </p:to>
                                    </p:set>
                                    <p:animEffect transition="in" filter="wipe(up)">
                                      <p:cBhvr>
                                        <p:cTn id="15" dur="500"/>
                                        <p:tgtEl>
                                          <p:spTgt spid="25">
                                            <p:txEl>
                                              <p:pRg st="0" end="0"/>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25">
                                            <p:txEl>
                                              <p:pRg st="1" end="1"/>
                                            </p:txEl>
                                          </p:spTgt>
                                        </p:tgtEl>
                                        <p:attrNameLst>
                                          <p:attrName>style.visibility</p:attrName>
                                        </p:attrNameLst>
                                      </p:cBhvr>
                                      <p:to>
                                        <p:strVal val="visible"/>
                                      </p:to>
                                    </p:set>
                                    <p:animEffect transition="in" filter="wipe(up)">
                                      <p:cBhvr>
                                        <p:cTn id="19" dur="500"/>
                                        <p:tgtEl>
                                          <p:spTgt spid="25">
                                            <p:txEl>
                                              <p:pRg st="1" end="1"/>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25">
                                            <p:txEl>
                                              <p:pRg st="2" end="2"/>
                                            </p:txEl>
                                          </p:spTgt>
                                        </p:tgtEl>
                                        <p:attrNameLst>
                                          <p:attrName>style.visibility</p:attrName>
                                        </p:attrNameLst>
                                      </p:cBhvr>
                                      <p:to>
                                        <p:strVal val="visible"/>
                                      </p:to>
                                    </p:set>
                                    <p:animEffect transition="in" filter="wipe(up)">
                                      <p:cBhvr>
                                        <p:cTn id="23" dur="500"/>
                                        <p:tgtEl>
                                          <p:spTgt spid="25">
                                            <p:txEl>
                                              <p:pRg st="2" end="2"/>
                                            </p:txEl>
                                          </p:spTgt>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25">
                                            <p:txEl>
                                              <p:pRg st="3" end="3"/>
                                            </p:txEl>
                                          </p:spTgt>
                                        </p:tgtEl>
                                        <p:attrNameLst>
                                          <p:attrName>style.visibility</p:attrName>
                                        </p:attrNameLst>
                                      </p:cBhvr>
                                      <p:to>
                                        <p:strVal val="visible"/>
                                      </p:to>
                                    </p:set>
                                    <p:animEffect transition="in" filter="wipe(up)">
                                      <p:cBhvr>
                                        <p:cTn id="27" dur="500"/>
                                        <p:tgtEl>
                                          <p:spTgt spid="25">
                                            <p:txEl>
                                              <p:pRg st="3" end="3"/>
                                            </p:txEl>
                                          </p:spTgt>
                                        </p:tgtEl>
                                      </p:cBhvr>
                                    </p:animEffect>
                                  </p:childTnLst>
                                </p:cTn>
                              </p:par>
                            </p:childTnLst>
                          </p:cTn>
                        </p:par>
                        <p:par>
                          <p:cTn id="28" fill="hold">
                            <p:stCondLst>
                              <p:cond delay="3000"/>
                            </p:stCondLst>
                            <p:childTnLst>
                              <p:par>
                                <p:cTn id="29" presetID="16" presetClass="entr" presetSubtype="21" fill="hold"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barn(inVertical)">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wipe(up)">
                                      <p:cBhvr>
                                        <p:cTn id="36" dur="500"/>
                                        <p:tgtEl>
                                          <p:spTgt spid="2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26">
                                            <p:txEl>
                                              <p:pRg st="0" end="0"/>
                                            </p:txEl>
                                          </p:spTgt>
                                        </p:tgtEl>
                                        <p:attrNameLst>
                                          <p:attrName>style.visibility</p:attrName>
                                        </p:attrNameLst>
                                      </p:cBhvr>
                                      <p:to>
                                        <p:strVal val="visible"/>
                                      </p:to>
                                    </p:set>
                                    <p:animEffect transition="in" filter="wipe(up)">
                                      <p:cBhvr>
                                        <p:cTn id="41" dur="500"/>
                                        <p:tgtEl>
                                          <p:spTgt spid="26">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26">
                                            <p:txEl>
                                              <p:pRg st="1" end="1"/>
                                            </p:txEl>
                                          </p:spTgt>
                                        </p:tgtEl>
                                        <p:attrNameLst>
                                          <p:attrName>style.visibility</p:attrName>
                                        </p:attrNameLst>
                                      </p:cBhvr>
                                      <p:to>
                                        <p:strVal val="visible"/>
                                      </p:to>
                                    </p:set>
                                    <p:animEffect transition="in" filter="wipe(up)">
                                      <p:cBhvr>
                                        <p:cTn id="46" dur="500"/>
                                        <p:tgtEl>
                                          <p:spTgt spid="2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52">
            <a:extLst>
              <a:ext uri="{FF2B5EF4-FFF2-40B4-BE49-F238E27FC236}">
                <a16:creationId xmlns:a16="http://schemas.microsoft.com/office/drawing/2014/main" id="{4F4AA5FD-8F03-4AC3-A426-AC82C8339B0B}"/>
              </a:ext>
            </a:extLst>
          </p:cNvPr>
          <p:cNvSpPr/>
          <p:nvPr/>
        </p:nvSpPr>
        <p:spPr>
          <a:xfrm>
            <a:off x="684306" y="7801208"/>
            <a:ext cx="22949945" cy="5246290"/>
          </a:xfrm>
          <a:prstGeom prst="roundRect">
            <a:avLst>
              <a:gd name="adj" fmla="val 2239"/>
            </a:avLst>
          </a:prstGeom>
          <a:solidFill>
            <a:schemeClr val="accent5">
              <a:lumMod val="40000"/>
              <a:lumOff val="60000"/>
            </a:schemeClr>
          </a:solid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29" name="Group 28">
            <a:extLst>
              <a:ext uri="{FF2B5EF4-FFF2-40B4-BE49-F238E27FC236}">
                <a16:creationId xmlns:a16="http://schemas.microsoft.com/office/drawing/2014/main" id="{248D407C-158A-4094-801B-C152E7CB5B46}"/>
              </a:ext>
            </a:extLst>
          </p:cNvPr>
          <p:cNvGrpSpPr/>
          <p:nvPr/>
        </p:nvGrpSpPr>
        <p:grpSpPr>
          <a:xfrm>
            <a:off x="684306" y="1576285"/>
            <a:ext cx="22905625" cy="5555744"/>
            <a:chOff x="907537" y="4133365"/>
            <a:chExt cx="23797756" cy="4031343"/>
          </a:xfrm>
        </p:grpSpPr>
        <p:sp>
          <p:nvSpPr>
            <p:cNvPr id="32" name="Rounded Rectangle 36">
              <a:extLst>
                <a:ext uri="{FF2B5EF4-FFF2-40B4-BE49-F238E27FC236}">
                  <a16:creationId xmlns:a16="http://schemas.microsoft.com/office/drawing/2014/main" id="{8DAE7818-FB12-462D-8980-1E516ABB17EF}"/>
                </a:ext>
              </a:extLst>
            </p:cNvPr>
            <p:cNvSpPr/>
            <p:nvPr/>
          </p:nvSpPr>
          <p:spPr>
            <a:xfrm>
              <a:off x="964240" y="4247391"/>
              <a:ext cx="23741053" cy="3917317"/>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4800" b="1" dirty="0">
                <a:latin typeface="Tahoma" panose="020B0604030504040204" pitchFamily="34" charset="0"/>
                <a:ea typeface="Tahoma" panose="020B0604030504040204" pitchFamily="34" charset="0"/>
                <a:cs typeface="Tahoma" panose="020B0604030504040204" pitchFamily="34" charset="0"/>
              </a:endParaRPr>
            </a:p>
          </p:txBody>
        </p:sp>
        <p:grpSp>
          <p:nvGrpSpPr>
            <p:cNvPr id="34" name="Group 33">
              <a:extLst>
                <a:ext uri="{FF2B5EF4-FFF2-40B4-BE49-F238E27FC236}">
                  <a16:creationId xmlns:a16="http://schemas.microsoft.com/office/drawing/2014/main" id="{4F23E3E1-FCE1-49FB-99AA-9C07F74C1F90}"/>
                </a:ext>
              </a:extLst>
            </p:cNvPr>
            <p:cNvGrpSpPr/>
            <p:nvPr/>
          </p:nvGrpSpPr>
          <p:grpSpPr>
            <a:xfrm>
              <a:off x="907537" y="4133365"/>
              <a:ext cx="4016349" cy="810107"/>
              <a:chOff x="907537" y="4133365"/>
              <a:chExt cx="4016349" cy="810107"/>
            </a:xfrm>
          </p:grpSpPr>
          <p:grpSp>
            <p:nvGrpSpPr>
              <p:cNvPr id="35" name="Group 34">
                <a:extLst>
                  <a:ext uri="{FF2B5EF4-FFF2-40B4-BE49-F238E27FC236}">
                    <a16:creationId xmlns:a16="http://schemas.microsoft.com/office/drawing/2014/main" id="{BEADDF1F-15D0-4CCD-BE1C-A94E1D49734D}"/>
                  </a:ext>
                </a:extLst>
              </p:cNvPr>
              <p:cNvGrpSpPr/>
              <p:nvPr/>
            </p:nvGrpSpPr>
            <p:grpSpPr>
              <a:xfrm>
                <a:off x="1390227" y="4202753"/>
                <a:ext cx="3533659" cy="712786"/>
                <a:chOff x="2056977" y="4564703"/>
                <a:chExt cx="3533659" cy="712786"/>
              </a:xfrm>
            </p:grpSpPr>
            <p:sp>
              <p:nvSpPr>
                <p:cNvPr id="45" name="Freeform 20">
                  <a:extLst>
                    <a:ext uri="{FF2B5EF4-FFF2-40B4-BE49-F238E27FC236}">
                      <a16:creationId xmlns:a16="http://schemas.microsoft.com/office/drawing/2014/main" id="{763A1102-4D2E-4FAA-9438-560F298E007E}"/>
                    </a:ext>
                  </a:extLst>
                </p:cNvPr>
                <p:cNvSpPr>
                  <a:spLocks/>
                </p:cNvSpPr>
                <p:nvPr/>
              </p:nvSpPr>
              <p:spPr bwMode="auto">
                <a:xfrm rot="5400000">
                  <a:off x="3488141" y="3133539"/>
                  <a:ext cx="671331" cy="3533659"/>
                </a:xfrm>
                <a:prstGeom prst="round2SameRect">
                  <a:avLst>
                    <a:gd name="adj1" fmla="val 19445"/>
                    <a:gd name="adj2" fmla="val 0"/>
                  </a:avLst>
                </a:prstGeom>
                <a:solidFill>
                  <a:schemeClr val="bg1"/>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sp>
              <p:nvSpPr>
                <p:cNvPr id="46" name="TextBox 45">
                  <a:extLst>
                    <a:ext uri="{FF2B5EF4-FFF2-40B4-BE49-F238E27FC236}">
                      <a16:creationId xmlns:a16="http://schemas.microsoft.com/office/drawing/2014/main" id="{465B47D8-6188-40CC-9F7D-2C1CD33E9853}"/>
                    </a:ext>
                  </a:extLst>
                </p:cNvPr>
                <p:cNvSpPr txBox="1"/>
                <p:nvPr/>
              </p:nvSpPr>
              <p:spPr>
                <a:xfrm>
                  <a:off x="2526391" y="4674503"/>
                  <a:ext cx="3064245" cy="602986"/>
                </a:xfrm>
                <a:prstGeom prst="rect">
                  <a:avLst/>
                </a:prstGeom>
                <a:noFill/>
              </p:spPr>
              <p:txBody>
                <a:bodyPr wrap="square" rtlCol="0">
                  <a:spAutoFit/>
                </a:bodyPr>
                <a:lstStyle/>
                <a:p>
                  <a:pPr algn="ctr"/>
                  <a:r>
                    <a:rPr lang="vi-VN" sz="4800" b="1">
                      <a:solidFill>
                        <a:srgbClr val="0000CC"/>
                      </a:solidFill>
                      <a:latin typeface="Tahoma" pitchFamily="34" charset="0"/>
                      <a:ea typeface="Tahoma" pitchFamily="34" charset="0"/>
                      <a:cs typeface="Tahoma" pitchFamily="34" charset="0"/>
                    </a:rPr>
                    <a:t>C</a:t>
                  </a:r>
                  <a:r>
                    <a:rPr lang="en-US" sz="4800" b="1">
                      <a:solidFill>
                        <a:srgbClr val="0000CC"/>
                      </a:solidFill>
                      <a:latin typeface="Tahoma" pitchFamily="34" charset="0"/>
                      <a:ea typeface="Tahoma" pitchFamily="34" charset="0"/>
                      <a:cs typeface="Tahoma" pitchFamily="34" charset="0"/>
                    </a:rPr>
                    <a:t>âu</a:t>
                  </a:r>
                  <a:r>
                    <a:rPr lang="vi-VN" sz="4800" b="1">
                      <a:solidFill>
                        <a:srgbClr val="0000CC"/>
                      </a:solidFill>
                      <a:latin typeface="Tahoma" pitchFamily="34" charset="0"/>
                      <a:ea typeface="Tahoma" pitchFamily="34" charset="0"/>
                      <a:cs typeface="Tahoma" pitchFamily="34" charset="0"/>
                    </a:rPr>
                    <a:t> </a:t>
                  </a:r>
                  <a:r>
                    <a:rPr lang="en-US" sz="4800" b="1">
                      <a:solidFill>
                        <a:srgbClr val="0000CC"/>
                      </a:solidFill>
                      <a:latin typeface="Tahoma" pitchFamily="34" charset="0"/>
                      <a:ea typeface="Tahoma" pitchFamily="34" charset="0"/>
                      <a:cs typeface="Tahoma" pitchFamily="34" charset="0"/>
                    </a:rPr>
                    <a:t>1.4</a:t>
                  </a:r>
                  <a:endParaRPr lang="en-US" sz="4800" b="1" dirty="0">
                    <a:solidFill>
                      <a:srgbClr val="0000CC"/>
                    </a:solidFill>
                    <a:latin typeface="Tahoma" pitchFamily="34" charset="0"/>
                    <a:ea typeface="Tahoma" pitchFamily="34" charset="0"/>
                    <a:cs typeface="Tahoma" pitchFamily="34" charset="0"/>
                  </a:endParaRPr>
                </a:p>
              </p:txBody>
            </p:sp>
          </p:grpSp>
          <p:pic>
            <p:nvPicPr>
              <p:cNvPr id="40" name="Picture 39">
                <a:extLst>
                  <a:ext uri="{FF2B5EF4-FFF2-40B4-BE49-F238E27FC236}">
                    <a16:creationId xmlns:a16="http://schemas.microsoft.com/office/drawing/2014/main" id="{39EA31CA-5E62-4855-ABBA-F2462D4BCF6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5599" t="21515" r="9759" b="14519"/>
              <a:stretch/>
            </p:blipFill>
            <p:spPr>
              <a:xfrm>
                <a:off x="907537" y="4133365"/>
                <a:ext cx="1076356" cy="810107"/>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5"/>
            <a:ext cx="1137814" cy="1452400"/>
            <a:chOff x="19066718" y="10069438"/>
            <a:chExt cx="1164557" cy="1690475"/>
          </a:xfrm>
        </p:grpSpPr>
        <p:sp>
          <p:nvSpPr>
            <p:cNvPr id="122" name="TextBox 121"/>
            <p:cNvSpPr txBox="1"/>
            <p:nvPr/>
          </p:nvSpPr>
          <p:spPr>
            <a:xfrm>
              <a:off x="19276653" y="10792700"/>
              <a:ext cx="954622" cy="967213"/>
            </a:xfrm>
            <a:prstGeom prst="rect">
              <a:avLst/>
            </a:prstGeom>
            <a:noFill/>
          </p:spPr>
          <p:txBody>
            <a:bodyPr wrap="square" rtlCol="0">
              <a:spAutoFit/>
            </a:bodyPr>
            <a:lstStyle/>
            <a:p>
              <a:endParaRPr lang="en-US" sz="4800" b="1" dirty="0">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967213"/>
            </a:xfrm>
            <a:prstGeom prst="rect">
              <a:avLst/>
            </a:prstGeom>
            <a:noFill/>
          </p:spPr>
          <p:txBody>
            <a:bodyPr wrap="square" rtlCol="0">
              <a:spAutoFit/>
            </a:bodyPr>
            <a:lstStyle/>
            <a:p>
              <a:endPar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p:sp>
        <p:nvSpPr>
          <p:cNvPr id="11" name="Rectangle 10"/>
          <p:cNvSpPr/>
          <p:nvPr/>
        </p:nvSpPr>
        <p:spPr>
          <a:xfrm>
            <a:off x="748255" y="7293553"/>
            <a:ext cx="23150767" cy="830997"/>
          </a:xfrm>
          <a:prstGeom prst="rect">
            <a:avLst/>
          </a:prstGeom>
        </p:spPr>
        <p:txBody>
          <a:bodyPr wrap="square">
            <a:spAutoFit/>
          </a:bodyPr>
          <a:lstStyle/>
          <a:p>
            <a:pPr lvl="2"/>
            <a:r>
              <a:rPr lang="en-US" sz="4800" b="1" dirty="0">
                <a:latin typeface="Tahoma" panose="020B0604030504040204" pitchFamily="34" charset="0"/>
                <a:ea typeface="Tahoma" panose="020B0604030504040204" pitchFamily="34" charset="0"/>
                <a:cs typeface="Tahoma" panose="020B0604030504040204" pitchFamily="34" charset="0"/>
              </a:rPr>
              <a:t>           </a:t>
            </a:r>
            <a:endParaRPr lang="en-US" sz="4800" b="1" dirty="0">
              <a:highlight>
                <a:srgbClr val="FFFF00"/>
              </a:highlight>
              <a:latin typeface="Tahoma" panose="020B0604030504040204" pitchFamily="34" charset="0"/>
              <a:ea typeface="Tahoma" panose="020B0604030504040204" pitchFamily="34" charset="0"/>
              <a:cs typeface="Tahoma" panose="020B0604030504040204" pitchFamily="34" charset="0"/>
            </a:endParaRPr>
          </a:p>
        </p:txBody>
      </p:sp>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794069" y="1600199"/>
            <a:ext cx="22905625" cy="5587013"/>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50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 Phát biểu mệnh đề đảo của mỗi mệnh đề sau và xác định tính đúng sai chúng.</a:t>
            </a:r>
          </a:p>
          <a:p>
            <a:pPr marL="0" indent="0">
              <a:lnSpc>
                <a:spcPct val="150000"/>
              </a:lnSpc>
              <a:spcBef>
                <a:spcPts val="0"/>
              </a:spcBef>
              <a:buNone/>
            </a:pPr>
            <a:r>
              <a:rPr lang="vi-VN" b="1" dirty="0">
                <a:latin typeface="Tahoma" panose="020B0604030504040204" pitchFamily="34" charset="0"/>
                <a:ea typeface="Tahoma" panose="020B0604030504040204" pitchFamily="34" charset="0"/>
                <a:cs typeface="Tahoma" panose="020B0604030504040204" pitchFamily="34" charset="0"/>
              </a:rPr>
              <a:t>P: “Nếu số tự nhiên n có chữ số tận cùng là 5 thì n chia hết cho 5”;</a:t>
            </a:r>
          </a:p>
          <a:p>
            <a:pPr marL="0" indent="0">
              <a:lnSpc>
                <a:spcPct val="150000"/>
              </a:lnSpc>
              <a:spcBef>
                <a:spcPts val="0"/>
              </a:spcBef>
              <a:buNone/>
            </a:pPr>
            <a:r>
              <a:rPr lang="vi-VN" b="1" dirty="0">
                <a:latin typeface="Tahoma" panose="020B0604030504040204" pitchFamily="34" charset="0"/>
                <a:ea typeface="Tahoma" panose="020B0604030504040204" pitchFamily="34" charset="0"/>
                <a:cs typeface="Tahoma" panose="020B0604030504040204" pitchFamily="34" charset="0"/>
              </a:rPr>
              <a:t>Q: “Nếu tứ giác ABCD là hình chữ nhật thì tứ giác ABCD có hai đường chéo bằng nhau”.</a:t>
            </a:r>
          </a:p>
        </p:txBody>
      </p:sp>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E9B58A3C-5A15-4D68-A680-EF85CFEE2ECD}"/>
                  </a:ext>
                </a:extLst>
              </p:cNvPr>
              <p:cNvSpPr txBox="1">
                <a:spLocks/>
              </p:cNvSpPr>
              <p:nvPr/>
            </p:nvSpPr>
            <p:spPr>
              <a:xfrm>
                <a:off x="949077" y="8509475"/>
                <a:ext cx="22949945" cy="4538023"/>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50000"/>
                  </a:lnSpc>
                  <a:spcBef>
                    <a:spcPts val="0"/>
                  </a:spcBef>
                </a:pPr>
                <a:r>
                  <a:rPr lang="vi-VN" b="1" dirty="0">
                    <a:latin typeface="Tahoma" panose="020B0604030504040204" pitchFamily="34" charset="0"/>
                    <a:ea typeface="Tahoma" panose="020B0604030504040204" pitchFamily="34" charset="0"/>
                    <a:cs typeface="Tahoma" panose="020B0604030504040204" pitchFamily="34" charset="0"/>
                  </a:rPr>
                  <a:t>Mệnh đề đảo của P: “Nếu số tự nhiên </a:t>
                </a:r>
                <a14:m>
                  <m:oMath xmlns:m="http://schemas.openxmlformats.org/officeDocument/2006/math">
                    <m:r>
                      <a:rPr lang="en-US" b="1" i="1" smtClean="0">
                        <a:latin typeface="Cambria Math" panose="02040503050406030204" pitchFamily="18" charset="0"/>
                      </a:rPr>
                      <m:t>𝒏</m:t>
                    </m:r>
                  </m:oMath>
                </a14:m>
                <a:r>
                  <a:rPr lang="vi-VN" b="1" dirty="0">
                    <a:latin typeface="Tahoma" panose="020B0604030504040204" pitchFamily="34" charset="0"/>
                    <a:ea typeface="Tahoma" panose="020B0604030504040204" pitchFamily="34" charset="0"/>
                    <a:cs typeface="Tahoma" panose="020B0604030504040204" pitchFamily="34" charset="0"/>
                  </a:rPr>
                  <a:t>  chia hết cho </a:t>
                </a:r>
                <a:r>
                  <a:rPr lang="en-US" b="1" dirty="0">
                    <a:latin typeface="Tahoma" panose="020B0604030504040204" pitchFamily="34" charset="0"/>
                    <a:ea typeface="Tahoma" panose="020B0604030504040204" pitchFamily="34" charset="0"/>
                    <a:cs typeface="Tahoma" panose="020B0604030504040204" pitchFamily="34" charset="0"/>
                  </a:rPr>
                  <a:t>5</a:t>
                </a:r>
                <a:r>
                  <a:rPr lang="vi-VN" b="1" dirty="0">
                    <a:latin typeface="Tahoma" panose="020B0604030504040204" pitchFamily="34" charset="0"/>
                    <a:ea typeface="Tahoma" panose="020B0604030504040204" pitchFamily="34" charset="0"/>
                    <a:cs typeface="Tahoma" panose="020B0604030504040204" pitchFamily="34" charset="0"/>
                  </a:rPr>
                  <a:t>  thì  </a:t>
                </a:r>
                <a14:m>
                  <m:oMath xmlns:m="http://schemas.openxmlformats.org/officeDocument/2006/math">
                    <m:r>
                      <a:rPr lang="en-US" b="1" i="1" smtClean="0">
                        <a:latin typeface="Cambria Math" panose="02040503050406030204" pitchFamily="18" charset="0"/>
                      </a:rPr>
                      <m:t>𝒏</m:t>
                    </m:r>
                  </m:oMath>
                </a14:m>
                <a:r>
                  <a:rPr lang="vi-VN" b="1" dirty="0">
                    <a:latin typeface="Tahoma" panose="020B0604030504040204" pitchFamily="34" charset="0"/>
                    <a:ea typeface="Tahoma" panose="020B0604030504040204" pitchFamily="34" charset="0"/>
                    <a:cs typeface="Tahoma" panose="020B0604030504040204" pitchFamily="34" charset="0"/>
                  </a:rPr>
                  <a:t> có chữ số tận cùng là </a:t>
                </a:r>
                <a:r>
                  <a:rPr lang="en-US" b="1" dirty="0">
                    <a:latin typeface="Tahoma" panose="020B0604030504040204" pitchFamily="34" charset="0"/>
                    <a:ea typeface="Tahoma" panose="020B0604030504040204" pitchFamily="34" charset="0"/>
                    <a:cs typeface="Tahoma" panose="020B0604030504040204" pitchFamily="34" charset="0"/>
                  </a:rPr>
                  <a:t>5</a:t>
                </a:r>
                <a:r>
                  <a:rPr lang="vi-VN" b="1" dirty="0">
                    <a:latin typeface="Tahoma" panose="020B0604030504040204" pitchFamily="34" charset="0"/>
                    <a:ea typeface="Tahoma" panose="020B0604030504040204" pitchFamily="34" charset="0"/>
                    <a:cs typeface="Tahoma" panose="020B0604030504040204" pitchFamily="34" charset="0"/>
                  </a:rPr>
                  <a:t> ”. Mệnh đề sai vì số nguyên</a:t>
                </a:r>
                <a14:m>
                  <m:oMath xmlns:m="http://schemas.openxmlformats.org/officeDocument/2006/math">
                    <m:r>
                      <a:rPr lang="en-US" b="1" i="0" smtClean="0">
                        <a:latin typeface="Cambria Math" panose="02040503050406030204" pitchFamily="18" charset="0"/>
                      </a:rPr>
                      <m:t> </m:t>
                    </m:r>
                    <m:r>
                      <a:rPr lang="en-US" b="1" i="1" smtClean="0">
                        <a:latin typeface="Cambria Math" panose="02040503050406030204" pitchFamily="18" charset="0"/>
                      </a:rPr>
                      <m:t>𝒏</m:t>
                    </m:r>
                  </m:oMath>
                </a14:m>
                <a:r>
                  <a:rPr lang="vi-VN" b="1" dirty="0">
                    <a:latin typeface="Tahoma" panose="020B0604030504040204" pitchFamily="34" charset="0"/>
                    <a:ea typeface="Tahoma" panose="020B0604030504040204" pitchFamily="34" charset="0"/>
                    <a:cs typeface="Tahoma" panose="020B0604030504040204" pitchFamily="34" charset="0"/>
                  </a:rPr>
                  <a:t> cũng có thể có chữ số tận cùng là </a:t>
                </a:r>
                <a:r>
                  <a:rPr lang="en-US" b="1" dirty="0">
                    <a:latin typeface="Tahoma" panose="020B0604030504040204" pitchFamily="34" charset="0"/>
                    <a:ea typeface="Tahoma" panose="020B0604030504040204" pitchFamily="34" charset="0"/>
                    <a:cs typeface="Tahoma" panose="020B0604030504040204" pitchFamily="34" charset="0"/>
                  </a:rPr>
                  <a:t>0</a:t>
                </a:r>
                <a:r>
                  <a:rPr lang="vi-VN" b="1" dirty="0">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26" name="Content Placeholder 2">
                <a:extLst>
                  <a:ext uri="{FF2B5EF4-FFF2-40B4-BE49-F238E27FC236}">
                    <a16:creationId xmlns:a16="http://schemas.microsoft.com/office/drawing/2014/main" id="{E9B58A3C-5A15-4D68-A680-EF85CFEE2ECD}"/>
                  </a:ext>
                </a:extLst>
              </p:cNvPr>
              <p:cNvSpPr txBox="1">
                <a:spLocks noRot="1" noChangeAspect="1" noMove="1" noResize="1" noEditPoints="1" noAdjustHandles="1" noChangeArrowheads="1" noChangeShapeType="1" noTextEdit="1"/>
              </p:cNvSpPr>
              <p:nvPr/>
            </p:nvSpPr>
            <p:spPr>
              <a:xfrm>
                <a:off x="949077" y="8509475"/>
                <a:ext cx="22949945" cy="4538023"/>
              </a:xfrm>
              <a:prstGeom prst="rect">
                <a:avLst/>
              </a:prstGeom>
              <a:blipFill>
                <a:blip r:embed="rId5"/>
                <a:stretch>
                  <a:fillRect l="-1116"/>
                </a:stretch>
              </a:blipFill>
              <a:ln>
                <a:noFill/>
              </a:ln>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C02A3754-B78A-4753-B5CF-D6380A1C1B50}"/>
              </a:ext>
            </a:extLst>
          </p:cNvPr>
          <p:cNvGrpSpPr/>
          <p:nvPr/>
        </p:nvGrpSpPr>
        <p:grpSpPr>
          <a:xfrm>
            <a:off x="1066800" y="7467600"/>
            <a:ext cx="3725766" cy="828000"/>
            <a:chOff x="1275608" y="6322796"/>
            <a:chExt cx="3572909" cy="828631"/>
          </a:xfrm>
        </p:grpSpPr>
        <p:sp>
          <p:nvSpPr>
            <p:cNvPr id="22" name="Freeform 20">
              <a:extLst>
                <a:ext uri="{FF2B5EF4-FFF2-40B4-BE49-F238E27FC236}">
                  <a16:creationId xmlns:a16="http://schemas.microsoft.com/office/drawing/2014/main" id="{2B1462DB-88BF-4F94-A9AE-75CFAEE1E9CF}"/>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3" name="TextBox 22">
              <a:extLst>
                <a:ext uri="{FF2B5EF4-FFF2-40B4-BE49-F238E27FC236}">
                  <a16:creationId xmlns:a16="http://schemas.microsoft.com/office/drawing/2014/main" id="{8E4B3884-B421-4118-BD63-BF14CD6FCD5F}"/>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24" name="Round Diagonal Corner Rectangle 8">
              <a:extLst>
                <a:ext uri="{FF2B5EF4-FFF2-40B4-BE49-F238E27FC236}">
                  <a16:creationId xmlns:a16="http://schemas.microsoft.com/office/drawing/2014/main" id="{CFB4A915-3443-4A6F-9931-125BB723A3C5}"/>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7" name="Freeform 9">
              <a:extLst>
                <a:ext uri="{FF2B5EF4-FFF2-40B4-BE49-F238E27FC236}">
                  <a16:creationId xmlns:a16="http://schemas.microsoft.com/office/drawing/2014/main" id="{FC8E07B4-AFA4-4E35-AF65-D2397490AF18}"/>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8251264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down)">
                                      <p:cBhvr>
                                        <p:cTn id="7" dur="500"/>
                                        <p:tgtEl>
                                          <p:spTgt spid="11">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up)">
                                      <p:cBhvr>
                                        <p:cTn id="11" dur="500"/>
                                        <p:tgtEl>
                                          <p:spTgt spid="25"/>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5">
                                            <p:txEl>
                                              <p:pRg st="0" end="0"/>
                                            </p:txEl>
                                          </p:spTgt>
                                        </p:tgtEl>
                                        <p:attrNameLst>
                                          <p:attrName>style.visibility</p:attrName>
                                        </p:attrNameLst>
                                      </p:cBhvr>
                                      <p:to>
                                        <p:strVal val="visible"/>
                                      </p:to>
                                    </p:set>
                                    <p:animEffect transition="in" filter="wipe(up)">
                                      <p:cBhvr>
                                        <p:cTn id="15" dur="500"/>
                                        <p:tgtEl>
                                          <p:spTgt spid="25">
                                            <p:txEl>
                                              <p:pRg st="0" end="0"/>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25">
                                            <p:txEl>
                                              <p:pRg st="1" end="1"/>
                                            </p:txEl>
                                          </p:spTgt>
                                        </p:tgtEl>
                                        <p:attrNameLst>
                                          <p:attrName>style.visibility</p:attrName>
                                        </p:attrNameLst>
                                      </p:cBhvr>
                                      <p:to>
                                        <p:strVal val="visible"/>
                                      </p:to>
                                    </p:set>
                                    <p:animEffect transition="in" filter="wipe(up)">
                                      <p:cBhvr>
                                        <p:cTn id="19" dur="500"/>
                                        <p:tgtEl>
                                          <p:spTgt spid="25">
                                            <p:txEl>
                                              <p:pRg st="1" end="1"/>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25">
                                            <p:txEl>
                                              <p:pRg st="2" end="2"/>
                                            </p:txEl>
                                          </p:spTgt>
                                        </p:tgtEl>
                                        <p:attrNameLst>
                                          <p:attrName>style.visibility</p:attrName>
                                        </p:attrNameLst>
                                      </p:cBhvr>
                                      <p:to>
                                        <p:strVal val="visible"/>
                                      </p:to>
                                    </p:set>
                                    <p:animEffect transition="in" filter="wipe(up)">
                                      <p:cBhvr>
                                        <p:cTn id="23" dur="500"/>
                                        <p:tgtEl>
                                          <p:spTgt spid="25">
                                            <p:txEl>
                                              <p:pRg st="2" end="2"/>
                                            </p:txEl>
                                          </p:spTgt>
                                        </p:tgtEl>
                                      </p:cBhvr>
                                    </p:animEffect>
                                  </p:childTnLst>
                                </p:cTn>
                              </p:par>
                            </p:childTnLst>
                          </p:cTn>
                        </p:par>
                        <p:par>
                          <p:cTn id="24" fill="hold">
                            <p:stCondLst>
                              <p:cond delay="2500"/>
                            </p:stCondLst>
                            <p:childTnLst>
                              <p:par>
                                <p:cTn id="25" presetID="16" presetClass="entr" presetSubtype="21" fill="hold"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barn(inVertical)">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wipe(up)">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6">
                                            <p:txEl>
                                              <p:pRg st="0" end="0"/>
                                            </p:txEl>
                                          </p:spTgt>
                                        </p:tgtEl>
                                        <p:attrNameLst>
                                          <p:attrName>style.visibility</p:attrName>
                                        </p:attrNameLst>
                                      </p:cBhvr>
                                      <p:to>
                                        <p:strVal val="visible"/>
                                      </p:to>
                                    </p:set>
                                    <p:animEffect transition="in" filter="wipe(up)">
                                      <p:cBhvr>
                                        <p:cTn id="37"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52">
            <a:extLst>
              <a:ext uri="{FF2B5EF4-FFF2-40B4-BE49-F238E27FC236}">
                <a16:creationId xmlns:a16="http://schemas.microsoft.com/office/drawing/2014/main" id="{4F4AA5FD-8F03-4AC3-A426-AC82C8339B0B}"/>
              </a:ext>
            </a:extLst>
          </p:cNvPr>
          <p:cNvSpPr/>
          <p:nvPr/>
        </p:nvSpPr>
        <p:spPr>
          <a:xfrm>
            <a:off x="684306" y="7801208"/>
            <a:ext cx="22949945" cy="5246290"/>
          </a:xfrm>
          <a:prstGeom prst="roundRect">
            <a:avLst>
              <a:gd name="adj" fmla="val 2239"/>
            </a:avLst>
          </a:prstGeom>
          <a:solidFill>
            <a:schemeClr val="accent5">
              <a:lumMod val="40000"/>
              <a:lumOff val="60000"/>
            </a:schemeClr>
          </a:solid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29" name="Group 28">
            <a:extLst>
              <a:ext uri="{FF2B5EF4-FFF2-40B4-BE49-F238E27FC236}">
                <a16:creationId xmlns:a16="http://schemas.microsoft.com/office/drawing/2014/main" id="{248D407C-158A-4094-801B-C152E7CB5B46}"/>
              </a:ext>
            </a:extLst>
          </p:cNvPr>
          <p:cNvGrpSpPr/>
          <p:nvPr/>
        </p:nvGrpSpPr>
        <p:grpSpPr>
          <a:xfrm>
            <a:off x="684306" y="1576285"/>
            <a:ext cx="22905625" cy="5555744"/>
            <a:chOff x="907537" y="4133365"/>
            <a:chExt cx="23797756" cy="4031343"/>
          </a:xfrm>
        </p:grpSpPr>
        <p:sp>
          <p:nvSpPr>
            <p:cNvPr id="32" name="Rounded Rectangle 36">
              <a:extLst>
                <a:ext uri="{FF2B5EF4-FFF2-40B4-BE49-F238E27FC236}">
                  <a16:creationId xmlns:a16="http://schemas.microsoft.com/office/drawing/2014/main" id="{8DAE7818-FB12-462D-8980-1E516ABB17EF}"/>
                </a:ext>
              </a:extLst>
            </p:cNvPr>
            <p:cNvSpPr/>
            <p:nvPr/>
          </p:nvSpPr>
          <p:spPr>
            <a:xfrm>
              <a:off x="964240" y="4247391"/>
              <a:ext cx="23741053" cy="3917317"/>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4800" b="1" dirty="0">
                <a:latin typeface="Tahoma" panose="020B0604030504040204" pitchFamily="34" charset="0"/>
                <a:ea typeface="Tahoma" panose="020B0604030504040204" pitchFamily="34" charset="0"/>
                <a:cs typeface="Tahoma" panose="020B0604030504040204" pitchFamily="34" charset="0"/>
              </a:endParaRPr>
            </a:p>
          </p:txBody>
        </p:sp>
        <p:grpSp>
          <p:nvGrpSpPr>
            <p:cNvPr id="34" name="Group 33">
              <a:extLst>
                <a:ext uri="{FF2B5EF4-FFF2-40B4-BE49-F238E27FC236}">
                  <a16:creationId xmlns:a16="http://schemas.microsoft.com/office/drawing/2014/main" id="{4F23E3E1-FCE1-49FB-99AA-9C07F74C1F90}"/>
                </a:ext>
              </a:extLst>
            </p:cNvPr>
            <p:cNvGrpSpPr/>
            <p:nvPr/>
          </p:nvGrpSpPr>
          <p:grpSpPr>
            <a:xfrm>
              <a:off x="907537" y="4133365"/>
              <a:ext cx="4016349" cy="810107"/>
              <a:chOff x="907537" y="4133365"/>
              <a:chExt cx="4016349" cy="810107"/>
            </a:xfrm>
          </p:grpSpPr>
          <p:grpSp>
            <p:nvGrpSpPr>
              <p:cNvPr id="35" name="Group 34">
                <a:extLst>
                  <a:ext uri="{FF2B5EF4-FFF2-40B4-BE49-F238E27FC236}">
                    <a16:creationId xmlns:a16="http://schemas.microsoft.com/office/drawing/2014/main" id="{BEADDF1F-15D0-4CCD-BE1C-A94E1D49734D}"/>
                  </a:ext>
                </a:extLst>
              </p:cNvPr>
              <p:cNvGrpSpPr/>
              <p:nvPr/>
            </p:nvGrpSpPr>
            <p:grpSpPr>
              <a:xfrm>
                <a:off x="1390227" y="4202753"/>
                <a:ext cx="3533659" cy="712786"/>
                <a:chOff x="2056977" y="4564703"/>
                <a:chExt cx="3533659" cy="712786"/>
              </a:xfrm>
            </p:grpSpPr>
            <p:sp>
              <p:nvSpPr>
                <p:cNvPr id="45" name="Freeform 20">
                  <a:extLst>
                    <a:ext uri="{FF2B5EF4-FFF2-40B4-BE49-F238E27FC236}">
                      <a16:creationId xmlns:a16="http://schemas.microsoft.com/office/drawing/2014/main" id="{763A1102-4D2E-4FAA-9438-560F298E007E}"/>
                    </a:ext>
                  </a:extLst>
                </p:cNvPr>
                <p:cNvSpPr>
                  <a:spLocks/>
                </p:cNvSpPr>
                <p:nvPr/>
              </p:nvSpPr>
              <p:spPr bwMode="auto">
                <a:xfrm rot="5400000">
                  <a:off x="3488141" y="3133539"/>
                  <a:ext cx="671331" cy="3533659"/>
                </a:xfrm>
                <a:prstGeom prst="round2SameRect">
                  <a:avLst>
                    <a:gd name="adj1" fmla="val 19445"/>
                    <a:gd name="adj2" fmla="val 0"/>
                  </a:avLst>
                </a:prstGeom>
                <a:solidFill>
                  <a:schemeClr val="bg1"/>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sp>
              <p:nvSpPr>
                <p:cNvPr id="46" name="TextBox 45">
                  <a:extLst>
                    <a:ext uri="{FF2B5EF4-FFF2-40B4-BE49-F238E27FC236}">
                      <a16:creationId xmlns:a16="http://schemas.microsoft.com/office/drawing/2014/main" id="{465B47D8-6188-40CC-9F7D-2C1CD33E9853}"/>
                    </a:ext>
                  </a:extLst>
                </p:cNvPr>
                <p:cNvSpPr txBox="1"/>
                <p:nvPr/>
              </p:nvSpPr>
              <p:spPr>
                <a:xfrm>
                  <a:off x="2526391" y="4674503"/>
                  <a:ext cx="3064245" cy="602986"/>
                </a:xfrm>
                <a:prstGeom prst="rect">
                  <a:avLst/>
                </a:prstGeom>
                <a:noFill/>
              </p:spPr>
              <p:txBody>
                <a:bodyPr wrap="square" rtlCol="0">
                  <a:spAutoFit/>
                </a:bodyPr>
                <a:lstStyle/>
                <a:p>
                  <a:pPr algn="ctr"/>
                  <a:r>
                    <a:rPr lang="vi-VN" sz="4800" b="1">
                      <a:solidFill>
                        <a:srgbClr val="0000CC"/>
                      </a:solidFill>
                      <a:latin typeface="Tahoma" pitchFamily="34" charset="0"/>
                      <a:ea typeface="Tahoma" pitchFamily="34" charset="0"/>
                      <a:cs typeface="Tahoma" pitchFamily="34" charset="0"/>
                    </a:rPr>
                    <a:t>C</a:t>
                  </a:r>
                  <a:r>
                    <a:rPr lang="en-US" sz="4800" b="1">
                      <a:solidFill>
                        <a:srgbClr val="0000CC"/>
                      </a:solidFill>
                      <a:latin typeface="Tahoma" pitchFamily="34" charset="0"/>
                      <a:ea typeface="Tahoma" pitchFamily="34" charset="0"/>
                      <a:cs typeface="Tahoma" pitchFamily="34" charset="0"/>
                    </a:rPr>
                    <a:t>âu</a:t>
                  </a:r>
                  <a:r>
                    <a:rPr lang="vi-VN" sz="4800" b="1">
                      <a:solidFill>
                        <a:srgbClr val="0000CC"/>
                      </a:solidFill>
                      <a:latin typeface="Tahoma" pitchFamily="34" charset="0"/>
                      <a:ea typeface="Tahoma" pitchFamily="34" charset="0"/>
                      <a:cs typeface="Tahoma" pitchFamily="34" charset="0"/>
                    </a:rPr>
                    <a:t> </a:t>
                  </a:r>
                  <a:r>
                    <a:rPr lang="en-US" sz="4800" b="1">
                      <a:solidFill>
                        <a:srgbClr val="0000CC"/>
                      </a:solidFill>
                      <a:latin typeface="Tahoma" pitchFamily="34" charset="0"/>
                      <a:ea typeface="Tahoma" pitchFamily="34" charset="0"/>
                      <a:cs typeface="Tahoma" pitchFamily="34" charset="0"/>
                    </a:rPr>
                    <a:t>1.4</a:t>
                  </a:r>
                  <a:endParaRPr lang="en-US" sz="4800" b="1" dirty="0">
                    <a:solidFill>
                      <a:srgbClr val="0000CC"/>
                    </a:solidFill>
                    <a:latin typeface="Tahoma" pitchFamily="34" charset="0"/>
                    <a:ea typeface="Tahoma" pitchFamily="34" charset="0"/>
                    <a:cs typeface="Tahoma" pitchFamily="34" charset="0"/>
                  </a:endParaRPr>
                </a:p>
              </p:txBody>
            </p:sp>
          </p:grpSp>
          <p:pic>
            <p:nvPicPr>
              <p:cNvPr id="40" name="Picture 39">
                <a:extLst>
                  <a:ext uri="{FF2B5EF4-FFF2-40B4-BE49-F238E27FC236}">
                    <a16:creationId xmlns:a16="http://schemas.microsoft.com/office/drawing/2014/main" id="{39EA31CA-5E62-4855-ABBA-F2462D4BCF6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5599" t="21515" r="9759" b="14519"/>
              <a:stretch/>
            </p:blipFill>
            <p:spPr>
              <a:xfrm>
                <a:off x="907537" y="4133365"/>
                <a:ext cx="1076356" cy="810107"/>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5"/>
            <a:ext cx="1137814" cy="1452400"/>
            <a:chOff x="19066718" y="10069438"/>
            <a:chExt cx="1164557" cy="1690475"/>
          </a:xfrm>
        </p:grpSpPr>
        <p:sp>
          <p:nvSpPr>
            <p:cNvPr id="122" name="TextBox 121"/>
            <p:cNvSpPr txBox="1"/>
            <p:nvPr/>
          </p:nvSpPr>
          <p:spPr>
            <a:xfrm>
              <a:off x="19276653" y="10792700"/>
              <a:ext cx="954622" cy="967213"/>
            </a:xfrm>
            <a:prstGeom prst="rect">
              <a:avLst/>
            </a:prstGeom>
            <a:noFill/>
          </p:spPr>
          <p:txBody>
            <a:bodyPr wrap="square" rtlCol="0">
              <a:spAutoFit/>
            </a:bodyPr>
            <a:lstStyle/>
            <a:p>
              <a:endParaRPr lang="en-US" sz="4800" b="1" dirty="0">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967213"/>
            </a:xfrm>
            <a:prstGeom prst="rect">
              <a:avLst/>
            </a:prstGeom>
            <a:noFill/>
          </p:spPr>
          <p:txBody>
            <a:bodyPr wrap="square" rtlCol="0">
              <a:spAutoFit/>
            </a:bodyPr>
            <a:lstStyle/>
            <a:p>
              <a:endPar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794069" y="1600199"/>
            <a:ext cx="22905625" cy="5587013"/>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50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 </a:t>
            </a: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Phát biểu mệnh đề đảo của mỗi mệnh đề sau và xác định tính đúng sai chúng.</a:t>
            </a:r>
          </a:p>
          <a:p>
            <a:pPr marL="0" indent="0">
              <a:lnSpc>
                <a:spcPct val="150000"/>
              </a:lnSpc>
              <a:spcBef>
                <a:spcPts val="0"/>
              </a:spcBef>
              <a:buNone/>
            </a:pPr>
            <a:r>
              <a:rPr lang="vi-VN" b="1" dirty="0">
                <a:latin typeface="Tahoma" panose="020B0604030504040204" pitchFamily="34" charset="0"/>
                <a:ea typeface="Tahoma" panose="020B0604030504040204" pitchFamily="34" charset="0"/>
                <a:cs typeface="Tahoma" panose="020B0604030504040204" pitchFamily="34" charset="0"/>
              </a:rPr>
              <a:t>P: “Nếu số tự nhiên n có chữ số tận cùng là 5 thì n chia hết cho 5”;</a:t>
            </a:r>
          </a:p>
          <a:p>
            <a:pPr marL="0" indent="0">
              <a:lnSpc>
                <a:spcPct val="150000"/>
              </a:lnSpc>
              <a:spcBef>
                <a:spcPts val="0"/>
              </a:spcBef>
              <a:buNone/>
            </a:pPr>
            <a:r>
              <a:rPr lang="vi-VN" b="1" dirty="0">
                <a:latin typeface="Tahoma" panose="020B0604030504040204" pitchFamily="34" charset="0"/>
                <a:ea typeface="Tahoma" panose="020B0604030504040204" pitchFamily="34" charset="0"/>
                <a:cs typeface="Tahoma" panose="020B0604030504040204" pitchFamily="34" charset="0"/>
              </a:rPr>
              <a:t>Q: “Nếu tứ giác ABCD là hình chữ nhật thì tứ giác ABCD có hai đường chéo bằng nhau”.</a:t>
            </a:r>
          </a:p>
        </p:txBody>
      </p:sp>
      <p:sp>
        <p:nvSpPr>
          <p:cNvPr id="26" name="Content Placeholder 2">
            <a:extLst>
              <a:ext uri="{FF2B5EF4-FFF2-40B4-BE49-F238E27FC236}">
                <a16:creationId xmlns:a16="http://schemas.microsoft.com/office/drawing/2014/main" id="{E9B58A3C-5A15-4D68-A680-EF85CFEE2ECD}"/>
              </a:ext>
            </a:extLst>
          </p:cNvPr>
          <p:cNvSpPr txBox="1">
            <a:spLocks/>
          </p:cNvSpPr>
          <p:nvPr/>
        </p:nvSpPr>
        <p:spPr>
          <a:xfrm>
            <a:off x="949077" y="8509476"/>
            <a:ext cx="22949945" cy="4272320"/>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50000"/>
              </a:lnSpc>
              <a:spcBef>
                <a:spcPts val="0"/>
              </a:spcBef>
            </a:pPr>
            <a:r>
              <a:rPr lang="vi-VN" b="1" dirty="0">
                <a:latin typeface="Tahoma" panose="020B0604030504040204" pitchFamily="34" charset="0"/>
                <a:ea typeface="Tahoma" panose="020B0604030504040204" pitchFamily="34" charset="0"/>
                <a:cs typeface="Tahoma" panose="020B0604030504040204" pitchFamily="34" charset="0"/>
              </a:rPr>
              <a:t>Mệnh đề đảo của Q: “Nếu tứ giác ABCD  có hai đường chéo bằng nhau thì tứ giác ABCD  là hình chữ nhật”. Mệnh đề sai (không thỏa mãn dấu hiệu nhận biết hình chữ nhật).</a:t>
            </a:r>
          </a:p>
          <a:p>
            <a:pPr>
              <a:lnSpc>
                <a:spcPct val="150000"/>
              </a:lnSpc>
              <a:spcBef>
                <a:spcPts val="0"/>
              </a:spcBef>
            </a:pPr>
            <a:endParaRPr lang="vi-VN" b="1" dirty="0">
              <a:latin typeface="Tahoma" panose="020B0604030504040204" pitchFamily="34" charset="0"/>
              <a:ea typeface="Tahoma" panose="020B0604030504040204" pitchFamily="34" charset="0"/>
              <a:cs typeface="Tahoma" panose="020B0604030504040204" pitchFamily="34" charset="0"/>
            </a:endParaRPr>
          </a:p>
        </p:txBody>
      </p:sp>
      <p:grpSp>
        <p:nvGrpSpPr>
          <p:cNvPr id="21" name="Group 20">
            <a:extLst>
              <a:ext uri="{FF2B5EF4-FFF2-40B4-BE49-F238E27FC236}">
                <a16:creationId xmlns:a16="http://schemas.microsoft.com/office/drawing/2014/main" id="{630617A7-6A43-43D2-B9AA-045A682D57CC}"/>
              </a:ext>
            </a:extLst>
          </p:cNvPr>
          <p:cNvGrpSpPr/>
          <p:nvPr/>
        </p:nvGrpSpPr>
        <p:grpSpPr>
          <a:xfrm>
            <a:off x="1143000" y="7391400"/>
            <a:ext cx="3725766" cy="828000"/>
            <a:chOff x="1275608" y="6322796"/>
            <a:chExt cx="3572909" cy="828631"/>
          </a:xfrm>
        </p:grpSpPr>
        <p:sp>
          <p:nvSpPr>
            <p:cNvPr id="22" name="Freeform 20">
              <a:extLst>
                <a:ext uri="{FF2B5EF4-FFF2-40B4-BE49-F238E27FC236}">
                  <a16:creationId xmlns:a16="http://schemas.microsoft.com/office/drawing/2014/main" id="{73916D2F-DE67-48DE-A6C5-E562289E3906}"/>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3" name="TextBox 22">
              <a:extLst>
                <a:ext uri="{FF2B5EF4-FFF2-40B4-BE49-F238E27FC236}">
                  <a16:creationId xmlns:a16="http://schemas.microsoft.com/office/drawing/2014/main" id="{B265CCCF-FF61-437E-9A23-B61F3FB01A0A}"/>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24" name="Round Diagonal Corner Rectangle 8">
              <a:extLst>
                <a:ext uri="{FF2B5EF4-FFF2-40B4-BE49-F238E27FC236}">
                  <a16:creationId xmlns:a16="http://schemas.microsoft.com/office/drawing/2014/main" id="{8A8D0C3B-55A5-4553-8308-EFDB5D5FD33D}"/>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7" name="Freeform 9">
              <a:extLst>
                <a:ext uri="{FF2B5EF4-FFF2-40B4-BE49-F238E27FC236}">
                  <a16:creationId xmlns:a16="http://schemas.microsoft.com/office/drawing/2014/main" id="{24914ECC-48EE-4C16-B4C3-D253695CC477}"/>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2160311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arn(inVertic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up)">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6">
                                            <p:txEl>
                                              <p:pRg st="0" end="0"/>
                                            </p:txEl>
                                          </p:spTgt>
                                        </p:tgtEl>
                                        <p:attrNameLst>
                                          <p:attrName>style.visibility</p:attrName>
                                        </p:attrNameLst>
                                      </p:cBhvr>
                                      <p:to>
                                        <p:strVal val="visible"/>
                                      </p:to>
                                    </p:set>
                                    <p:animEffect transition="in" filter="wipe(up)">
                                      <p:cBhvr>
                                        <p:cTn id="17"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52">
            <a:extLst>
              <a:ext uri="{FF2B5EF4-FFF2-40B4-BE49-F238E27FC236}">
                <a16:creationId xmlns:a16="http://schemas.microsoft.com/office/drawing/2014/main" id="{4F4AA5FD-8F03-4AC3-A426-AC82C8339B0B}"/>
              </a:ext>
            </a:extLst>
          </p:cNvPr>
          <p:cNvSpPr/>
          <p:nvPr/>
        </p:nvSpPr>
        <p:spPr>
          <a:xfrm>
            <a:off x="522713" y="7952484"/>
            <a:ext cx="22961137" cy="5116905"/>
          </a:xfrm>
          <a:prstGeom prst="roundRect">
            <a:avLst>
              <a:gd name="adj" fmla="val 2239"/>
            </a:avLst>
          </a:prstGeom>
          <a:solidFill>
            <a:schemeClr val="accent5">
              <a:lumMod val="40000"/>
              <a:lumOff val="60000"/>
            </a:schemeClr>
          </a:solid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29" name="Group 28">
            <a:extLst>
              <a:ext uri="{FF2B5EF4-FFF2-40B4-BE49-F238E27FC236}">
                <a16:creationId xmlns:a16="http://schemas.microsoft.com/office/drawing/2014/main" id="{248D407C-158A-4094-801B-C152E7CB5B46}"/>
              </a:ext>
            </a:extLst>
          </p:cNvPr>
          <p:cNvGrpSpPr/>
          <p:nvPr/>
        </p:nvGrpSpPr>
        <p:grpSpPr>
          <a:xfrm>
            <a:off x="592374" y="1591478"/>
            <a:ext cx="22949945" cy="5555744"/>
            <a:chOff x="907537" y="4133365"/>
            <a:chExt cx="23797756" cy="4031343"/>
          </a:xfrm>
        </p:grpSpPr>
        <p:sp>
          <p:nvSpPr>
            <p:cNvPr id="32" name="Rounded Rectangle 36">
              <a:extLst>
                <a:ext uri="{FF2B5EF4-FFF2-40B4-BE49-F238E27FC236}">
                  <a16:creationId xmlns:a16="http://schemas.microsoft.com/office/drawing/2014/main" id="{8DAE7818-FB12-462D-8980-1E516ABB17EF}"/>
                </a:ext>
              </a:extLst>
            </p:cNvPr>
            <p:cNvSpPr/>
            <p:nvPr/>
          </p:nvSpPr>
          <p:spPr>
            <a:xfrm>
              <a:off x="964240" y="4247391"/>
              <a:ext cx="23741053" cy="3917317"/>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latin typeface="Tahoma" panose="020B0604030504040204" pitchFamily="34" charset="0"/>
                <a:ea typeface="Tahoma" panose="020B0604030504040204" pitchFamily="34" charset="0"/>
                <a:cs typeface="Tahoma" panose="020B0604030504040204" pitchFamily="34" charset="0"/>
              </a:endParaRPr>
            </a:p>
          </p:txBody>
        </p:sp>
        <p:grpSp>
          <p:nvGrpSpPr>
            <p:cNvPr id="34" name="Group 33">
              <a:extLst>
                <a:ext uri="{FF2B5EF4-FFF2-40B4-BE49-F238E27FC236}">
                  <a16:creationId xmlns:a16="http://schemas.microsoft.com/office/drawing/2014/main" id="{4F23E3E1-FCE1-49FB-99AA-9C07F74C1F90}"/>
                </a:ext>
              </a:extLst>
            </p:cNvPr>
            <p:cNvGrpSpPr/>
            <p:nvPr/>
          </p:nvGrpSpPr>
          <p:grpSpPr>
            <a:xfrm>
              <a:off x="907537" y="4133365"/>
              <a:ext cx="4016349" cy="810107"/>
              <a:chOff x="907537" y="4133365"/>
              <a:chExt cx="4016349" cy="810107"/>
            </a:xfrm>
          </p:grpSpPr>
          <p:grpSp>
            <p:nvGrpSpPr>
              <p:cNvPr id="35" name="Group 34">
                <a:extLst>
                  <a:ext uri="{FF2B5EF4-FFF2-40B4-BE49-F238E27FC236}">
                    <a16:creationId xmlns:a16="http://schemas.microsoft.com/office/drawing/2014/main" id="{BEADDF1F-15D0-4CCD-BE1C-A94E1D49734D}"/>
                  </a:ext>
                </a:extLst>
              </p:cNvPr>
              <p:cNvGrpSpPr/>
              <p:nvPr/>
            </p:nvGrpSpPr>
            <p:grpSpPr>
              <a:xfrm>
                <a:off x="1390227" y="4202753"/>
                <a:ext cx="3533659" cy="712786"/>
                <a:chOff x="2056977" y="4564703"/>
                <a:chExt cx="3533659" cy="712786"/>
              </a:xfrm>
            </p:grpSpPr>
            <p:sp>
              <p:nvSpPr>
                <p:cNvPr id="45" name="Freeform 20">
                  <a:extLst>
                    <a:ext uri="{FF2B5EF4-FFF2-40B4-BE49-F238E27FC236}">
                      <a16:creationId xmlns:a16="http://schemas.microsoft.com/office/drawing/2014/main" id="{763A1102-4D2E-4FAA-9438-560F298E007E}"/>
                    </a:ext>
                  </a:extLst>
                </p:cNvPr>
                <p:cNvSpPr>
                  <a:spLocks/>
                </p:cNvSpPr>
                <p:nvPr/>
              </p:nvSpPr>
              <p:spPr bwMode="auto">
                <a:xfrm rot="5400000">
                  <a:off x="3488141" y="3133539"/>
                  <a:ext cx="671331" cy="3533659"/>
                </a:xfrm>
                <a:prstGeom prst="round2SameRect">
                  <a:avLst>
                    <a:gd name="adj1" fmla="val 19445"/>
                    <a:gd name="adj2" fmla="val 0"/>
                  </a:avLst>
                </a:prstGeom>
                <a:solidFill>
                  <a:schemeClr val="bg1"/>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sp>
              <p:nvSpPr>
                <p:cNvPr id="46" name="TextBox 45">
                  <a:extLst>
                    <a:ext uri="{FF2B5EF4-FFF2-40B4-BE49-F238E27FC236}">
                      <a16:creationId xmlns:a16="http://schemas.microsoft.com/office/drawing/2014/main" id="{465B47D8-6188-40CC-9F7D-2C1CD33E9853}"/>
                    </a:ext>
                  </a:extLst>
                </p:cNvPr>
                <p:cNvSpPr txBox="1"/>
                <p:nvPr/>
              </p:nvSpPr>
              <p:spPr>
                <a:xfrm>
                  <a:off x="2526391" y="4674503"/>
                  <a:ext cx="2760458" cy="602986"/>
                </a:xfrm>
                <a:prstGeom prst="rect">
                  <a:avLst/>
                </a:prstGeom>
                <a:noFill/>
              </p:spPr>
              <p:txBody>
                <a:bodyPr wrap="square" rtlCol="0">
                  <a:spAutoFit/>
                </a:bodyPr>
                <a:lstStyle/>
                <a:p>
                  <a:pPr algn="ctr"/>
                  <a:r>
                    <a:rPr lang="vi-VN" sz="4800" b="1">
                      <a:solidFill>
                        <a:srgbClr val="0000CC"/>
                      </a:solidFill>
                      <a:latin typeface="Tahoma" pitchFamily="34" charset="0"/>
                      <a:ea typeface="Tahoma" pitchFamily="34" charset="0"/>
                      <a:cs typeface="Tahoma" pitchFamily="34" charset="0"/>
                    </a:rPr>
                    <a:t>C</a:t>
                  </a:r>
                  <a:r>
                    <a:rPr lang="en-US" sz="4800" b="1">
                      <a:solidFill>
                        <a:srgbClr val="0000CC"/>
                      </a:solidFill>
                      <a:latin typeface="Tahoma" pitchFamily="34" charset="0"/>
                      <a:ea typeface="Tahoma" pitchFamily="34" charset="0"/>
                      <a:cs typeface="Tahoma" pitchFamily="34" charset="0"/>
                    </a:rPr>
                    <a:t>âu</a:t>
                  </a:r>
                  <a:r>
                    <a:rPr lang="vi-VN" sz="4800" b="1">
                      <a:solidFill>
                        <a:srgbClr val="0000CC"/>
                      </a:solidFill>
                      <a:latin typeface="Tahoma" pitchFamily="34" charset="0"/>
                      <a:ea typeface="Tahoma" pitchFamily="34" charset="0"/>
                      <a:cs typeface="Tahoma" pitchFamily="34" charset="0"/>
                    </a:rPr>
                    <a:t> </a:t>
                  </a:r>
                  <a:r>
                    <a:rPr lang="en-US" sz="4800" b="1">
                      <a:solidFill>
                        <a:srgbClr val="0000CC"/>
                      </a:solidFill>
                      <a:latin typeface="Tahoma" pitchFamily="34" charset="0"/>
                      <a:ea typeface="Tahoma" pitchFamily="34" charset="0"/>
                      <a:cs typeface="Tahoma" pitchFamily="34" charset="0"/>
                    </a:rPr>
                    <a:t>1.5</a:t>
                  </a:r>
                  <a:endParaRPr lang="en-US" sz="4800" b="1" dirty="0">
                    <a:solidFill>
                      <a:srgbClr val="0000CC"/>
                    </a:solidFill>
                    <a:latin typeface="Tahoma" pitchFamily="34" charset="0"/>
                    <a:ea typeface="Tahoma" pitchFamily="34" charset="0"/>
                    <a:cs typeface="Tahoma" pitchFamily="34" charset="0"/>
                  </a:endParaRPr>
                </a:p>
              </p:txBody>
            </p:sp>
          </p:grpSp>
          <p:pic>
            <p:nvPicPr>
              <p:cNvPr id="40" name="Picture 39">
                <a:extLst>
                  <a:ext uri="{FF2B5EF4-FFF2-40B4-BE49-F238E27FC236}">
                    <a16:creationId xmlns:a16="http://schemas.microsoft.com/office/drawing/2014/main" id="{39EA31CA-5E62-4855-ABBA-F2462D4BCF6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5599" t="21515" r="9759" b="14519"/>
              <a:stretch/>
            </p:blipFill>
            <p:spPr>
              <a:xfrm>
                <a:off x="907537" y="4133365"/>
                <a:ext cx="1076356" cy="810107"/>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5"/>
            <a:ext cx="1137814" cy="1452400"/>
            <a:chOff x="19066718" y="10069438"/>
            <a:chExt cx="1164557" cy="1690475"/>
          </a:xfrm>
        </p:grpSpPr>
        <p:sp>
          <p:nvSpPr>
            <p:cNvPr id="122" name="TextBox 121"/>
            <p:cNvSpPr txBox="1"/>
            <p:nvPr/>
          </p:nvSpPr>
          <p:spPr>
            <a:xfrm>
              <a:off x="19276653" y="10792700"/>
              <a:ext cx="954622" cy="967213"/>
            </a:xfrm>
            <a:prstGeom prst="rect">
              <a:avLst/>
            </a:prstGeom>
            <a:noFill/>
          </p:spPr>
          <p:txBody>
            <a:bodyPr wrap="square" rtlCol="0">
              <a:spAutoFit/>
            </a:bodyPr>
            <a:lstStyle/>
            <a:p>
              <a:endParaRPr lang="en-US" sz="4800" b="1" dirty="0">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967213"/>
            </a:xfrm>
            <a:prstGeom prst="rect">
              <a:avLst/>
            </a:prstGeom>
            <a:noFill/>
          </p:spPr>
          <p:txBody>
            <a:bodyPr wrap="square" rtlCol="0">
              <a:spAutoFit/>
            </a:bodyPr>
            <a:lstStyle/>
            <a:p>
              <a:endPar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1205455" y="3057394"/>
                <a:ext cx="22949945" cy="4486406"/>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err="1">
                    <a:latin typeface="Tahoma" panose="020B0604030504040204" pitchFamily="34" charset="0"/>
                    <a:ea typeface="Tahoma" panose="020B0604030504040204" pitchFamily="34" charset="0"/>
                    <a:cs typeface="Tahoma" panose="020B0604030504040204" pitchFamily="34" charset="0"/>
                  </a:rPr>
                  <a:t>Với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hai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thực</a:t>
                </a:r>
                <a:r>
                  <a:rPr lang="en-US" b="1" dirty="0">
                    <a:latin typeface="Tahoma" panose="020B0604030504040204" pitchFamily="34" charset="0"/>
                    <a:ea typeface="Tahoma" panose="020B0604030504040204" pitchFamily="34" charset="0"/>
                    <a:cs typeface="Tahoma" panose="020B0604030504040204" pitchFamily="34" charset="0"/>
                  </a:rPr>
                  <a:t> a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b, </a:t>
                </a:r>
                <a:r>
                  <a:rPr lang="en-US" b="1" dirty="0" err="1">
                    <a:latin typeface="Tahoma" panose="020B0604030504040204" pitchFamily="34" charset="0"/>
                    <a:ea typeface="Tahoma" panose="020B0604030504040204" pitchFamily="34" charset="0"/>
                    <a:cs typeface="Tahoma" panose="020B0604030504040204" pitchFamily="34" charset="0"/>
                  </a:rPr>
                  <a:t>xét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các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14:m>
                  <m:oMath xmlns:m="http://schemas.openxmlformats.org/officeDocument/2006/math">
                    <m:r>
                      <a:rPr lang="en-US" b="1" i="0" smtClean="0">
                        <a:latin typeface="Cambria Math" panose="02040503050406030204" pitchFamily="18" charset="0"/>
                      </a:rPr>
                      <m:t> </m:t>
                    </m:r>
                    <m:r>
                      <a:rPr lang="en-US" b="1" i="1">
                        <a:latin typeface="Cambria Math" panose="02040503050406030204" pitchFamily="18" charset="0"/>
                      </a:rPr>
                      <m:t>𝑷</m:t>
                    </m:r>
                    <m:r>
                      <a:rPr lang="en-US" b="1">
                        <a:latin typeface="Cambria Math" panose="02040503050406030204" pitchFamily="18" charset="0"/>
                      </a:rPr>
                      <m:t>:"</m:t>
                    </m:r>
                    <m:sSup>
                      <m:sSupPr>
                        <m:ctrlPr>
                          <a:rPr lang="en-US" b="1" i="1">
                            <a:solidFill>
                              <a:srgbClr val="836967"/>
                            </a:solidFill>
                            <a:latin typeface="Cambria Math" panose="02040503050406030204" pitchFamily="18" charset="0"/>
                          </a:rPr>
                        </m:ctrlPr>
                      </m:sSupPr>
                      <m:e>
                        <m:r>
                          <a:rPr lang="en-US" b="1" i="1">
                            <a:latin typeface="Cambria Math" panose="02040503050406030204" pitchFamily="18" charset="0"/>
                          </a:rPr>
                          <m:t>𝒂</m:t>
                        </m:r>
                      </m:e>
                      <m:sup>
                        <m:r>
                          <a:rPr lang="en-US" b="1" i="1">
                            <a:latin typeface="Cambria Math" panose="02040503050406030204" pitchFamily="18" charset="0"/>
                          </a:rPr>
                          <m:t>𝟐</m:t>
                        </m:r>
                      </m:sup>
                    </m:sSup>
                    <m:r>
                      <a:rPr lang="en-US" b="1">
                        <a:latin typeface="Cambria Math" panose="02040503050406030204" pitchFamily="18" charset="0"/>
                      </a:rPr>
                      <m:t>&lt;</m:t>
                    </m:r>
                    <m:sSup>
                      <m:sSupPr>
                        <m:ctrlPr>
                          <a:rPr lang="en-US" b="1" i="1">
                            <a:solidFill>
                              <a:srgbClr val="836967"/>
                            </a:solidFill>
                            <a:latin typeface="Cambria Math" panose="02040503050406030204" pitchFamily="18" charset="0"/>
                          </a:rPr>
                        </m:ctrlPr>
                      </m:sSupPr>
                      <m:e>
                        <m:r>
                          <a:rPr lang="en-US" b="1" i="1">
                            <a:latin typeface="Cambria Math" panose="02040503050406030204" pitchFamily="18" charset="0"/>
                          </a:rPr>
                          <m:t>𝒃</m:t>
                        </m:r>
                      </m:e>
                      <m:sup>
                        <m:r>
                          <a:rPr lang="en-US" b="1" i="1">
                            <a:latin typeface="Cambria Math" panose="02040503050406030204" pitchFamily="18" charset="0"/>
                          </a:rPr>
                          <m:t>𝟐</m:t>
                        </m:r>
                      </m:sup>
                    </m:sSup>
                    <m:r>
                      <a:rPr lang="en-US" b="1" smtClean="0">
                        <a:latin typeface="Cambria Math" panose="02040503050406030204" pitchFamily="18" charset="0"/>
                      </a:rPr>
                      <m:t>"</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14:m>
                  <m:oMath xmlns:m="http://schemas.openxmlformats.org/officeDocument/2006/math">
                    <m:r>
                      <a:rPr lang="en-US" b="1" i="0" smtClean="0">
                        <a:latin typeface="Cambria Math" panose="02040503050406030204" pitchFamily="18" charset="0"/>
                      </a:rPr>
                      <m:t> </m:t>
                    </m:r>
                    <m:r>
                      <a:rPr lang="en-US" b="1" i="1">
                        <a:latin typeface="Cambria Math" panose="02040503050406030204" pitchFamily="18" charset="0"/>
                      </a:rPr>
                      <m:t>𝑸</m:t>
                    </m:r>
                    <m:r>
                      <a:rPr lang="en-US" b="1">
                        <a:latin typeface="Cambria Math" panose="02040503050406030204" pitchFamily="18" charset="0"/>
                      </a:rPr>
                      <m:t>:"</m:t>
                    </m:r>
                    <m:r>
                      <a:rPr lang="en-US" b="1" i="1">
                        <a:latin typeface="Cambria Math" panose="02040503050406030204" pitchFamily="18" charset="0"/>
                      </a:rPr>
                      <m:t>𝟎</m:t>
                    </m:r>
                    <m:r>
                      <a:rPr lang="en-US" b="1">
                        <a:latin typeface="Cambria Math" panose="02040503050406030204" pitchFamily="18" charset="0"/>
                      </a:rPr>
                      <m:t>&lt;</m:t>
                    </m:r>
                    <m:r>
                      <a:rPr lang="en-US" b="1" i="1">
                        <a:latin typeface="Cambria Math" panose="02040503050406030204" pitchFamily="18" charset="0"/>
                      </a:rPr>
                      <m:t>𝒂</m:t>
                    </m:r>
                    <m:r>
                      <a:rPr lang="en-US" b="1">
                        <a:latin typeface="Cambria Math" panose="02040503050406030204" pitchFamily="18" charset="0"/>
                      </a:rPr>
                      <m:t>&lt;</m:t>
                    </m:r>
                    <m:r>
                      <a:rPr lang="en-US" b="1" i="1">
                        <a:latin typeface="Cambria Math" panose="02040503050406030204" pitchFamily="18" charset="0"/>
                      </a:rPr>
                      <m:t>𝒃</m:t>
                    </m:r>
                    <m:r>
                      <a:rPr lang="en-US" b="1">
                        <a:latin typeface="Cambria Math" panose="02040503050406030204" pitchFamily="18" charset="0"/>
                      </a:rPr>
                      <m:t>"</m:t>
                    </m:r>
                  </m:oMath>
                </a14:m>
                <a:r>
                  <a:rPr lang="en-US" b="1" dirty="0">
                    <a:latin typeface="Tahoma" panose="020B0604030504040204" pitchFamily="34" charset="0"/>
                    <a:ea typeface="Tahoma" panose="020B0604030504040204" pitchFamily="34" charset="0"/>
                    <a:cs typeface="Tahoma" panose="020B0604030504040204" pitchFamily="34" charset="0"/>
                  </a:rPr>
                  <a:t> .</a:t>
                </a:r>
              </a:p>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a) </a:t>
                </a:r>
                <a:r>
                  <a:rPr lang="en-US" b="1" dirty="0" err="1">
                    <a:latin typeface="Tahoma" panose="020B0604030504040204" pitchFamily="34" charset="0"/>
                    <a:ea typeface="Tahoma" panose="020B0604030504040204" pitchFamily="34" charset="0"/>
                    <a:cs typeface="Tahoma" panose="020B0604030504040204" pitchFamily="34" charset="0"/>
                  </a:rPr>
                  <a:t>Hãy</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phát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biểu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a:latin typeface="Cambria Math" panose="02040503050406030204" pitchFamily="18" charset="0"/>
                      </a:rPr>
                      <m:t>𝑷</m:t>
                    </m:r>
                    <m:r>
                      <a:rPr lang="en-US" b="1">
                        <a:latin typeface="Cambria Math" panose="02040503050406030204" pitchFamily="18" charset="0"/>
                      </a:rPr>
                      <m:t>⇒</m:t>
                    </m:r>
                    <m:r>
                      <a:rPr lang="en-US" b="1" i="1">
                        <a:latin typeface="Cambria Math" panose="02040503050406030204" pitchFamily="18" charset="0"/>
                      </a:rPr>
                      <m:t>𝑸</m:t>
                    </m:r>
                  </m:oMath>
                </a14:m>
                <a:r>
                  <a:rPr lang="en-US" b="1" dirty="0">
                    <a:latin typeface="Tahoma" panose="020B0604030504040204" pitchFamily="34" charset="0"/>
                    <a:ea typeface="Tahoma" panose="020B0604030504040204" pitchFamily="34" charset="0"/>
                    <a:cs typeface="Tahoma" panose="020B0604030504040204" pitchFamily="34" charset="0"/>
                  </a:rPr>
                  <a:t>.</a:t>
                </a:r>
              </a:p>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b) </a:t>
                </a:r>
                <a:r>
                  <a:rPr lang="en-US" b="1" dirty="0" err="1">
                    <a:latin typeface="Tahoma" panose="020B0604030504040204" pitchFamily="34" charset="0"/>
                    <a:ea typeface="Tahoma" panose="020B0604030504040204" pitchFamily="34" charset="0"/>
                    <a:cs typeface="Tahoma" panose="020B0604030504040204" pitchFamily="34" charset="0"/>
                  </a:rPr>
                  <a:t>Hãy</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phát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biểu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đảo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 ở </a:t>
                </a:r>
                <a:r>
                  <a:rPr lang="en-US" b="1" dirty="0" err="1">
                    <a:latin typeface="Tahoma" panose="020B0604030504040204" pitchFamily="34" charset="0"/>
                    <a:ea typeface="Tahoma" panose="020B0604030504040204" pitchFamily="34" charset="0"/>
                    <a:cs typeface="Tahoma" panose="020B0604030504040204" pitchFamily="34" charset="0"/>
                  </a:rPr>
                  <a:t>câu</a:t>
                </a:r>
                <a:r>
                  <a:rPr lang="en-US" b="1" dirty="0">
                    <a:latin typeface="Tahoma" panose="020B0604030504040204" pitchFamily="34" charset="0"/>
                    <a:ea typeface="Tahoma" panose="020B0604030504040204" pitchFamily="34" charset="0"/>
                    <a:cs typeface="Tahoma" panose="020B0604030504040204" pitchFamily="34" charset="0"/>
                  </a:rPr>
                  <a:t> a.</a:t>
                </a:r>
              </a:p>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c) </a:t>
                </a:r>
                <a:r>
                  <a:rPr lang="en-US" b="1" dirty="0" err="1">
                    <a:latin typeface="Tahoma" panose="020B0604030504040204" pitchFamily="34" charset="0"/>
                    <a:ea typeface="Tahoma" panose="020B0604030504040204" pitchFamily="34" charset="0"/>
                    <a:cs typeface="Tahoma" panose="020B0604030504040204" pitchFamily="34" charset="0"/>
                  </a:rPr>
                  <a:t>Xác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định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tính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đúng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sai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mỗi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 ở </a:t>
                </a:r>
                <a:r>
                  <a:rPr lang="en-US" b="1" dirty="0" err="1">
                    <a:latin typeface="Tahoma" panose="020B0604030504040204" pitchFamily="34" charset="0"/>
                    <a:ea typeface="Tahoma" panose="020B0604030504040204" pitchFamily="34" charset="0"/>
                    <a:cs typeface="Tahoma" panose="020B0604030504040204" pitchFamily="34" charset="0"/>
                  </a:rPr>
                  <a:t>câu</a:t>
                </a:r>
                <a:r>
                  <a:rPr lang="en-US" b="1" dirty="0">
                    <a:latin typeface="Tahoma" panose="020B0604030504040204" pitchFamily="34" charset="0"/>
                    <a:ea typeface="Tahoma" panose="020B0604030504040204" pitchFamily="34" charset="0"/>
                    <a:cs typeface="Tahoma" panose="020B0604030504040204" pitchFamily="34" charset="0"/>
                  </a:rPr>
                  <a:t> a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câu</a:t>
                </a:r>
                <a:r>
                  <a:rPr lang="en-US" b="1" dirty="0">
                    <a:latin typeface="Tahoma" panose="020B0604030504040204" pitchFamily="34" charset="0"/>
                    <a:ea typeface="Tahoma" panose="020B0604030504040204" pitchFamily="34" charset="0"/>
                    <a:cs typeface="Tahoma" panose="020B0604030504040204" pitchFamily="34" charset="0"/>
                  </a:rPr>
                  <a:t> b.</a:t>
                </a: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1205455" y="3057394"/>
                <a:ext cx="22949945" cy="4486406"/>
              </a:xfrm>
              <a:prstGeom prst="rect">
                <a:avLst/>
              </a:prstGeom>
              <a:blipFill>
                <a:blip r:embed="rId5"/>
                <a:stretch>
                  <a:fillRect l="-1222" t="-462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E9B58A3C-5A15-4D68-A680-EF85CFEE2ECD}"/>
                  </a:ext>
                </a:extLst>
              </p:cNvPr>
              <p:cNvSpPr txBox="1">
                <a:spLocks/>
              </p:cNvSpPr>
              <p:nvPr/>
            </p:nvSpPr>
            <p:spPr>
              <a:xfrm>
                <a:off x="949077" y="8813068"/>
                <a:ext cx="22949945" cy="4293332"/>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vi-VN" b="1" dirty="0">
                    <a:latin typeface="Tahoma" panose="020B0604030504040204" pitchFamily="34" charset="0"/>
                    <a:ea typeface="Tahoma" panose="020B0604030504040204" pitchFamily="34" charset="0"/>
                    <a:cs typeface="Tahoma" panose="020B0604030504040204" pitchFamily="34" charset="0"/>
                  </a:rPr>
                  <a:t>a) Mệnh đề </a:t>
                </a:r>
                <a14:m>
                  <m:oMath xmlns:m="http://schemas.openxmlformats.org/officeDocument/2006/math">
                    <m:r>
                      <a:rPr lang="en-US" b="1" i="1">
                        <a:latin typeface="Cambria Math" panose="02040503050406030204" pitchFamily="18" charset="0"/>
                      </a:rPr>
                      <m:t>𝑷</m:t>
                    </m:r>
                    <m:r>
                      <a:rPr lang="en-US" b="1">
                        <a:latin typeface="Cambria Math" panose="02040503050406030204" pitchFamily="18" charset="0"/>
                      </a:rPr>
                      <m:t>⇒</m:t>
                    </m:r>
                    <m:r>
                      <a:rPr lang="en-US" b="1" i="1">
                        <a:latin typeface="Cambria Math" panose="02040503050406030204" pitchFamily="18" charset="0"/>
                      </a:rPr>
                      <m:t>𝑸</m:t>
                    </m:r>
                  </m:oMath>
                </a14:m>
                <a:r>
                  <a:rPr lang="vi-VN" b="1" dirty="0">
                    <a:latin typeface="Tahoma" panose="020B0604030504040204" pitchFamily="34" charset="0"/>
                    <a:ea typeface="Tahoma" panose="020B0604030504040204" pitchFamily="34" charset="0"/>
                    <a:cs typeface="Tahoma" panose="020B0604030504040204" pitchFamily="34" charset="0"/>
                  </a:rPr>
                  <a:t> : “Nếu</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b="1" i="1">
                            <a:solidFill>
                              <a:srgbClr val="836967"/>
                            </a:solidFill>
                            <a:latin typeface="Cambria Math" panose="02040503050406030204" pitchFamily="18" charset="0"/>
                          </a:rPr>
                        </m:ctrlPr>
                      </m:sSupPr>
                      <m:e>
                        <m:r>
                          <a:rPr lang="en-US" b="1" i="1">
                            <a:latin typeface="Cambria Math" panose="02040503050406030204" pitchFamily="18" charset="0"/>
                          </a:rPr>
                          <m:t>𝒂</m:t>
                        </m:r>
                      </m:e>
                      <m:sup>
                        <m:r>
                          <a:rPr lang="en-US" b="1" i="1">
                            <a:latin typeface="Cambria Math" panose="02040503050406030204" pitchFamily="18" charset="0"/>
                          </a:rPr>
                          <m:t>𝟐</m:t>
                        </m:r>
                      </m:sup>
                    </m:sSup>
                    <m:r>
                      <a:rPr lang="en-US" b="1">
                        <a:latin typeface="Cambria Math" panose="02040503050406030204" pitchFamily="18" charset="0"/>
                      </a:rPr>
                      <m:t>&lt;</m:t>
                    </m:r>
                    <m:sSup>
                      <m:sSupPr>
                        <m:ctrlPr>
                          <a:rPr lang="en-US" b="1" i="1">
                            <a:solidFill>
                              <a:srgbClr val="836967"/>
                            </a:solidFill>
                            <a:latin typeface="Cambria Math" panose="02040503050406030204" pitchFamily="18" charset="0"/>
                          </a:rPr>
                        </m:ctrlPr>
                      </m:sSupPr>
                      <m:e>
                        <m:r>
                          <a:rPr lang="en-US" b="1" i="1">
                            <a:latin typeface="Cambria Math" panose="02040503050406030204" pitchFamily="18" charset="0"/>
                          </a:rPr>
                          <m:t>𝒃</m:t>
                        </m:r>
                      </m:e>
                      <m:sup>
                        <m:r>
                          <a:rPr lang="en-US" b="1" i="1" smtClean="0">
                            <a:latin typeface="Cambria Math" panose="02040503050406030204" pitchFamily="18" charset="0"/>
                          </a:rPr>
                          <m:t>𝟐</m:t>
                        </m:r>
                      </m:sup>
                    </m:sSup>
                  </m:oMath>
                </a14:m>
                <a:r>
                  <a:rPr lang="vi-VN" b="1" dirty="0">
                    <a:latin typeface="Tahoma" panose="020B0604030504040204" pitchFamily="34" charset="0"/>
                    <a:ea typeface="Tahoma" panose="020B0604030504040204" pitchFamily="34" charset="0"/>
                    <a:cs typeface="Tahoma" panose="020B0604030504040204" pitchFamily="34" charset="0"/>
                  </a:rPr>
                  <a:t>  thì </a:t>
                </a:r>
                <a14:m>
                  <m:oMath xmlns:m="http://schemas.openxmlformats.org/officeDocument/2006/math">
                    <m:r>
                      <a:rPr lang="en-US" b="1" i="1">
                        <a:latin typeface="Cambria Math" panose="02040503050406030204" pitchFamily="18" charset="0"/>
                      </a:rPr>
                      <m:t>𝟎</m:t>
                    </m:r>
                    <m:r>
                      <a:rPr lang="en-US" b="1">
                        <a:latin typeface="Cambria Math" panose="02040503050406030204" pitchFamily="18" charset="0"/>
                      </a:rPr>
                      <m:t>&lt;</m:t>
                    </m:r>
                    <m:r>
                      <a:rPr lang="en-US" b="1" i="1">
                        <a:latin typeface="Cambria Math" panose="02040503050406030204" pitchFamily="18" charset="0"/>
                      </a:rPr>
                      <m:t>𝒂</m:t>
                    </m:r>
                    <m:r>
                      <a:rPr lang="en-US" b="1">
                        <a:latin typeface="Cambria Math" panose="02040503050406030204" pitchFamily="18" charset="0"/>
                      </a:rPr>
                      <m:t>&lt;</m:t>
                    </m:r>
                    <m:r>
                      <a:rPr lang="en-US" b="1" i="1">
                        <a:latin typeface="Cambria Math" panose="02040503050406030204" pitchFamily="18" charset="0"/>
                      </a:rPr>
                      <m:t>𝒃</m:t>
                    </m:r>
                  </m:oMath>
                </a14:m>
                <a:r>
                  <a:rPr lang="vi-VN" b="1" dirty="0">
                    <a:latin typeface="Tahoma" panose="020B0604030504040204" pitchFamily="34" charset="0"/>
                    <a:ea typeface="Tahoma" panose="020B0604030504040204" pitchFamily="34" charset="0"/>
                    <a:cs typeface="Tahoma" panose="020B0604030504040204" pitchFamily="34" charset="0"/>
                  </a:rPr>
                  <a:t> ”.</a:t>
                </a:r>
              </a:p>
              <a:p>
                <a:r>
                  <a:rPr lang="vi-VN" b="1" dirty="0">
                    <a:latin typeface="Tahoma" panose="020B0604030504040204" pitchFamily="34" charset="0"/>
                    <a:ea typeface="Tahoma" panose="020B0604030504040204" pitchFamily="34" charset="0"/>
                    <a:cs typeface="Tahoma" panose="020B0604030504040204" pitchFamily="34" charset="0"/>
                  </a:rPr>
                  <a:t>b) Mệnh đề đảo  : “Nếu </a:t>
                </a:r>
                <a14:m>
                  <m:oMath xmlns:m="http://schemas.openxmlformats.org/officeDocument/2006/math">
                    <m:r>
                      <a:rPr lang="en-US" b="1" i="1">
                        <a:latin typeface="Cambria Math" panose="02040503050406030204" pitchFamily="18" charset="0"/>
                      </a:rPr>
                      <m:t>𝟎</m:t>
                    </m:r>
                    <m:r>
                      <a:rPr lang="en-US" b="1">
                        <a:latin typeface="Cambria Math" panose="02040503050406030204" pitchFamily="18" charset="0"/>
                      </a:rPr>
                      <m:t>&lt;</m:t>
                    </m:r>
                    <m:r>
                      <a:rPr lang="en-US" b="1" i="1">
                        <a:latin typeface="Cambria Math" panose="02040503050406030204" pitchFamily="18" charset="0"/>
                      </a:rPr>
                      <m:t>𝒂</m:t>
                    </m:r>
                    <m:r>
                      <a:rPr lang="en-US" b="1">
                        <a:latin typeface="Cambria Math" panose="02040503050406030204" pitchFamily="18" charset="0"/>
                      </a:rPr>
                      <m:t>&lt;</m:t>
                    </m:r>
                    <m:r>
                      <a:rPr lang="en-US" b="1" i="1">
                        <a:latin typeface="Cambria Math" panose="02040503050406030204" pitchFamily="18" charset="0"/>
                      </a:rPr>
                      <m:t>𝒃</m:t>
                    </m:r>
                  </m:oMath>
                </a14:m>
                <a:r>
                  <a:rPr lang="vi-VN" b="1" dirty="0">
                    <a:latin typeface="Tahoma" panose="020B0604030504040204" pitchFamily="34" charset="0"/>
                    <a:ea typeface="Tahoma" panose="020B0604030504040204" pitchFamily="34" charset="0"/>
                    <a:cs typeface="Tahoma" panose="020B0604030504040204" pitchFamily="34" charset="0"/>
                  </a:rPr>
                  <a:t> thì </a:t>
                </a:r>
                <a14:m>
                  <m:oMath xmlns:m="http://schemas.openxmlformats.org/officeDocument/2006/math">
                    <m:sSup>
                      <m:sSupPr>
                        <m:ctrlPr>
                          <a:rPr lang="en-US" b="1" i="1">
                            <a:solidFill>
                              <a:srgbClr val="836967"/>
                            </a:solidFill>
                            <a:latin typeface="Cambria Math" panose="02040503050406030204" pitchFamily="18" charset="0"/>
                          </a:rPr>
                        </m:ctrlPr>
                      </m:sSupPr>
                      <m:e>
                        <m:r>
                          <a:rPr lang="en-US" b="1" i="1">
                            <a:latin typeface="Cambria Math" panose="02040503050406030204" pitchFamily="18" charset="0"/>
                          </a:rPr>
                          <m:t>𝒂</m:t>
                        </m:r>
                      </m:e>
                      <m:sup>
                        <m:r>
                          <a:rPr lang="en-US" b="1" i="1">
                            <a:latin typeface="Cambria Math" panose="02040503050406030204" pitchFamily="18" charset="0"/>
                          </a:rPr>
                          <m:t>𝟐</m:t>
                        </m:r>
                      </m:sup>
                    </m:sSup>
                    <m:r>
                      <a:rPr lang="en-US" b="1">
                        <a:latin typeface="Cambria Math" panose="02040503050406030204" pitchFamily="18" charset="0"/>
                      </a:rPr>
                      <m:t>&lt;</m:t>
                    </m:r>
                    <m:sSup>
                      <m:sSupPr>
                        <m:ctrlPr>
                          <a:rPr lang="en-US" b="1" i="1">
                            <a:solidFill>
                              <a:srgbClr val="836967"/>
                            </a:solidFill>
                            <a:latin typeface="Cambria Math" panose="02040503050406030204" pitchFamily="18" charset="0"/>
                          </a:rPr>
                        </m:ctrlPr>
                      </m:sSupPr>
                      <m:e>
                        <m:r>
                          <a:rPr lang="en-US" b="1" i="1">
                            <a:latin typeface="Cambria Math" panose="02040503050406030204" pitchFamily="18" charset="0"/>
                          </a:rPr>
                          <m:t>𝒃</m:t>
                        </m:r>
                      </m:e>
                      <m:sup>
                        <m:r>
                          <a:rPr lang="en-US" b="1" i="1">
                            <a:latin typeface="Cambria Math" panose="02040503050406030204" pitchFamily="18" charset="0"/>
                          </a:rPr>
                          <m:t>𝟐</m:t>
                        </m:r>
                      </m:sup>
                    </m:sSup>
                  </m:oMath>
                </a14:m>
                <a:r>
                  <a:rPr lang="vi-VN" b="1" dirty="0">
                    <a:latin typeface="Tahoma" panose="020B0604030504040204" pitchFamily="34" charset="0"/>
                    <a:ea typeface="Tahoma" panose="020B0604030504040204" pitchFamily="34" charset="0"/>
                    <a:cs typeface="Tahoma" panose="020B0604030504040204" pitchFamily="34" charset="0"/>
                  </a:rPr>
                  <a:t> ”.</a:t>
                </a:r>
              </a:p>
              <a:p>
                <a:r>
                  <a:rPr lang="vi-VN" b="1" dirty="0">
                    <a:latin typeface="Tahoma" panose="020B0604030504040204" pitchFamily="34" charset="0"/>
                    <a:ea typeface="Tahoma" panose="020B0604030504040204" pitchFamily="34" charset="0"/>
                    <a:cs typeface="Tahoma" panose="020B0604030504040204" pitchFamily="34" charset="0"/>
                  </a:rPr>
                  <a:t>c) Mệnh đề </a:t>
                </a:r>
                <a14:m>
                  <m:oMath xmlns:m="http://schemas.openxmlformats.org/officeDocument/2006/math">
                    <m:r>
                      <a:rPr lang="en-US" b="1" i="1">
                        <a:latin typeface="Cambria Math" panose="02040503050406030204" pitchFamily="18" charset="0"/>
                      </a:rPr>
                      <m:t>𝑷</m:t>
                    </m:r>
                    <m:r>
                      <a:rPr lang="en-US" b="1">
                        <a:latin typeface="Cambria Math" panose="02040503050406030204" pitchFamily="18" charset="0"/>
                      </a:rPr>
                      <m:t>⇒</m:t>
                    </m:r>
                    <m:r>
                      <a:rPr lang="en-US" b="1" i="1" smtClean="0">
                        <a:latin typeface="Cambria Math" panose="02040503050406030204" pitchFamily="18" charset="0"/>
                      </a:rPr>
                      <m:t>𝑸</m:t>
                    </m:r>
                  </m:oMath>
                </a14:m>
                <a:r>
                  <a:rPr lang="vi-VN" b="1" dirty="0">
                    <a:latin typeface="Tahoma" panose="020B0604030504040204" pitchFamily="34" charset="0"/>
                    <a:ea typeface="Tahoma" panose="020B0604030504040204" pitchFamily="34" charset="0"/>
                    <a:cs typeface="Tahoma" panose="020B0604030504040204" pitchFamily="34" charset="0"/>
                  </a:rPr>
                  <a:t>  sai vì ví dụ</a:t>
                </a: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b="1" i="1">
                            <a:solidFill>
                              <a:srgbClr val="836967"/>
                            </a:solidFill>
                            <a:latin typeface="Cambria Math" panose="02040503050406030204" pitchFamily="18" charset="0"/>
                          </a:rPr>
                        </m:ctrlPr>
                      </m:sSupPr>
                      <m:e>
                        <m:d>
                          <m:dPr>
                            <m:ctrlPr>
                              <a:rPr lang="en-US" b="1" i="1">
                                <a:latin typeface="Cambria Math" panose="02040503050406030204" pitchFamily="18" charset="0"/>
                              </a:rPr>
                            </m:ctrlPr>
                          </m:dPr>
                          <m:e>
                            <m:r>
                              <a:rPr lang="en-US" b="1">
                                <a:latin typeface="Cambria Math" panose="02040503050406030204" pitchFamily="18" charset="0"/>
                              </a:rPr>
                              <m:t>−</m:t>
                            </m:r>
                            <m:r>
                              <a:rPr lang="en-US" b="1" i="1">
                                <a:latin typeface="Cambria Math" panose="02040503050406030204" pitchFamily="18" charset="0"/>
                              </a:rPr>
                              <m:t>𝟑</m:t>
                            </m:r>
                          </m:e>
                        </m:d>
                      </m:e>
                      <m:sup>
                        <m:r>
                          <a:rPr lang="en-US" b="1" i="1">
                            <a:latin typeface="Cambria Math" panose="02040503050406030204" pitchFamily="18" charset="0"/>
                          </a:rPr>
                          <m:t>𝟐</m:t>
                        </m:r>
                      </m:sup>
                    </m:sSup>
                    <m:r>
                      <a:rPr lang="en-US" b="1">
                        <a:latin typeface="Cambria Math" panose="02040503050406030204" pitchFamily="18" charset="0"/>
                      </a:rPr>
                      <m:t>&lt;</m:t>
                    </m:r>
                    <m:sSup>
                      <m:sSupPr>
                        <m:ctrlPr>
                          <a:rPr lang="en-US" b="1" i="1">
                            <a:solidFill>
                              <a:srgbClr val="836967"/>
                            </a:solidFill>
                            <a:latin typeface="Cambria Math" panose="02040503050406030204" pitchFamily="18" charset="0"/>
                          </a:rPr>
                        </m:ctrlPr>
                      </m:sSupPr>
                      <m:e>
                        <m:r>
                          <a:rPr lang="en-US" b="1" i="1">
                            <a:latin typeface="Cambria Math" panose="02040503050406030204" pitchFamily="18" charset="0"/>
                          </a:rPr>
                          <m:t>𝟒</m:t>
                        </m:r>
                      </m:e>
                      <m:sup>
                        <m:r>
                          <a:rPr lang="en-US" b="1" i="1">
                            <a:latin typeface="Cambria Math" panose="02040503050406030204" pitchFamily="18" charset="0"/>
                          </a:rPr>
                          <m:t>𝟐</m:t>
                        </m:r>
                      </m:sup>
                    </m:sSup>
                  </m:oMath>
                </a14:m>
                <a:r>
                  <a:rPr lang="vi-VN" b="1" dirty="0">
                    <a:latin typeface="Tahoma" panose="020B0604030504040204" pitchFamily="34" charset="0"/>
                    <a:ea typeface="Tahoma" panose="020B0604030504040204" pitchFamily="34" charset="0"/>
                    <a:cs typeface="Tahoma" panose="020B0604030504040204" pitchFamily="34" charset="0"/>
                  </a:rPr>
                  <a:t> nhưng </a:t>
                </a:r>
                <a14:m>
                  <m:oMath xmlns:m="http://schemas.openxmlformats.org/officeDocument/2006/math">
                    <m:r>
                      <a:rPr lang="en-US" b="1">
                        <a:latin typeface="Cambria Math" panose="02040503050406030204" pitchFamily="18" charset="0"/>
                      </a:rPr>
                      <m:t>−</m:t>
                    </m:r>
                    <m:r>
                      <a:rPr lang="en-US" b="1" i="1">
                        <a:latin typeface="Cambria Math" panose="02040503050406030204" pitchFamily="18" charset="0"/>
                      </a:rPr>
                      <m:t>𝟑</m:t>
                    </m:r>
                    <m:r>
                      <a:rPr lang="en-US" b="1">
                        <a:latin typeface="Cambria Math" panose="02040503050406030204" pitchFamily="18" charset="0"/>
                      </a:rPr>
                      <m:t>&lt;</m:t>
                    </m:r>
                    <m:r>
                      <a:rPr lang="en-US" b="1" i="1">
                        <a:latin typeface="Cambria Math" panose="02040503050406030204" pitchFamily="18" charset="0"/>
                      </a:rPr>
                      <m:t>𝟎</m:t>
                    </m:r>
                    <m:r>
                      <a:rPr lang="en-US" b="1">
                        <a:latin typeface="Cambria Math" panose="02040503050406030204" pitchFamily="18" charset="0"/>
                      </a:rPr>
                      <m:t>&lt;</m:t>
                    </m:r>
                    <m:r>
                      <a:rPr lang="en-US" b="1" i="1">
                        <a:latin typeface="Cambria Math" panose="02040503050406030204" pitchFamily="18" charset="0"/>
                      </a:rPr>
                      <m:t>𝟒</m:t>
                    </m:r>
                  </m:oMath>
                </a14:m>
                <a:endParaRPr lang="vi-VN" b="1" dirty="0">
                  <a:latin typeface="Tahoma" panose="020B0604030504040204" pitchFamily="34" charset="0"/>
                  <a:ea typeface="Tahoma" panose="020B0604030504040204" pitchFamily="34" charset="0"/>
                  <a:cs typeface="Tahoma" panose="020B0604030504040204" pitchFamily="34" charset="0"/>
                </a:endParaRPr>
              </a:p>
              <a:p>
                <a:r>
                  <a:rPr lang="vi-VN" b="1" dirty="0">
                    <a:latin typeface="Tahoma" panose="020B0604030504040204" pitchFamily="34" charset="0"/>
                    <a:ea typeface="Tahoma" panose="020B0604030504040204" pitchFamily="34" charset="0"/>
                    <a:cs typeface="Tahoma" panose="020B0604030504040204" pitchFamily="34" charset="0"/>
                  </a:rPr>
                  <a:t>Mệnh đề</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rPr>
                      <m:t>𝑸</m:t>
                    </m:r>
                    <m:r>
                      <a:rPr lang="en-US" b="1">
                        <a:latin typeface="Cambria Math" panose="02040503050406030204" pitchFamily="18" charset="0"/>
                      </a:rPr>
                      <m:t>⇒</m:t>
                    </m:r>
                  </m:oMath>
                </a14:m>
                <a:r>
                  <a:rPr lang="en-US" b="1" i="1" dirty="0">
                    <a:latin typeface="Tahoma" panose="020B0604030504040204" pitchFamily="34" charset="0"/>
                    <a:ea typeface="Tahoma" panose="020B0604030504040204" pitchFamily="34" charset="0"/>
                    <a:cs typeface="Tahoma" panose="020B0604030504040204" pitchFamily="34" charset="0"/>
                  </a:rPr>
                  <a:t>P</a:t>
                </a:r>
                <a:r>
                  <a:rPr lang="vi-VN" b="1" dirty="0">
                    <a:latin typeface="Tahoma" panose="020B0604030504040204" pitchFamily="34" charset="0"/>
                    <a:ea typeface="Tahoma" panose="020B0604030504040204" pitchFamily="34" charset="0"/>
                    <a:cs typeface="Tahoma" panose="020B0604030504040204" pitchFamily="34" charset="0"/>
                  </a:rPr>
                  <a:t>  đúng.</a:t>
                </a:r>
              </a:p>
            </p:txBody>
          </p:sp>
        </mc:Choice>
        <mc:Fallback xmlns="">
          <p:sp>
            <p:nvSpPr>
              <p:cNvPr id="26" name="Content Placeholder 2">
                <a:extLst>
                  <a:ext uri="{FF2B5EF4-FFF2-40B4-BE49-F238E27FC236}">
                    <a16:creationId xmlns:a16="http://schemas.microsoft.com/office/drawing/2014/main" id="{E9B58A3C-5A15-4D68-A680-EF85CFEE2ECD}"/>
                  </a:ext>
                </a:extLst>
              </p:cNvPr>
              <p:cNvSpPr txBox="1">
                <a:spLocks noRot="1" noChangeAspect="1" noMove="1" noResize="1" noEditPoints="1" noAdjustHandles="1" noChangeArrowheads="1" noChangeShapeType="1" noTextEdit="1"/>
              </p:cNvSpPr>
              <p:nvPr/>
            </p:nvSpPr>
            <p:spPr>
              <a:xfrm>
                <a:off x="949077" y="8813068"/>
                <a:ext cx="22949945" cy="4293332"/>
              </a:xfrm>
              <a:prstGeom prst="rect">
                <a:avLst/>
              </a:prstGeom>
              <a:blipFill>
                <a:blip r:embed="rId6"/>
                <a:stretch>
                  <a:fillRect l="-1116" t="-4830"/>
                </a:stretch>
              </a:blipFill>
              <a:ln>
                <a:noFill/>
              </a:ln>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03E53683-D094-4758-98DA-DEB90E13B0FB}"/>
              </a:ext>
            </a:extLst>
          </p:cNvPr>
          <p:cNvGrpSpPr/>
          <p:nvPr/>
        </p:nvGrpSpPr>
        <p:grpSpPr>
          <a:xfrm>
            <a:off x="990600" y="7554000"/>
            <a:ext cx="3725766" cy="828000"/>
            <a:chOff x="1275608" y="6322796"/>
            <a:chExt cx="3572909" cy="828631"/>
          </a:xfrm>
        </p:grpSpPr>
        <p:sp>
          <p:nvSpPr>
            <p:cNvPr id="22" name="Freeform 20">
              <a:extLst>
                <a:ext uri="{FF2B5EF4-FFF2-40B4-BE49-F238E27FC236}">
                  <a16:creationId xmlns:a16="http://schemas.microsoft.com/office/drawing/2014/main" id="{79041837-9EAC-4F49-A5FB-8B837FE83430}"/>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3" name="TextBox 22">
              <a:extLst>
                <a:ext uri="{FF2B5EF4-FFF2-40B4-BE49-F238E27FC236}">
                  <a16:creationId xmlns:a16="http://schemas.microsoft.com/office/drawing/2014/main" id="{84C80A2F-0493-49BF-801F-395C54E1266A}"/>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24" name="Round Diagonal Corner Rectangle 8">
              <a:extLst>
                <a:ext uri="{FF2B5EF4-FFF2-40B4-BE49-F238E27FC236}">
                  <a16:creationId xmlns:a16="http://schemas.microsoft.com/office/drawing/2014/main" id="{1A936E74-C0D8-4EE9-A139-A5F79AA4A948}"/>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7" name="Freeform 9">
              <a:extLst>
                <a:ext uri="{FF2B5EF4-FFF2-40B4-BE49-F238E27FC236}">
                  <a16:creationId xmlns:a16="http://schemas.microsoft.com/office/drawing/2014/main" id="{77D699B6-A670-4A0C-A77F-3A5FB3EF81A8}"/>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3537913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5">
                                            <p:txEl>
                                              <p:pRg st="0" end="0"/>
                                            </p:txEl>
                                          </p:spTgt>
                                        </p:tgtEl>
                                        <p:attrNameLst>
                                          <p:attrName>style.visibility</p:attrName>
                                        </p:attrNameLst>
                                      </p:cBhvr>
                                      <p:to>
                                        <p:strVal val="visible"/>
                                      </p:to>
                                    </p:set>
                                    <p:animEffect transition="in" filter="wipe(up)">
                                      <p:cBhvr>
                                        <p:cTn id="11" dur="500"/>
                                        <p:tgtEl>
                                          <p:spTgt spid="25">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5">
                                            <p:txEl>
                                              <p:pRg st="1" end="1"/>
                                            </p:txEl>
                                          </p:spTgt>
                                        </p:tgtEl>
                                        <p:attrNameLst>
                                          <p:attrName>style.visibility</p:attrName>
                                        </p:attrNameLst>
                                      </p:cBhvr>
                                      <p:to>
                                        <p:strVal val="visible"/>
                                      </p:to>
                                    </p:set>
                                    <p:animEffect transition="in" filter="wipe(up)">
                                      <p:cBhvr>
                                        <p:cTn id="15" dur="500"/>
                                        <p:tgtEl>
                                          <p:spTgt spid="25">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25">
                                            <p:txEl>
                                              <p:pRg st="2" end="2"/>
                                            </p:txEl>
                                          </p:spTgt>
                                        </p:tgtEl>
                                        <p:attrNameLst>
                                          <p:attrName>style.visibility</p:attrName>
                                        </p:attrNameLst>
                                      </p:cBhvr>
                                      <p:to>
                                        <p:strVal val="visible"/>
                                      </p:to>
                                    </p:set>
                                    <p:animEffect transition="in" filter="wipe(up)">
                                      <p:cBhvr>
                                        <p:cTn id="19" dur="500"/>
                                        <p:tgtEl>
                                          <p:spTgt spid="25">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25">
                                            <p:txEl>
                                              <p:pRg st="3" end="3"/>
                                            </p:txEl>
                                          </p:spTgt>
                                        </p:tgtEl>
                                        <p:attrNameLst>
                                          <p:attrName>style.visibility</p:attrName>
                                        </p:attrNameLst>
                                      </p:cBhvr>
                                      <p:to>
                                        <p:strVal val="visible"/>
                                      </p:to>
                                    </p:set>
                                    <p:animEffect transition="in" filter="wipe(up)">
                                      <p:cBhvr>
                                        <p:cTn id="23" dur="500"/>
                                        <p:tgtEl>
                                          <p:spTgt spid="25">
                                            <p:txEl>
                                              <p:pRg st="3" end="3"/>
                                            </p:txEl>
                                          </p:spTgt>
                                        </p:tgtEl>
                                      </p:cBhvr>
                                    </p:animEffect>
                                  </p:childTnLst>
                                </p:cTn>
                              </p:par>
                            </p:childTnLst>
                          </p:cTn>
                        </p:par>
                        <p:par>
                          <p:cTn id="24" fill="hold">
                            <p:stCondLst>
                              <p:cond delay="2500"/>
                            </p:stCondLst>
                            <p:childTnLst>
                              <p:par>
                                <p:cTn id="25" presetID="16" presetClass="entr" presetSubtype="21" fill="hold"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barn(inVertical)">
                                      <p:cBhvr>
                                        <p:cTn id="27" dur="500"/>
                                        <p:tgtEl>
                                          <p:spTgt spid="21"/>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wipe(up)">
                                      <p:cBhvr>
                                        <p:cTn id="31" dur="500"/>
                                        <p:tgtEl>
                                          <p:spTgt spid="2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26">
                                            <p:txEl>
                                              <p:pRg st="0" end="0"/>
                                            </p:txEl>
                                          </p:spTgt>
                                        </p:tgtEl>
                                        <p:attrNameLst>
                                          <p:attrName>style.visibility</p:attrName>
                                        </p:attrNameLst>
                                      </p:cBhvr>
                                      <p:to>
                                        <p:strVal val="visible"/>
                                      </p:to>
                                    </p:set>
                                    <p:animEffect transition="in" filter="wipe(up)">
                                      <p:cBhvr>
                                        <p:cTn id="36" dur="500"/>
                                        <p:tgtEl>
                                          <p:spTgt spid="26">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26">
                                            <p:txEl>
                                              <p:pRg st="1" end="1"/>
                                            </p:txEl>
                                          </p:spTgt>
                                        </p:tgtEl>
                                        <p:attrNameLst>
                                          <p:attrName>style.visibility</p:attrName>
                                        </p:attrNameLst>
                                      </p:cBhvr>
                                      <p:to>
                                        <p:strVal val="visible"/>
                                      </p:to>
                                    </p:set>
                                    <p:animEffect transition="in" filter="wipe(up)">
                                      <p:cBhvr>
                                        <p:cTn id="41" dur="500"/>
                                        <p:tgtEl>
                                          <p:spTgt spid="26">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26">
                                            <p:txEl>
                                              <p:pRg st="2" end="2"/>
                                            </p:txEl>
                                          </p:spTgt>
                                        </p:tgtEl>
                                        <p:attrNameLst>
                                          <p:attrName>style.visibility</p:attrName>
                                        </p:attrNameLst>
                                      </p:cBhvr>
                                      <p:to>
                                        <p:strVal val="visible"/>
                                      </p:to>
                                    </p:set>
                                    <p:animEffect transition="in" filter="wipe(up)">
                                      <p:cBhvr>
                                        <p:cTn id="46" dur="500"/>
                                        <p:tgtEl>
                                          <p:spTgt spid="26">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26">
                                            <p:txEl>
                                              <p:pRg st="3" end="3"/>
                                            </p:txEl>
                                          </p:spTgt>
                                        </p:tgtEl>
                                        <p:attrNameLst>
                                          <p:attrName>style.visibility</p:attrName>
                                        </p:attrNameLst>
                                      </p:cBhvr>
                                      <p:to>
                                        <p:strVal val="visible"/>
                                      </p:to>
                                    </p:set>
                                    <p:animEffect transition="in" filter="wipe(up)">
                                      <p:cBhvr>
                                        <p:cTn id="51" dur="500"/>
                                        <p:tgtEl>
                                          <p:spTgt spid="2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52">
            <a:extLst>
              <a:ext uri="{FF2B5EF4-FFF2-40B4-BE49-F238E27FC236}">
                <a16:creationId xmlns:a16="http://schemas.microsoft.com/office/drawing/2014/main" id="{4F4AA5FD-8F03-4AC3-A426-AC82C8339B0B}"/>
              </a:ext>
            </a:extLst>
          </p:cNvPr>
          <p:cNvSpPr/>
          <p:nvPr/>
        </p:nvSpPr>
        <p:spPr>
          <a:xfrm>
            <a:off x="748254" y="7199575"/>
            <a:ext cx="22758767" cy="5678225"/>
          </a:xfrm>
          <a:prstGeom prst="roundRect">
            <a:avLst>
              <a:gd name="adj" fmla="val 2239"/>
            </a:avLst>
          </a:prstGeom>
          <a:solidFill>
            <a:schemeClr val="accent5">
              <a:lumMod val="40000"/>
              <a:lumOff val="60000"/>
            </a:schemeClr>
          </a:solid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29" name="Group 28">
            <a:extLst>
              <a:ext uri="{FF2B5EF4-FFF2-40B4-BE49-F238E27FC236}">
                <a16:creationId xmlns:a16="http://schemas.microsoft.com/office/drawing/2014/main" id="{248D407C-158A-4094-801B-C152E7CB5B46}"/>
              </a:ext>
            </a:extLst>
          </p:cNvPr>
          <p:cNvGrpSpPr/>
          <p:nvPr/>
        </p:nvGrpSpPr>
        <p:grpSpPr>
          <a:xfrm>
            <a:off x="710832" y="1591477"/>
            <a:ext cx="22758768" cy="4673399"/>
            <a:chOff x="907537" y="4133365"/>
            <a:chExt cx="23797756" cy="4031343"/>
          </a:xfrm>
        </p:grpSpPr>
        <p:sp>
          <p:nvSpPr>
            <p:cNvPr id="32" name="Rounded Rectangle 36">
              <a:extLst>
                <a:ext uri="{FF2B5EF4-FFF2-40B4-BE49-F238E27FC236}">
                  <a16:creationId xmlns:a16="http://schemas.microsoft.com/office/drawing/2014/main" id="{8DAE7818-FB12-462D-8980-1E516ABB17EF}"/>
                </a:ext>
              </a:extLst>
            </p:cNvPr>
            <p:cNvSpPr/>
            <p:nvPr/>
          </p:nvSpPr>
          <p:spPr>
            <a:xfrm>
              <a:off x="964240" y="4247391"/>
              <a:ext cx="23741053" cy="3917317"/>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latin typeface="Tahoma" panose="020B0604030504040204" pitchFamily="34" charset="0"/>
                <a:ea typeface="Tahoma" panose="020B0604030504040204" pitchFamily="34" charset="0"/>
                <a:cs typeface="Tahoma" panose="020B0604030504040204" pitchFamily="34" charset="0"/>
              </a:endParaRPr>
            </a:p>
          </p:txBody>
        </p:sp>
        <p:grpSp>
          <p:nvGrpSpPr>
            <p:cNvPr id="34" name="Group 33">
              <a:extLst>
                <a:ext uri="{FF2B5EF4-FFF2-40B4-BE49-F238E27FC236}">
                  <a16:creationId xmlns:a16="http://schemas.microsoft.com/office/drawing/2014/main" id="{4F23E3E1-FCE1-49FB-99AA-9C07F74C1F90}"/>
                </a:ext>
              </a:extLst>
            </p:cNvPr>
            <p:cNvGrpSpPr/>
            <p:nvPr/>
          </p:nvGrpSpPr>
          <p:grpSpPr>
            <a:xfrm>
              <a:off x="907537" y="4133365"/>
              <a:ext cx="4016349" cy="810107"/>
              <a:chOff x="907537" y="4133365"/>
              <a:chExt cx="4016349" cy="810107"/>
            </a:xfrm>
          </p:grpSpPr>
          <p:grpSp>
            <p:nvGrpSpPr>
              <p:cNvPr id="35" name="Group 34">
                <a:extLst>
                  <a:ext uri="{FF2B5EF4-FFF2-40B4-BE49-F238E27FC236}">
                    <a16:creationId xmlns:a16="http://schemas.microsoft.com/office/drawing/2014/main" id="{BEADDF1F-15D0-4CCD-BE1C-A94E1D49734D}"/>
                  </a:ext>
                </a:extLst>
              </p:cNvPr>
              <p:cNvGrpSpPr/>
              <p:nvPr/>
            </p:nvGrpSpPr>
            <p:grpSpPr>
              <a:xfrm>
                <a:off x="1390227" y="4141202"/>
                <a:ext cx="3533659" cy="732882"/>
                <a:chOff x="2056977" y="4503152"/>
                <a:chExt cx="3533659" cy="732882"/>
              </a:xfrm>
            </p:grpSpPr>
            <p:sp>
              <p:nvSpPr>
                <p:cNvPr id="45" name="Freeform 20">
                  <a:extLst>
                    <a:ext uri="{FF2B5EF4-FFF2-40B4-BE49-F238E27FC236}">
                      <a16:creationId xmlns:a16="http://schemas.microsoft.com/office/drawing/2014/main" id="{763A1102-4D2E-4FAA-9438-560F298E007E}"/>
                    </a:ext>
                  </a:extLst>
                </p:cNvPr>
                <p:cNvSpPr>
                  <a:spLocks/>
                </p:cNvSpPr>
                <p:nvPr/>
              </p:nvSpPr>
              <p:spPr bwMode="auto">
                <a:xfrm rot="5400000">
                  <a:off x="3488141" y="3133539"/>
                  <a:ext cx="671331" cy="3533659"/>
                </a:xfrm>
                <a:prstGeom prst="round2SameRect">
                  <a:avLst>
                    <a:gd name="adj1" fmla="val 19445"/>
                    <a:gd name="adj2" fmla="val 0"/>
                  </a:avLst>
                </a:prstGeom>
                <a:solidFill>
                  <a:schemeClr val="bg1"/>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sp>
              <p:nvSpPr>
                <p:cNvPr id="46" name="TextBox 45">
                  <a:extLst>
                    <a:ext uri="{FF2B5EF4-FFF2-40B4-BE49-F238E27FC236}">
                      <a16:creationId xmlns:a16="http://schemas.microsoft.com/office/drawing/2014/main" id="{465B47D8-6188-40CC-9F7D-2C1CD33E9853}"/>
                    </a:ext>
                  </a:extLst>
                </p:cNvPr>
                <p:cNvSpPr txBox="1"/>
                <p:nvPr/>
              </p:nvSpPr>
              <p:spPr>
                <a:xfrm>
                  <a:off x="2526391" y="4503152"/>
                  <a:ext cx="3064245" cy="602986"/>
                </a:xfrm>
                <a:prstGeom prst="rect">
                  <a:avLst/>
                </a:prstGeom>
                <a:noFill/>
              </p:spPr>
              <p:txBody>
                <a:bodyPr wrap="square" rtlCol="0">
                  <a:spAutoFit/>
                </a:bodyPr>
                <a:lstStyle/>
                <a:p>
                  <a:pPr algn="ctr"/>
                  <a:r>
                    <a:rPr lang="vi-VN" sz="4800" b="1" dirty="0">
                      <a:solidFill>
                        <a:srgbClr val="0000CC"/>
                      </a:solidFill>
                      <a:latin typeface="Tahoma" panose="020B0604030504040204" pitchFamily="34" charset="0"/>
                      <a:ea typeface="Tahoma" panose="020B0604030504040204" pitchFamily="34" charset="0"/>
                      <a:cs typeface="Tahoma" panose="020B0604030504040204" pitchFamily="34" charset="0"/>
                    </a:rPr>
                    <a:t>C</a:t>
                  </a:r>
                  <a:r>
                    <a:rPr lang="en-US" sz="4800" b="1" dirty="0" err="1">
                      <a:solidFill>
                        <a:srgbClr val="0000CC"/>
                      </a:solidFill>
                      <a:latin typeface="Tahoma" panose="020B0604030504040204" pitchFamily="34" charset="0"/>
                      <a:ea typeface="Tahoma" panose="020B0604030504040204" pitchFamily="34" charset="0"/>
                      <a:cs typeface="Tahoma" panose="020B0604030504040204" pitchFamily="34" charset="0"/>
                    </a:rPr>
                    <a:t>âu</a:t>
                  </a:r>
                  <a:r>
                    <a:rPr lang="vi-VN" sz="4800" b="1" dirty="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sz="4800" b="1" dirty="0">
                      <a:solidFill>
                        <a:srgbClr val="0000CC"/>
                      </a:solidFill>
                      <a:latin typeface="Tahoma" panose="020B0604030504040204" pitchFamily="34" charset="0"/>
                      <a:ea typeface="Tahoma" panose="020B0604030504040204" pitchFamily="34" charset="0"/>
                      <a:cs typeface="Tahoma" panose="020B0604030504040204" pitchFamily="34" charset="0"/>
                    </a:rPr>
                    <a:t>1.6</a:t>
                  </a:r>
                </a:p>
              </p:txBody>
            </p:sp>
          </p:grpSp>
          <p:pic>
            <p:nvPicPr>
              <p:cNvPr id="40" name="Picture 39">
                <a:extLst>
                  <a:ext uri="{FF2B5EF4-FFF2-40B4-BE49-F238E27FC236}">
                    <a16:creationId xmlns:a16="http://schemas.microsoft.com/office/drawing/2014/main" id="{39EA31CA-5E62-4855-ABBA-F2462D4BCF6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5599" t="21515" r="9759" b="14519"/>
              <a:stretch/>
            </p:blipFill>
            <p:spPr>
              <a:xfrm>
                <a:off x="907537" y="4133365"/>
                <a:ext cx="1076356" cy="810107"/>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5"/>
            <a:ext cx="1137814" cy="1452400"/>
            <a:chOff x="19066718" y="10069438"/>
            <a:chExt cx="1164557" cy="1690475"/>
          </a:xfrm>
        </p:grpSpPr>
        <p:sp>
          <p:nvSpPr>
            <p:cNvPr id="122" name="TextBox 121"/>
            <p:cNvSpPr txBox="1"/>
            <p:nvPr/>
          </p:nvSpPr>
          <p:spPr>
            <a:xfrm>
              <a:off x="19276653" y="10792700"/>
              <a:ext cx="954622" cy="967213"/>
            </a:xfrm>
            <a:prstGeom prst="rect">
              <a:avLst/>
            </a:prstGeom>
            <a:noFill/>
          </p:spPr>
          <p:txBody>
            <a:bodyPr wrap="square" rtlCol="0">
              <a:spAutoFit/>
            </a:bodyPr>
            <a:lstStyle/>
            <a:p>
              <a:endParaRPr lang="en-US" sz="4800" b="1" dirty="0">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967213"/>
            </a:xfrm>
            <a:prstGeom prst="rect">
              <a:avLst/>
            </a:prstGeom>
            <a:noFill/>
          </p:spPr>
          <p:txBody>
            <a:bodyPr wrap="square" rtlCol="0">
              <a:spAutoFit/>
            </a:bodyPr>
            <a:lstStyle/>
            <a:p>
              <a:endPar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765059" y="1676400"/>
                <a:ext cx="22741961" cy="4051795"/>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50000"/>
                  </a:lnSpc>
                  <a:spcBef>
                    <a:spcPts val="0"/>
                  </a:spcBef>
                  <a:buNone/>
                </a:pP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Xác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định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tính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đúng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sai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sau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tìm</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phủ</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định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nó</a:t>
                </a:r>
                <a:r>
                  <a:rPr lang="en-US" b="1" dirty="0">
                    <a:latin typeface="Tahoma" panose="020B0604030504040204" pitchFamily="34" charset="0"/>
                    <a:ea typeface="Tahoma" panose="020B0604030504040204" pitchFamily="34" charset="0"/>
                    <a:cs typeface="Tahoma" panose="020B0604030504040204" pitchFamily="34" charset="0"/>
                  </a:rPr>
                  <a:t>.     Q: “</a:t>
                </a:r>
                <a14:m>
                  <m:oMath xmlns:m="http://schemas.openxmlformats.org/officeDocument/2006/math">
                    <m:r>
                      <a:rPr lang="en-US" b="1" smtClean="0">
                        <a:latin typeface="Cambria Math" panose="02040503050406030204" pitchFamily="18" charset="0"/>
                      </a:rPr>
                      <m:t>∃</m:t>
                    </m:r>
                    <m:r>
                      <a:rPr lang="en-US" b="1" i="1" smtClean="0">
                        <a:latin typeface="Cambria Math" panose="02040503050406030204" pitchFamily="18" charset="0"/>
                      </a:rPr>
                      <m:t>𝒏</m:t>
                    </m:r>
                    <m:r>
                      <a:rPr lang="en-US" b="1" smtClean="0">
                        <a:latin typeface="Cambria Math" panose="02040503050406030204" pitchFamily="18" charset="0"/>
                      </a:rPr>
                      <m:t>∈</m:t>
                    </m:r>
                    <m:r>
                      <a:rPr lang="en-US" b="1" smtClean="0">
                        <a:latin typeface="Cambria Math" panose="02040503050406030204" pitchFamily="18" charset="0"/>
                      </a:rPr>
                      <m:t>ℕ</m:t>
                    </m:r>
                  </m:oMath>
                </a14:m>
                <a:r>
                  <a:rPr lang="en-US" b="1" dirty="0">
                    <a:latin typeface="Tahoma" panose="020B0604030504040204" pitchFamily="34" charset="0"/>
                    <a:ea typeface="Tahoma" panose="020B0604030504040204" pitchFamily="34" charset="0"/>
                    <a:cs typeface="Tahoma" panose="020B0604030504040204" pitchFamily="34" charset="0"/>
                  </a:rPr>
                  <a:t> , n chia </a:t>
                </a:r>
                <a:r>
                  <a:rPr lang="en-US" b="1" dirty="0" err="1">
                    <a:latin typeface="Tahoma" panose="020B0604030504040204" pitchFamily="34" charset="0"/>
                    <a:ea typeface="Tahoma" panose="020B0604030504040204" pitchFamily="34" charset="0"/>
                    <a:cs typeface="Tahoma" panose="020B0604030504040204" pitchFamily="34" charset="0"/>
                  </a:rPr>
                  <a:t>hết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cho</a:t>
                </a:r>
                <a:r>
                  <a:rPr lang="en-US" b="1" dirty="0">
                    <a:latin typeface="Tahoma" panose="020B0604030504040204" pitchFamily="34" charset="0"/>
                    <a:ea typeface="Tahoma" panose="020B0604030504040204" pitchFamily="34" charset="0"/>
                    <a:cs typeface="Tahoma" panose="020B0604030504040204" pitchFamily="34" charset="0"/>
                  </a:rPr>
                  <a:t> n+1”.</a:t>
                </a: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765059" y="1676400"/>
                <a:ext cx="22741961" cy="4051795"/>
              </a:xfrm>
              <a:prstGeom prst="rect">
                <a:avLst/>
              </a:prstGeom>
              <a:blipFill>
                <a:blip r:embed="rId5"/>
                <a:stretch>
                  <a:fillRect l="-123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E9B58A3C-5A15-4D68-A680-EF85CFEE2ECD}"/>
                  </a:ext>
                </a:extLst>
              </p:cNvPr>
              <p:cNvSpPr txBox="1">
                <a:spLocks/>
              </p:cNvSpPr>
              <p:nvPr/>
            </p:nvSpPr>
            <p:spPr>
              <a:xfrm>
                <a:off x="748253" y="8155980"/>
                <a:ext cx="22758767" cy="4293332"/>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 Q </a:t>
                </a:r>
                <a:r>
                  <a:rPr lang="en-US" b="1" dirty="0" err="1">
                    <a:latin typeface="Tahoma" panose="020B0604030504040204" pitchFamily="34" charset="0"/>
                    <a:ea typeface="Tahoma" panose="020B0604030504040204" pitchFamily="34" charset="0"/>
                    <a:cs typeface="Tahoma" panose="020B0604030504040204" pitchFamily="34" charset="0"/>
                  </a:rPr>
                  <a:t>đúng</a:t>
                </a:r>
                <a:r>
                  <a:rPr lang="en-US" b="1" dirty="0">
                    <a:latin typeface="Tahoma" panose="020B0604030504040204" pitchFamily="34" charset="0"/>
                    <a:ea typeface="Tahoma" panose="020B0604030504040204" pitchFamily="34" charset="0"/>
                    <a:cs typeface="Tahoma" panose="020B0604030504040204" pitchFamily="34" charset="0"/>
                  </a:rPr>
                  <a:t> do </a:t>
                </a:r>
                <a:r>
                  <a:rPr lang="en-US" b="1" dirty="0" err="1">
                    <a:latin typeface="Tahoma" panose="020B0604030504040204" pitchFamily="34" charset="0"/>
                    <a:ea typeface="Tahoma" panose="020B0604030504040204" pitchFamily="34" charset="0"/>
                    <a:cs typeface="Tahoma" panose="020B0604030504040204" pitchFamily="34" charset="0"/>
                  </a:rPr>
                  <a:t>tồn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tại</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rPr>
                      <m:t>𝒏</m:t>
                    </m:r>
                    <m:r>
                      <a:rPr lang="en-US" b="1" smtClean="0">
                        <a:latin typeface="Cambria Math" panose="02040503050406030204" pitchFamily="18" charset="0"/>
                      </a:rPr>
                      <m:t>=</m:t>
                    </m:r>
                    <m:r>
                      <a:rPr lang="en-US" b="1" i="1">
                        <a:latin typeface="Cambria Math" panose="02040503050406030204" pitchFamily="18" charset="0"/>
                      </a:rPr>
                      <m:t>𝟎</m:t>
                    </m:r>
                    <m:r>
                      <a:rPr lang="en-US" b="1">
                        <a:latin typeface="Cambria Math" panose="02040503050406030204" pitchFamily="18" charset="0"/>
                      </a:rPr>
                      <m:t>∈</m:t>
                    </m:r>
                    <m:r>
                      <a:rPr lang="en-US" b="1">
                        <a:latin typeface="Cambria Math" panose="02040503050406030204" pitchFamily="18" charset="0"/>
                      </a:rPr>
                      <m:t>ℕ</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để</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rPr>
                      <m:t>𝟎</m:t>
                    </m:r>
                  </m:oMath>
                </a14:m>
                <a:r>
                  <a:rPr lang="en-US" b="1" dirty="0">
                    <a:latin typeface="Tahoma" panose="020B0604030504040204" pitchFamily="34" charset="0"/>
                    <a:ea typeface="Tahoma" panose="020B0604030504040204" pitchFamily="34" charset="0"/>
                    <a:cs typeface="Tahoma" panose="020B0604030504040204" pitchFamily="34" charset="0"/>
                  </a:rPr>
                  <a:t> chia </a:t>
                </a:r>
                <a:r>
                  <a:rPr lang="en-US" b="1" dirty="0" err="1">
                    <a:latin typeface="Tahoma" panose="020B0604030504040204" pitchFamily="34" charset="0"/>
                    <a:ea typeface="Tahoma" panose="020B0604030504040204" pitchFamily="34" charset="0"/>
                    <a:cs typeface="Tahoma" panose="020B0604030504040204" pitchFamily="34" charset="0"/>
                  </a:rPr>
                  <a:t>hết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cho</a:t>
                </a:r>
                <a:r>
                  <a:rPr lang="en-US" b="1" dirty="0">
                    <a:latin typeface="Tahoma" panose="020B0604030504040204" pitchFamily="34" charset="0"/>
                    <a:ea typeface="Tahoma" panose="020B0604030504040204" pitchFamily="34" charset="0"/>
                    <a:cs typeface="Tahoma" panose="020B0604030504040204" pitchFamily="34" charset="0"/>
                  </a:rPr>
                  <a:t>  .</a:t>
                </a:r>
              </a:p>
              <a:p>
                <a:r>
                  <a:rPr lang="en-US" b="1" dirty="0" err="1">
                    <a:latin typeface="Tahoma" panose="020B0604030504040204" pitchFamily="34" charset="0"/>
                    <a:ea typeface="Tahoma" panose="020B0604030504040204" pitchFamily="34" charset="0"/>
                    <a:cs typeface="Tahoma" panose="020B0604030504040204" pitchFamily="34" charset="0"/>
                  </a:rPr>
                  <a:t>Mệnh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đề</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phủ</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định</a:t>
                </a:r>
                <a:r>
                  <a:rPr lang="en-US" b="1" dirty="0">
                    <a:latin typeface="Tahoma" panose="020B0604030504040204" pitchFamily="34" charset="0"/>
                    <a:ea typeface="Tahoma" panose="020B0604030504040204" pitchFamily="34" charset="0"/>
                    <a:cs typeface="Tahoma" panose="020B0604030504040204" pitchFamily="34" charset="0"/>
                  </a:rPr>
                  <a:t>:</a:t>
                </a:r>
                <a:r>
                  <a:rPr lang="en-US" b="1" dirty="0">
                    <a:solidFill>
                      <a:srgbClr val="836967"/>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solidFill>
                              <a:srgbClr val="836967"/>
                            </a:solidFill>
                            <a:latin typeface="Cambria Math" panose="02040503050406030204" pitchFamily="18" charset="0"/>
                          </a:rPr>
                        </m:ctrlPr>
                      </m:accPr>
                      <m:e>
                        <m:r>
                          <a:rPr lang="en-US" b="1" i="1" smtClean="0">
                            <a:latin typeface="Cambria Math" panose="02040503050406030204" pitchFamily="18" charset="0"/>
                          </a:rPr>
                          <m:t>𝑸</m:t>
                        </m:r>
                      </m:e>
                    </m:acc>
                  </m:oMath>
                </a14:m>
                <a:r>
                  <a:rPr lang="en-US" b="1" dirty="0">
                    <a:latin typeface="Tahoma" panose="020B0604030504040204" pitchFamily="34" charset="0"/>
                    <a:ea typeface="Tahoma" panose="020B0604030504040204" pitchFamily="34" charset="0"/>
                    <a:cs typeface="Tahoma" panose="020B0604030504040204" pitchFamily="34" charset="0"/>
                  </a:rPr>
                  <a:t>  : “</a:t>
                </a:r>
                <a14:m>
                  <m:oMath xmlns:m="http://schemas.openxmlformats.org/officeDocument/2006/math">
                    <m:r>
                      <a:rPr lang="en-US" b="1" smtClean="0">
                        <a:latin typeface="Cambria Math" panose="02040503050406030204" pitchFamily="18" charset="0"/>
                      </a:rPr>
                      <m:t>∀</m:t>
                    </m:r>
                    <m:r>
                      <a:rPr lang="en-US" b="1" i="1" smtClean="0">
                        <a:latin typeface="Cambria Math" panose="02040503050406030204" pitchFamily="18" charset="0"/>
                      </a:rPr>
                      <m:t>𝒏</m:t>
                    </m:r>
                    <m:r>
                      <a:rPr lang="en-US" b="1" smtClean="0">
                        <a:latin typeface="Cambria Math" panose="02040503050406030204" pitchFamily="18" charset="0"/>
                      </a:rPr>
                      <m:t>∈</m:t>
                    </m:r>
                    <m:r>
                      <a:rPr lang="en-US" b="1" smtClean="0">
                        <a:latin typeface="Cambria Math" panose="02040503050406030204" pitchFamily="18" charset="0"/>
                      </a:rPr>
                      <m:t>ℕ</m:t>
                    </m:r>
                  </m:oMath>
                </a14:m>
                <a:r>
                  <a:rPr lang="en-US" b="1" dirty="0">
                    <a:latin typeface="Tahoma" panose="020B0604030504040204" pitchFamily="34" charset="0"/>
                    <a:ea typeface="Tahoma" panose="020B0604030504040204" pitchFamily="34" charset="0"/>
                    <a:cs typeface="Tahoma" panose="020B0604030504040204" pitchFamily="34" charset="0"/>
                  </a:rPr>
                  <a:t> ,  </a:t>
                </a:r>
                <a14:m>
                  <m:oMath xmlns:m="http://schemas.openxmlformats.org/officeDocument/2006/math">
                    <m:r>
                      <a:rPr lang="en-US" b="1" i="1" smtClean="0">
                        <a:latin typeface="Cambria Math" panose="02040503050406030204" pitchFamily="18" charset="0"/>
                      </a:rPr>
                      <m:t>𝒏</m:t>
                    </m: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không</a:t>
                </a:r>
                <a:r>
                  <a:rPr lang="en-US" b="1" dirty="0">
                    <a:latin typeface="Tahoma" panose="020B0604030504040204" pitchFamily="34" charset="0"/>
                    <a:ea typeface="Tahoma" panose="020B0604030504040204" pitchFamily="34" charset="0"/>
                    <a:cs typeface="Tahoma" panose="020B0604030504040204" pitchFamily="34" charset="0"/>
                  </a:rPr>
                  <a:t> chia </a:t>
                </a:r>
                <a:r>
                  <a:rPr lang="en-US" b="1" dirty="0" err="1">
                    <a:latin typeface="Tahoma" panose="020B0604030504040204" pitchFamily="34" charset="0"/>
                    <a:ea typeface="Tahoma" panose="020B0604030504040204" pitchFamily="34" charset="0"/>
                    <a:cs typeface="Tahoma" panose="020B0604030504040204" pitchFamily="34" charset="0"/>
                  </a:rPr>
                  <a:t>hết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cho</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latin typeface="Cambria Math" panose="02040503050406030204" pitchFamily="18" charset="0"/>
                      </a:rPr>
                      <m:t>𝒏</m:t>
                    </m:r>
                    <m:r>
                      <a:rPr lang="en-US" b="1" i="1" smtClean="0">
                        <a:latin typeface="Cambria Math" panose="02040503050406030204" pitchFamily="18" charset="0"/>
                      </a:rPr>
                      <m:t>+</m:t>
                    </m:r>
                    <m:r>
                      <a:rPr lang="en-US" b="1" i="1" smtClean="0">
                        <a:latin typeface="Cambria Math" panose="02040503050406030204" pitchFamily="18" charset="0"/>
                      </a:rPr>
                      <m:t>𝟏</m:t>
                    </m:r>
                  </m:oMath>
                </a14:m>
                <a:r>
                  <a:rPr lang="en-US" b="1" dirty="0">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26" name="Content Placeholder 2">
                <a:extLst>
                  <a:ext uri="{FF2B5EF4-FFF2-40B4-BE49-F238E27FC236}">
                    <a16:creationId xmlns:a16="http://schemas.microsoft.com/office/drawing/2014/main" id="{E9B58A3C-5A15-4D68-A680-EF85CFEE2ECD}"/>
                  </a:ext>
                </a:extLst>
              </p:cNvPr>
              <p:cNvSpPr txBox="1">
                <a:spLocks noRot="1" noChangeAspect="1" noMove="1" noResize="1" noEditPoints="1" noAdjustHandles="1" noChangeArrowheads="1" noChangeShapeType="1" noTextEdit="1"/>
              </p:cNvSpPr>
              <p:nvPr/>
            </p:nvSpPr>
            <p:spPr>
              <a:xfrm>
                <a:off x="748253" y="8155980"/>
                <a:ext cx="22758767" cy="4293332"/>
              </a:xfrm>
              <a:prstGeom prst="rect">
                <a:avLst/>
              </a:prstGeom>
              <a:blipFill>
                <a:blip r:embed="rId6"/>
                <a:stretch>
                  <a:fillRect l="-1125" t="-5114"/>
                </a:stretch>
              </a:blipFill>
              <a:ln>
                <a:noFill/>
              </a:ln>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B8BD780C-4A16-40A9-A074-FBE5A38FEB41}"/>
              </a:ext>
            </a:extLst>
          </p:cNvPr>
          <p:cNvGrpSpPr/>
          <p:nvPr/>
        </p:nvGrpSpPr>
        <p:grpSpPr>
          <a:xfrm>
            <a:off x="1066800" y="6792000"/>
            <a:ext cx="3725766" cy="828000"/>
            <a:chOff x="1275608" y="6322796"/>
            <a:chExt cx="3572909" cy="828631"/>
          </a:xfrm>
        </p:grpSpPr>
        <p:sp>
          <p:nvSpPr>
            <p:cNvPr id="22" name="Freeform 20">
              <a:extLst>
                <a:ext uri="{FF2B5EF4-FFF2-40B4-BE49-F238E27FC236}">
                  <a16:creationId xmlns:a16="http://schemas.microsoft.com/office/drawing/2014/main" id="{556805DF-ADFF-415B-8A17-834FC69258BF}"/>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3" name="TextBox 22">
              <a:extLst>
                <a:ext uri="{FF2B5EF4-FFF2-40B4-BE49-F238E27FC236}">
                  <a16:creationId xmlns:a16="http://schemas.microsoft.com/office/drawing/2014/main" id="{EF633801-42A0-4FE3-A623-73E89A86A5C2}"/>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24" name="Round Diagonal Corner Rectangle 8">
              <a:extLst>
                <a:ext uri="{FF2B5EF4-FFF2-40B4-BE49-F238E27FC236}">
                  <a16:creationId xmlns:a16="http://schemas.microsoft.com/office/drawing/2014/main" id="{F46FEAD8-993D-49DF-A4EE-523AE50DDA02}"/>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7" name="Freeform 9">
              <a:extLst>
                <a:ext uri="{FF2B5EF4-FFF2-40B4-BE49-F238E27FC236}">
                  <a16:creationId xmlns:a16="http://schemas.microsoft.com/office/drawing/2014/main" id="{4ABDBC64-55CE-458C-8FA4-33EAA3358B06}"/>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1864979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5">
                                            <p:txEl>
                                              <p:pRg st="0" end="0"/>
                                            </p:txEl>
                                          </p:spTgt>
                                        </p:tgtEl>
                                        <p:attrNameLst>
                                          <p:attrName>style.visibility</p:attrName>
                                        </p:attrNameLst>
                                      </p:cBhvr>
                                      <p:to>
                                        <p:strVal val="visible"/>
                                      </p:to>
                                    </p:set>
                                    <p:animEffect transition="in" filter="wipe(up)">
                                      <p:cBhvr>
                                        <p:cTn id="11" dur="500"/>
                                        <p:tgtEl>
                                          <p:spTgt spid="25">
                                            <p:txEl>
                                              <p:pRg st="0" end="0"/>
                                            </p:txEl>
                                          </p:spTgt>
                                        </p:tgtEl>
                                      </p:cBhvr>
                                    </p:animEffect>
                                  </p:childTnLst>
                                </p:cTn>
                              </p:par>
                            </p:childTnLst>
                          </p:cTn>
                        </p:par>
                        <p:par>
                          <p:cTn id="12" fill="hold">
                            <p:stCondLst>
                              <p:cond delay="1000"/>
                            </p:stCondLst>
                            <p:childTnLst>
                              <p:par>
                                <p:cTn id="13" presetID="16" presetClass="entr" presetSubtype="21"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barn(inVertical)">
                                      <p:cBhvr>
                                        <p:cTn id="15" dur="500"/>
                                        <p:tgtEl>
                                          <p:spTgt spid="21"/>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up)">
                                      <p:cBhvr>
                                        <p:cTn id="19" dur="500"/>
                                        <p:tgtEl>
                                          <p:spTgt spid="2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26">
                                            <p:txEl>
                                              <p:pRg st="0" end="0"/>
                                            </p:txEl>
                                          </p:spTgt>
                                        </p:tgtEl>
                                        <p:attrNameLst>
                                          <p:attrName>style.visibility</p:attrName>
                                        </p:attrNameLst>
                                      </p:cBhvr>
                                      <p:to>
                                        <p:strVal val="visible"/>
                                      </p:to>
                                    </p:set>
                                    <p:animEffect transition="in" filter="wipe(up)">
                                      <p:cBhvr>
                                        <p:cTn id="24" dur="500"/>
                                        <p:tgtEl>
                                          <p:spTgt spid="26">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26">
                                            <p:txEl>
                                              <p:pRg st="1" end="1"/>
                                            </p:txEl>
                                          </p:spTgt>
                                        </p:tgtEl>
                                        <p:attrNameLst>
                                          <p:attrName>style.visibility</p:attrName>
                                        </p:attrNameLst>
                                      </p:cBhvr>
                                      <p:to>
                                        <p:strVal val="visible"/>
                                      </p:to>
                                    </p:set>
                                    <p:animEffect transition="in" filter="wipe(up)">
                                      <p:cBhvr>
                                        <p:cTn id="29" dur="500"/>
                                        <p:tgtEl>
                                          <p:spTgt spid="2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52">
            <a:extLst>
              <a:ext uri="{FF2B5EF4-FFF2-40B4-BE49-F238E27FC236}">
                <a16:creationId xmlns:a16="http://schemas.microsoft.com/office/drawing/2014/main" id="{4F4AA5FD-8F03-4AC3-A426-AC82C8339B0B}"/>
              </a:ext>
            </a:extLst>
          </p:cNvPr>
          <p:cNvSpPr/>
          <p:nvPr/>
        </p:nvSpPr>
        <p:spPr>
          <a:xfrm>
            <a:off x="748254" y="7769664"/>
            <a:ext cx="22903477" cy="4879536"/>
          </a:xfrm>
          <a:prstGeom prst="roundRect">
            <a:avLst>
              <a:gd name="adj" fmla="val 2239"/>
            </a:avLst>
          </a:prstGeom>
          <a:solidFill>
            <a:schemeClr val="accent5">
              <a:lumMod val="40000"/>
              <a:lumOff val="60000"/>
            </a:schemeClr>
          </a:solid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29" name="Group 28">
            <a:extLst>
              <a:ext uri="{FF2B5EF4-FFF2-40B4-BE49-F238E27FC236}">
                <a16:creationId xmlns:a16="http://schemas.microsoft.com/office/drawing/2014/main" id="{248D407C-158A-4094-801B-C152E7CB5B46}"/>
              </a:ext>
            </a:extLst>
          </p:cNvPr>
          <p:cNvGrpSpPr/>
          <p:nvPr/>
        </p:nvGrpSpPr>
        <p:grpSpPr>
          <a:xfrm>
            <a:off x="475452" y="1591478"/>
            <a:ext cx="23176279" cy="5213413"/>
            <a:chOff x="907537" y="4133365"/>
            <a:chExt cx="24077367" cy="4263297"/>
          </a:xfrm>
        </p:grpSpPr>
        <p:sp>
          <p:nvSpPr>
            <p:cNvPr id="32" name="Rounded Rectangle 36">
              <a:extLst>
                <a:ext uri="{FF2B5EF4-FFF2-40B4-BE49-F238E27FC236}">
                  <a16:creationId xmlns:a16="http://schemas.microsoft.com/office/drawing/2014/main" id="{8DAE7818-FB12-462D-8980-1E516ABB17EF}"/>
                </a:ext>
              </a:extLst>
            </p:cNvPr>
            <p:cNvSpPr/>
            <p:nvPr/>
          </p:nvSpPr>
          <p:spPr>
            <a:xfrm>
              <a:off x="1243851" y="4479345"/>
              <a:ext cx="23741053" cy="3917317"/>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latin typeface="Tahoma" panose="020B0604030504040204" pitchFamily="34" charset="0"/>
                <a:ea typeface="Tahoma" panose="020B0604030504040204" pitchFamily="34" charset="0"/>
                <a:cs typeface="Tahoma" panose="020B0604030504040204" pitchFamily="34" charset="0"/>
              </a:endParaRPr>
            </a:p>
          </p:txBody>
        </p:sp>
        <p:grpSp>
          <p:nvGrpSpPr>
            <p:cNvPr id="34" name="Group 33">
              <a:extLst>
                <a:ext uri="{FF2B5EF4-FFF2-40B4-BE49-F238E27FC236}">
                  <a16:creationId xmlns:a16="http://schemas.microsoft.com/office/drawing/2014/main" id="{4F23E3E1-FCE1-49FB-99AA-9C07F74C1F90}"/>
                </a:ext>
              </a:extLst>
            </p:cNvPr>
            <p:cNvGrpSpPr/>
            <p:nvPr/>
          </p:nvGrpSpPr>
          <p:grpSpPr>
            <a:xfrm>
              <a:off x="907537" y="4133365"/>
              <a:ext cx="4016349" cy="879513"/>
              <a:chOff x="907537" y="4133365"/>
              <a:chExt cx="4016349" cy="879513"/>
            </a:xfrm>
          </p:grpSpPr>
          <p:grpSp>
            <p:nvGrpSpPr>
              <p:cNvPr id="35" name="Group 34">
                <a:extLst>
                  <a:ext uri="{FF2B5EF4-FFF2-40B4-BE49-F238E27FC236}">
                    <a16:creationId xmlns:a16="http://schemas.microsoft.com/office/drawing/2014/main" id="{BEADDF1F-15D0-4CCD-BE1C-A94E1D49734D}"/>
                  </a:ext>
                </a:extLst>
              </p:cNvPr>
              <p:cNvGrpSpPr/>
              <p:nvPr/>
            </p:nvGrpSpPr>
            <p:grpSpPr>
              <a:xfrm>
                <a:off x="1390227" y="4312553"/>
                <a:ext cx="3533659" cy="700325"/>
                <a:chOff x="2056977" y="4674503"/>
                <a:chExt cx="3533659" cy="700325"/>
              </a:xfrm>
            </p:grpSpPr>
            <p:sp>
              <p:nvSpPr>
                <p:cNvPr id="45" name="Freeform 20">
                  <a:extLst>
                    <a:ext uri="{FF2B5EF4-FFF2-40B4-BE49-F238E27FC236}">
                      <a16:creationId xmlns:a16="http://schemas.microsoft.com/office/drawing/2014/main" id="{763A1102-4D2E-4FAA-9438-560F298E007E}"/>
                    </a:ext>
                  </a:extLst>
                </p:cNvPr>
                <p:cNvSpPr>
                  <a:spLocks/>
                </p:cNvSpPr>
                <p:nvPr/>
              </p:nvSpPr>
              <p:spPr bwMode="auto">
                <a:xfrm rot="5400000">
                  <a:off x="3488141" y="3272333"/>
                  <a:ext cx="671331" cy="3533659"/>
                </a:xfrm>
                <a:prstGeom prst="round2SameRect">
                  <a:avLst>
                    <a:gd name="adj1" fmla="val 19445"/>
                    <a:gd name="adj2" fmla="val 0"/>
                  </a:avLst>
                </a:prstGeom>
                <a:solidFill>
                  <a:schemeClr val="bg1"/>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800" b="1">
                    <a:latin typeface="Tahoma" panose="020B0604030504040204" pitchFamily="34" charset="0"/>
                    <a:ea typeface="Tahoma" panose="020B0604030504040204" pitchFamily="34" charset="0"/>
                    <a:cs typeface="Tahoma" panose="020B0604030504040204" pitchFamily="34" charset="0"/>
                  </a:endParaRPr>
                </a:p>
              </p:txBody>
            </p:sp>
            <p:sp>
              <p:nvSpPr>
                <p:cNvPr id="46" name="TextBox 45">
                  <a:extLst>
                    <a:ext uri="{FF2B5EF4-FFF2-40B4-BE49-F238E27FC236}">
                      <a16:creationId xmlns:a16="http://schemas.microsoft.com/office/drawing/2014/main" id="{465B47D8-6188-40CC-9F7D-2C1CD33E9853}"/>
                    </a:ext>
                  </a:extLst>
                </p:cNvPr>
                <p:cNvSpPr txBox="1"/>
                <p:nvPr/>
              </p:nvSpPr>
              <p:spPr>
                <a:xfrm>
                  <a:off x="2526391" y="4674503"/>
                  <a:ext cx="3064245" cy="602986"/>
                </a:xfrm>
                <a:prstGeom prst="rect">
                  <a:avLst/>
                </a:prstGeom>
                <a:noFill/>
              </p:spPr>
              <p:txBody>
                <a:bodyPr wrap="square" rtlCol="0">
                  <a:spAutoFit/>
                </a:bodyPr>
                <a:lstStyle/>
                <a:p>
                  <a:pPr algn="ctr"/>
                  <a:r>
                    <a:rPr lang="vi-VN" sz="4800" b="1" dirty="0">
                      <a:solidFill>
                        <a:srgbClr val="0000CC"/>
                      </a:solidFill>
                      <a:latin typeface="Tahoma" pitchFamily="34" charset="0"/>
                      <a:ea typeface="Tahoma" pitchFamily="34" charset="0"/>
                      <a:cs typeface="Tahoma" pitchFamily="34" charset="0"/>
                    </a:rPr>
                    <a:t>C</a:t>
                  </a:r>
                  <a:r>
                    <a:rPr lang="en-US" sz="4800" b="1" dirty="0" err="1">
                      <a:solidFill>
                        <a:srgbClr val="0000CC"/>
                      </a:solidFill>
                      <a:latin typeface="Tahoma" pitchFamily="34" charset="0"/>
                      <a:ea typeface="Tahoma" pitchFamily="34" charset="0"/>
                      <a:cs typeface="Tahoma" pitchFamily="34" charset="0"/>
                    </a:rPr>
                    <a:t>âu</a:t>
                  </a:r>
                  <a:r>
                    <a:rPr lang="vi-VN" sz="4800" b="1" dirty="0">
                      <a:solidFill>
                        <a:srgbClr val="0000CC"/>
                      </a:solidFill>
                      <a:latin typeface="Tahoma" pitchFamily="34" charset="0"/>
                      <a:ea typeface="Tahoma" pitchFamily="34" charset="0"/>
                      <a:cs typeface="Tahoma" pitchFamily="34" charset="0"/>
                    </a:rPr>
                    <a:t> </a:t>
                  </a:r>
                  <a:r>
                    <a:rPr lang="en-US" sz="4800" b="1" dirty="0">
                      <a:solidFill>
                        <a:srgbClr val="0000CC"/>
                      </a:solidFill>
                      <a:latin typeface="Tahoma" pitchFamily="34" charset="0"/>
                      <a:ea typeface="Tahoma" pitchFamily="34" charset="0"/>
                      <a:cs typeface="Tahoma" pitchFamily="34" charset="0"/>
                    </a:rPr>
                    <a:t>1.7</a:t>
                  </a:r>
                </a:p>
              </p:txBody>
            </p:sp>
          </p:grpSp>
          <p:pic>
            <p:nvPicPr>
              <p:cNvPr id="40" name="Picture 39">
                <a:extLst>
                  <a:ext uri="{FF2B5EF4-FFF2-40B4-BE49-F238E27FC236}">
                    <a16:creationId xmlns:a16="http://schemas.microsoft.com/office/drawing/2014/main" id="{39EA31CA-5E62-4855-ABBA-F2462D4BCF6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5599" t="21515" r="9759" b="14519"/>
              <a:stretch/>
            </p:blipFill>
            <p:spPr>
              <a:xfrm>
                <a:off x="907537" y="4133365"/>
                <a:ext cx="1076356" cy="810107"/>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5"/>
            <a:ext cx="1137814" cy="1452400"/>
            <a:chOff x="19066718" y="10069438"/>
            <a:chExt cx="1164557" cy="1690475"/>
          </a:xfrm>
        </p:grpSpPr>
        <p:sp>
          <p:nvSpPr>
            <p:cNvPr id="122" name="TextBox 121"/>
            <p:cNvSpPr txBox="1"/>
            <p:nvPr/>
          </p:nvSpPr>
          <p:spPr>
            <a:xfrm>
              <a:off x="19276653" y="10792700"/>
              <a:ext cx="954622" cy="967213"/>
            </a:xfrm>
            <a:prstGeom prst="rect">
              <a:avLst/>
            </a:prstGeom>
            <a:noFill/>
          </p:spPr>
          <p:txBody>
            <a:bodyPr wrap="square" rtlCol="0">
              <a:spAutoFit/>
            </a:bodyPr>
            <a:lstStyle/>
            <a:p>
              <a:endParaRPr lang="en-US" sz="4800" b="1" dirty="0">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967213"/>
            </a:xfrm>
            <a:prstGeom prst="rect">
              <a:avLst/>
            </a:prstGeom>
            <a:noFill/>
          </p:spPr>
          <p:txBody>
            <a:bodyPr wrap="square" rtlCol="0">
              <a:spAutoFit/>
            </a:bodyPr>
            <a:lstStyle/>
            <a:p>
              <a:endPar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958602" y="2286000"/>
                <a:ext cx="22949945" cy="3739813"/>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                     </a:t>
                </a:r>
                <a:r>
                  <a:rPr lang="vi-VN" b="1" dirty="0">
                    <a:latin typeface="Tahoma" panose="020B0604030504040204" pitchFamily="34" charset="0"/>
                    <a:ea typeface="Tahoma" panose="020B0604030504040204" pitchFamily="34" charset="0"/>
                    <a:cs typeface="Tahoma" panose="020B0604030504040204" pitchFamily="34" charset="0"/>
                  </a:rPr>
                  <a:t>Dùng kí hiệu </a:t>
                </a:r>
                <a14:m>
                  <m:oMath xmlns:m="http://schemas.openxmlformats.org/officeDocument/2006/math">
                    <m:r>
                      <a:rPr lang="en-US" b="1">
                        <a:latin typeface="Cambria Math" panose="02040503050406030204" pitchFamily="18" charset="0"/>
                      </a:rPr>
                      <m:t>∀,∃</m:t>
                    </m:r>
                  </m:oMath>
                </a14:m>
                <a:r>
                  <a:rPr lang="vi-VN" b="1" dirty="0">
                    <a:latin typeface="Tahoma" panose="020B0604030504040204" pitchFamily="34" charset="0"/>
                    <a:ea typeface="Tahoma" panose="020B0604030504040204" pitchFamily="34" charset="0"/>
                    <a:cs typeface="Tahoma" panose="020B0604030504040204" pitchFamily="34" charset="0"/>
                  </a:rPr>
                  <a:t>  để viết các mệnh đề sau:</a:t>
                </a:r>
              </a:p>
              <a:p>
                <a:pPr marL="0" indent="0">
                  <a:buNone/>
                </a:pPr>
                <a:r>
                  <a:rPr lang="vi-VN" b="1" dirty="0">
                    <a:latin typeface="Tahoma" panose="020B0604030504040204" pitchFamily="34" charset="0"/>
                    <a:ea typeface="Tahoma" panose="020B0604030504040204" pitchFamily="34" charset="0"/>
                    <a:cs typeface="Tahoma" panose="020B0604030504040204" pitchFamily="34" charset="0"/>
                  </a:rPr>
                  <a:t>P: “Mọi số tự nhiên đều có bình phương lớn hơn hoặc bằng chính nó”;</a:t>
                </a:r>
              </a:p>
              <a:p>
                <a:pPr marL="0" indent="0">
                  <a:buNone/>
                </a:pPr>
                <a:r>
                  <a:rPr lang="vi-VN" b="1" dirty="0">
                    <a:latin typeface="Tahoma" panose="020B0604030504040204" pitchFamily="34" charset="0"/>
                    <a:ea typeface="Tahoma" panose="020B0604030504040204" pitchFamily="34" charset="0"/>
                    <a:cs typeface="Tahoma" panose="020B0604030504040204" pitchFamily="34" charset="0"/>
                  </a:rPr>
                  <a:t>Q: “ Có một số thực cộng với chính nó bằng 0”.</a:t>
                </a: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958602" y="2286000"/>
                <a:ext cx="22949945" cy="3739813"/>
              </a:xfrm>
              <a:prstGeom prst="rect">
                <a:avLst/>
              </a:prstGeom>
              <a:blipFill>
                <a:blip r:embed="rId5"/>
                <a:stretch>
                  <a:fillRect l="-1195" t="-587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E9B58A3C-5A15-4D68-A680-EF85CFEE2ECD}"/>
                  </a:ext>
                </a:extLst>
              </p:cNvPr>
              <p:cNvSpPr txBox="1">
                <a:spLocks/>
              </p:cNvSpPr>
              <p:nvPr/>
            </p:nvSpPr>
            <p:spPr>
              <a:xfrm>
                <a:off x="2653255" y="8739637"/>
                <a:ext cx="20282945" cy="3909563"/>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14:m>
                  <m:oMath xmlns:m="http://schemas.openxmlformats.org/officeDocument/2006/math">
                    <m:r>
                      <a:rPr lang="en-US" b="1" i="1" smtClean="0">
                        <a:latin typeface="Cambria Math" panose="02040503050406030204" pitchFamily="18" charset="0"/>
                      </a:rPr>
                      <m:t>𝑷</m:t>
                    </m:r>
                    <m:r>
                      <a:rPr lang="en-US" b="1">
                        <a:latin typeface="Cambria Math" panose="02040503050406030204" pitchFamily="18" charset="0"/>
                      </a:rPr>
                      <m:t>:"∀</m:t>
                    </m:r>
                    <m:r>
                      <a:rPr lang="en-US" b="1" i="1">
                        <a:latin typeface="Cambria Math" panose="02040503050406030204" pitchFamily="18" charset="0"/>
                      </a:rPr>
                      <m:t>𝒏</m:t>
                    </m:r>
                    <m:r>
                      <a:rPr lang="en-US" b="1">
                        <a:latin typeface="Cambria Math" panose="02040503050406030204" pitchFamily="18" charset="0"/>
                      </a:rPr>
                      <m:t>∈</m:t>
                    </m:r>
                    <m:r>
                      <a:rPr lang="en-US" b="1">
                        <a:latin typeface="Cambria Math" panose="02040503050406030204" pitchFamily="18" charset="0"/>
                      </a:rPr>
                      <m:t>ℕ</m:t>
                    </m:r>
                    <m:r>
                      <a:rPr lang="en-US" b="1">
                        <a:latin typeface="Cambria Math" panose="02040503050406030204" pitchFamily="18" charset="0"/>
                      </a:rPr>
                      <m:t>,</m:t>
                    </m:r>
                    <m:sSup>
                      <m:sSupPr>
                        <m:ctrlPr>
                          <a:rPr lang="en-US" b="1" i="1">
                            <a:solidFill>
                              <a:srgbClr val="836967"/>
                            </a:solidFill>
                            <a:latin typeface="Cambria Math" panose="02040503050406030204" pitchFamily="18" charset="0"/>
                          </a:rPr>
                        </m:ctrlPr>
                      </m:sSupPr>
                      <m:e>
                        <m:r>
                          <a:rPr lang="en-US" b="1" i="1">
                            <a:latin typeface="Cambria Math" panose="02040503050406030204" pitchFamily="18" charset="0"/>
                          </a:rPr>
                          <m:t>𝒏</m:t>
                        </m:r>
                      </m:e>
                      <m:sup>
                        <m:r>
                          <a:rPr lang="en-US" b="1" i="1">
                            <a:latin typeface="Cambria Math" panose="02040503050406030204" pitchFamily="18" charset="0"/>
                          </a:rPr>
                          <m:t>𝟐</m:t>
                        </m:r>
                      </m:sup>
                    </m:sSup>
                    <m:r>
                      <a:rPr lang="en-US" b="1">
                        <a:latin typeface="Cambria Math" panose="02040503050406030204" pitchFamily="18" charset="0"/>
                      </a:rPr>
                      <m:t>≥</m:t>
                    </m:r>
                    <m:r>
                      <a:rPr lang="en-US" b="1" i="1">
                        <a:latin typeface="Cambria Math" panose="02040503050406030204" pitchFamily="18" charset="0"/>
                      </a:rPr>
                      <m:t>𝒏</m:t>
                    </m:r>
                    <m:r>
                      <a:rPr lang="en-US" b="1" i="1" smtClean="0">
                        <a:latin typeface="Cambria Math" panose="02040503050406030204" pitchFamily="18" charset="0"/>
                      </a:rPr>
                      <m:t>“</m:t>
                    </m:r>
                  </m:oMath>
                </a14:m>
                <a:endParaRPr lang="en-US" b="1" dirty="0">
                  <a:latin typeface="Tahoma" panose="020B0604030504040204" pitchFamily="34" charset="0"/>
                  <a:ea typeface="Tahoma" panose="020B0604030504040204" pitchFamily="34" charset="0"/>
                  <a:cs typeface="Tahoma" panose="020B0604030504040204" pitchFamily="34" charset="0"/>
                </a:endParaRPr>
              </a:p>
              <a:p>
                <a14:m>
                  <m:oMath xmlns:m="http://schemas.openxmlformats.org/officeDocument/2006/math">
                    <m:r>
                      <a:rPr lang="en-US" b="1" i="1">
                        <a:latin typeface="Cambria Math" panose="02040503050406030204" pitchFamily="18" charset="0"/>
                      </a:rPr>
                      <m:t>𝑸</m:t>
                    </m:r>
                    <m:r>
                      <a:rPr lang="en-US" b="1">
                        <a:latin typeface="Cambria Math" panose="02040503050406030204" pitchFamily="18" charset="0"/>
                      </a:rPr>
                      <m:t>:"∃</m:t>
                    </m:r>
                    <m:r>
                      <a:rPr lang="en-US" b="1" i="1">
                        <a:latin typeface="Cambria Math" panose="02040503050406030204" pitchFamily="18" charset="0"/>
                      </a:rPr>
                      <m:t>𝒙</m:t>
                    </m:r>
                    <m:r>
                      <a:rPr lang="en-US" b="1">
                        <a:latin typeface="Cambria Math" panose="02040503050406030204" pitchFamily="18" charset="0"/>
                      </a:rPr>
                      <m:t>∈</m:t>
                    </m:r>
                    <m:r>
                      <a:rPr lang="en-US" b="1">
                        <a:latin typeface="Cambria Math" panose="02040503050406030204" pitchFamily="18" charset="0"/>
                      </a:rPr>
                      <m:t>ℝ</m:t>
                    </m:r>
                    <m:r>
                      <a:rPr lang="en-US" b="1">
                        <a:latin typeface="Cambria Math" panose="02040503050406030204" pitchFamily="18" charset="0"/>
                      </a:rPr>
                      <m:t>,</m:t>
                    </m:r>
                    <m:r>
                      <a:rPr lang="en-US" b="1" i="1">
                        <a:latin typeface="Cambria Math" panose="02040503050406030204" pitchFamily="18" charset="0"/>
                      </a:rPr>
                      <m:t>𝒙</m:t>
                    </m:r>
                    <m:r>
                      <a:rPr lang="en-US" b="1">
                        <a:latin typeface="Cambria Math" panose="02040503050406030204" pitchFamily="18" charset="0"/>
                      </a:rPr>
                      <m:t>+</m:t>
                    </m:r>
                    <m:r>
                      <a:rPr lang="en-US" b="1" i="1">
                        <a:latin typeface="Cambria Math" panose="02040503050406030204" pitchFamily="18" charset="0"/>
                      </a:rPr>
                      <m:t>𝒙</m:t>
                    </m:r>
                    <m:r>
                      <a:rPr lang="en-US" b="1">
                        <a:latin typeface="Cambria Math" panose="02040503050406030204" pitchFamily="18" charset="0"/>
                      </a:rPr>
                      <m:t>=</m:t>
                    </m:r>
                    <m:r>
                      <a:rPr lang="en-US" b="1" i="1">
                        <a:latin typeface="Cambria Math" panose="02040503050406030204" pitchFamily="18" charset="0"/>
                      </a:rPr>
                      <m:t>𝟎</m:t>
                    </m:r>
                    <m:r>
                      <a:rPr lang="en-US" b="1">
                        <a:latin typeface="Cambria Math" panose="02040503050406030204" pitchFamily="18" charset="0"/>
                      </a:rPr>
                      <m:t>"</m:t>
                    </m:r>
                  </m:oMath>
                </a14:m>
                <a:endParaRPr lang="en-US" b="1" dirty="0">
                  <a:latin typeface="Tahoma" panose="020B0604030504040204" pitchFamily="34" charset="0"/>
                  <a:ea typeface="Tahoma" panose="020B0604030504040204" pitchFamily="34" charset="0"/>
                  <a:cs typeface="Tahoma" panose="020B0604030504040204" pitchFamily="34" charset="0"/>
                </a:endParaRPr>
              </a:p>
              <a:p>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6" name="Content Placeholder 2">
                <a:extLst>
                  <a:ext uri="{FF2B5EF4-FFF2-40B4-BE49-F238E27FC236}">
                    <a16:creationId xmlns:a16="http://schemas.microsoft.com/office/drawing/2014/main" id="{E9B58A3C-5A15-4D68-A680-EF85CFEE2ECD}"/>
                  </a:ext>
                </a:extLst>
              </p:cNvPr>
              <p:cNvSpPr txBox="1">
                <a:spLocks noRot="1" noChangeAspect="1" noMove="1" noResize="1" noEditPoints="1" noAdjustHandles="1" noChangeArrowheads="1" noChangeShapeType="1" noTextEdit="1"/>
              </p:cNvSpPr>
              <p:nvPr/>
            </p:nvSpPr>
            <p:spPr>
              <a:xfrm>
                <a:off x="2653255" y="8739637"/>
                <a:ext cx="20282945" cy="3909563"/>
              </a:xfrm>
              <a:prstGeom prst="rect">
                <a:avLst/>
              </a:prstGeom>
              <a:blipFill>
                <a:blip r:embed="rId6"/>
                <a:stretch>
                  <a:fillRect/>
                </a:stretch>
              </a:blipFill>
              <a:ln>
                <a:noFill/>
              </a:ln>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6E7FF742-585D-4B8F-A963-4682BE178689}"/>
              </a:ext>
            </a:extLst>
          </p:cNvPr>
          <p:cNvGrpSpPr/>
          <p:nvPr/>
        </p:nvGrpSpPr>
        <p:grpSpPr>
          <a:xfrm>
            <a:off x="1143000" y="7477800"/>
            <a:ext cx="3725766" cy="828000"/>
            <a:chOff x="1275608" y="6322796"/>
            <a:chExt cx="3572909" cy="828631"/>
          </a:xfrm>
        </p:grpSpPr>
        <p:sp>
          <p:nvSpPr>
            <p:cNvPr id="22" name="Freeform 20">
              <a:extLst>
                <a:ext uri="{FF2B5EF4-FFF2-40B4-BE49-F238E27FC236}">
                  <a16:creationId xmlns:a16="http://schemas.microsoft.com/office/drawing/2014/main" id="{94711F0E-2486-47B7-8671-7C1E030E3DF6}"/>
                </a:ext>
              </a:extLst>
            </p:cNvPr>
            <p:cNvSpPr>
              <a:spLocks/>
            </p:cNvSpPr>
            <p:nvPr/>
          </p:nvSpPr>
          <p:spPr bwMode="auto">
            <a:xfrm rot="16200000" flipV="1">
              <a:off x="2908070" y="5210980"/>
              <a:ext cx="828631" cy="3052263"/>
            </a:xfrm>
            <a:prstGeom prst="round1Rect">
              <a:avLst/>
            </a:prstGeom>
            <a:solidFill>
              <a:sysClr val="window" lastClr="FFFFFF"/>
            </a:solidFill>
            <a:ln w="57150">
              <a:solidFill>
                <a:srgbClr val="70AD47">
                  <a:lumMod val="50000"/>
                </a:srgb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3" name="TextBox 22">
              <a:extLst>
                <a:ext uri="{FF2B5EF4-FFF2-40B4-BE49-F238E27FC236}">
                  <a16:creationId xmlns:a16="http://schemas.microsoft.com/office/drawing/2014/main" id="{A2E3694F-4E4D-456E-A900-93DA1449E92B}"/>
                </a:ext>
              </a:extLst>
            </p:cNvPr>
            <p:cNvSpPr txBox="1"/>
            <p:nvPr/>
          </p:nvSpPr>
          <p:spPr>
            <a:xfrm>
              <a:off x="2310574" y="6372066"/>
              <a:ext cx="2276953" cy="7700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Lời </a:t>
              </a:r>
              <a:r>
                <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g</a:t>
              </a:r>
              <a:r>
                <a:rPr kumimoji="0" lang="vi-VN"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rPr>
                <a:t>iải</a:t>
              </a:r>
              <a:endParaRPr kumimoji="0" lang="en-US" sz="4400" b="1" i="0" u="none" strike="noStrike" kern="0" cap="none" spc="0" normalizeH="0" baseline="0" noProof="0" dirty="0">
                <a:ln>
                  <a:noFill/>
                </a:ln>
                <a:solidFill>
                  <a:srgbClr val="FF0000"/>
                </a:solidFill>
                <a:effectLst/>
                <a:uLnTx/>
                <a:uFillTx/>
                <a:latin typeface="Tahoma" pitchFamily="34" charset="0"/>
                <a:ea typeface="Tahoma" pitchFamily="34" charset="0"/>
                <a:cs typeface="Tahoma" pitchFamily="34" charset="0"/>
              </a:endParaRPr>
            </a:p>
          </p:txBody>
        </p:sp>
        <p:sp>
          <p:nvSpPr>
            <p:cNvPr id="24" name="Round Diagonal Corner Rectangle 8">
              <a:extLst>
                <a:ext uri="{FF2B5EF4-FFF2-40B4-BE49-F238E27FC236}">
                  <a16:creationId xmlns:a16="http://schemas.microsoft.com/office/drawing/2014/main" id="{B9D8BA5F-AB09-46C0-9BE7-3DF09D91A7A3}"/>
                </a:ext>
              </a:extLst>
            </p:cNvPr>
            <p:cNvSpPr/>
            <p:nvPr/>
          </p:nvSpPr>
          <p:spPr>
            <a:xfrm flipV="1">
              <a:off x="1275608" y="6330946"/>
              <a:ext cx="852450" cy="820481"/>
            </a:xfrm>
            <a:prstGeom prst="round2DiagRect">
              <a:avLst/>
            </a:prstGeom>
            <a:solidFill>
              <a:srgbClr val="70AD47">
                <a:lumMod val="75000"/>
              </a:srgbClr>
            </a:solidFill>
            <a:ln w="57150" cap="flat" cmpd="sng" algn="ctr">
              <a:solidFill>
                <a:srgbClr val="70AD47">
                  <a:lumMod val="50000"/>
                </a:srgbClr>
              </a:solidFill>
              <a:prstDash val="solid"/>
              <a:miter lim="800000"/>
            </a:ln>
            <a:effectLst>
              <a:innerShdw blurRad="114300">
                <a:prstClr val="black"/>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7" name="Freeform 9">
              <a:extLst>
                <a:ext uri="{FF2B5EF4-FFF2-40B4-BE49-F238E27FC236}">
                  <a16:creationId xmlns:a16="http://schemas.microsoft.com/office/drawing/2014/main" id="{88586342-A362-4107-8B92-429DF92E887F}"/>
                </a:ext>
              </a:extLst>
            </p:cNvPr>
            <p:cNvSpPr>
              <a:spLocks noEditPoints="1"/>
            </p:cNvSpPr>
            <p:nvPr/>
          </p:nvSpPr>
          <p:spPr bwMode="auto">
            <a:xfrm>
              <a:off x="1403701" y="6378164"/>
              <a:ext cx="545196" cy="739115"/>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   ·   BÀI 1</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9252148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5">
                                            <p:txEl>
                                              <p:pRg st="0" end="0"/>
                                            </p:txEl>
                                          </p:spTgt>
                                        </p:tgtEl>
                                        <p:attrNameLst>
                                          <p:attrName>style.visibility</p:attrName>
                                        </p:attrNameLst>
                                      </p:cBhvr>
                                      <p:to>
                                        <p:strVal val="visible"/>
                                      </p:to>
                                    </p:set>
                                    <p:animEffect transition="in" filter="wipe(up)">
                                      <p:cBhvr>
                                        <p:cTn id="11" dur="500"/>
                                        <p:tgtEl>
                                          <p:spTgt spid="25">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5">
                                            <p:txEl>
                                              <p:pRg st="1" end="1"/>
                                            </p:txEl>
                                          </p:spTgt>
                                        </p:tgtEl>
                                        <p:attrNameLst>
                                          <p:attrName>style.visibility</p:attrName>
                                        </p:attrNameLst>
                                      </p:cBhvr>
                                      <p:to>
                                        <p:strVal val="visible"/>
                                      </p:to>
                                    </p:set>
                                    <p:animEffect transition="in" filter="wipe(up)">
                                      <p:cBhvr>
                                        <p:cTn id="15" dur="500"/>
                                        <p:tgtEl>
                                          <p:spTgt spid="25">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25">
                                            <p:txEl>
                                              <p:pRg st="2" end="2"/>
                                            </p:txEl>
                                          </p:spTgt>
                                        </p:tgtEl>
                                        <p:attrNameLst>
                                          <p:attrName>style.visibility</p:attrName>
                                        </p:attrNameLst>
                                      </p:cBhvr>
                                      <p:to>
                                        <p:strVal val="visible"/>
                                      </p:to>
                                    </p:set>
                                    <p:animEffect transition="in" filter="wipe(up)">
                                      <p:cBhvr>
                                        <p:cTn id="19" dur="500"/>
                                        <p:tgtEl>
                                          <p:spTgt spid="25">
                                            <p:txEl>
                                              <p:pRg st="2" end="2"/>
                                            </p:txEl>
                                          </p:spTgt>
                                        </p:tgtEl>
                                      </p:cBhvr>
                                    </p:animEffect>
                                  </p:childTnLst>
                                </p:cTn>
                              </p:par>
                            </p:childTnLst>
                          </p:cTn>
                        </p:par>
                        <p:par>
                          <p:cTn id="20" fill="hold">
                            <p:stCondLst>
                              <p:cond delay="2000"/>
                            </p:stCondLst>
                            <p:childTnLst>
                              <p:par>
                                <p:cTn id="21" presetID="16" presetClass="entr" presetSubtype="21" fill="hold"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barn(inVertical)">
                                      <p:cBhvr>
                                        <p:cTn id="23" dur="500"/>
                                        <p:tgtEl>
                                          <p:spTgt spid="21"/>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up)">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6">
                                            <p:txEl>
                                              <p:pRg st="0" end="0"/>
                                            </p:txEl>
                                          </p:spTgt>
                                        </p:tgtEl>
                                        <p:attrNameLst>
                                          <p:attrName>style.visibility</p:attrName>
                                        </p:attrNameLst>
                                      </p:cBhvr>
                                      <p:to>
                                        <p:strVal val="visible"/>
                                      </p:to>
                                    </p:set>
                                    <p:animEffect transition="in" filter="wipe(up)">
                                      <p:cBhvr>
                                        <p:cTn id="32" dur="500"/>
                                        <p:tgtEl>
                                          <p:spTgt spid="2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6">
                                            <p:txEl>
                                              <p:pRg st="1" end="1"/>
                                            </p:txEl>
                                          </p:spTgt>
                                        </p:tgtEl>
                                        <p:attrNameLst>
                                          <p:attrName>style.visibility</p:attrName>
                                        </p:attrNameLst>
                                      </p:cBhvr>
                                      <p:to>
                                        <p:strVal val="visible"/>
                                      </p:to>
                                    </p:set>
                                    <p:animEffect transition="in" filter="wipe(up)">
                                      <p:cBhvr>
                                        <p:cTn id="37" dur="500"/>
                                        <p:tgtEl>
                                          <p:spTgt spid="2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2&quot; unique_id=&quot;10002&quot;&gt;&lt;object type=&quot;3&quot; unique_id=&quot;10003&quot;&gt;&lt;property id=&quot;20148&quot; value=&quot;5&quot;/&gt;&lt;property id=&quot;20300&quot; value=&quot;Slide 1&quot;/&gt;&lt;property id=&quot;20307&quot; value=&quot;257&quot;/&gt;&lt;/object&gt;&lt;object type=&quot;3&quot; unique_id=&quot;10004&quot;&gt;&lt;property id=&quot;20148&quot; value=&quot;5&quot;/&gt;&lt;property id=&quot;20300&quot; value=&quot;Slide 2&quot;/&gt;&lt;property id=&quot;20307&quot; value=&quot;258&quot;/&gt;&lt;/object&gt;&lt;object type=&quot;3&quot; unique_id=&quot;10005&quot;&gt;&lt;property id=&quot;20148&quot; value=&quot;5&quot;/&gt;&lt;property id=&quot;20300&quot; value=&quot;Slide 3&quot;/&gt;&lt;property id=&quot;20307&quot; value=&quot;259&quot;/&gt;&lt;/object&gt;&lt;object type=&quot;3&quot; unique_id=&quot;10006&quot;&gt;&lt;property id=&quot;20148&quot; value=&quot;5&quot;/&gt;&lt;property id=&quot;20300&quot; value=&quot;Slide 4&quot;/&gt;&lt;property id=&quot;20307&quot; value=&quot;260&quot;/&gt;&lt;/object&gt;&lt;object type=&quot;3&quot; unique_id=&quot;10007&quot;&gt;&lt;property id=&quot;20148&quot; value=&quot;5&quot;/&gt;&lt;property id=&quot;20300&quot; value=&quot;Slide 5&quot;/&gt;&lt;property id=&quot;20307&quot; value=&quot;262&quot;/&gt;&lt;/object&gt;&lt;object type=&quot;3&quot; unique_id=&quot;10008&quot;&gt;&lt;property id=&quot;20148&quot; value=&quot;5&quot;/&gt;&lt;property id=&quot;20300&quot; value=&quot;Slide 6&quot;/&gt;&lt;property id=&quot;20307&quot; value=&quot;263&quot;/&gt;&lt;/object&gt;&lt;object type=&quot;3&quot; unique_id=&quot;10009&quot;&gt;&lt;property id=&quot;20148&quot; value=&quot;5&quot;/&gt;&lt;property id=&quot;20300&quot; value=&quot;Slide 7&quot;/&gt;&lt;property id=&quot;20307&quot; value=&quot;264&quot;/&gt;&lt;/object&gt;&lt;object type=&quot;3&quot; unique_id=&quot;10010&quot;&gt;&lt;property id=&quot;20148&quot; value=&quot;5&quot;/&gt;&lt;property id=&quot;20300&quot; value=&quot;Slide 8&quot;/&gt;&lt;property id=&quot;20307&quot; value=&quot;265&quot;/&gt;&lt;/object&gt;&lt;object type=&quot;3&quot; unique_id=&quot;10011&quot;&gt;&lt;property id=&quot;20148&quot; value=&quot;5&quot;/&gt;&lt;property id=&quot;20300&quot; value=&quot;Slide 9&quot;/&gt;&lt;property id=&quot;20307&quot; value=&quot;266&quot;/&gt;&lt;/object&gt;&lt;object type=&quot;3&quot; unique_id=&quot;10012&quot;&gt;&lt;property id=&quot;20148&quot; value=&quot;5&quot;/&gt;&lt;property id=&quot;20300&quot; value=&quot;Slide 10&quot;/&gt;&lt;property id=&quot;20307&quot; value=&quot;267&quot;/&gt;&lt;/object&gt;&lt;object type=&quot;3&quot; unique_id=&quot;10013&quot;&gt;&lt;property id=&quot;20148&quot; value=&quot;5&quot;/&gt;&lt;property id=&quot;20300&quot; value=&quot;Slide 11&quot;/&gt;&lt;property id=&quot;20307&quot; value=&quot;269&quot;/&gt;&lt;/object&gt;&lt;object type=&quot;3&quot; unique_id=&quot;10014&quot;&gt;&lt;property id=&quot;20148&quot; value=&quot;5&quot;/&gt;&lt;property id=&quot;20300&quot; value=&quot;Slide 12&quot;/&gt;&lt;property id=&quot;20307&quot; value=&quot;270&quot;/&gt;&lt;/object&gt;&lt;object type=&quot;3&quot; unique_id=&quot;10015&quot;&gt;&lt;property id=&quot;20148&quot; value=&quot;5&quot;/&gt;&lt;property id=&quot;20300&quot; value=&quot;Slide 13&quot;/&gt;&lt;property id=&quot;20307&quot; value=&quot;274&quot;/&gt;&lt;/object&gt;&lt;object type=&quot;3&quot; unique_id=&quot;10016&quot;&gt;&lt;property id=&quot;20148&quot; value=&quot;5&quot;/&gt;&lt;property id=&quot;20300&quot; value=&quot;Slide 14&quot;/&gt;&lt;property id=&quot;20307&quot; value=&quot;275&quot;/&gt;&lt;/object&gt;&lt;object type=&quot;3&quot; unique_id=&quot;10017&quot;&gt;&lt;property id=&quot;20148&quot; value=&quot;5&quot;/&gt;&lt;property id=&quot;20300&quot; value=&quot;Slide 15&quot;/&gt;&lt;property id=&quot;20307&quot; value=&quot;276&quot;/&gt;&lt;/object&gt;&lt;object type=&quot;3&quot; unique_id=&quot;10018&quot;&gt;&lt;property id=&quot;20148&quot; value=&quot;5&quot;/&gt;&lt;property id=&quot;20300&quot; value=&quot;Slide 16&quot;/&gt;&lt;property id=&quot;20307&quot; value=&quot;277&quot;/&gt;&lt;/object&gt;&lt;object type=&quot;3&quot; unique_id=&quot;10019&quot;&gt;&lt;property id=&quot;20148&quot; value=&quot;5&quot;/&gt;&lt;property id=&quot;20300&quot; value=&quot;Slide 17&quot;/&gt;&lt;property id=&quot;20307&quot; value=&quot;271&quot;/&gt;&lt;/object&gt;&lt;object type=&quot;3&quot; unique_id=&quot;10020&quot;&gt;&lt;property id=&quot;20148&quot; value=&quot;5&quot;/&gt;&lt;property id=&quot;20300&quot; value=&quot;Slide 18&quot;/&gt;&lt;property id=&quot;20307&quot; value=&quot;278&quot;/&gt;&lt;/object&gt;&lt;object type=&quot;3&quot; unique_id=&quot;10021&quot;&gt;&lt;property id=&quot;20148&quot; value=&quot;5&quot;/&gt;&lt;property id=&quot;20300&quot; value=&quot;Slide 19&quot;/&gt;&lt;property id=&quot;20307&quot; value=&quot;279&quot;/&gt;&lt;/object&gt;&lt;object type=&quot;3&quot; unique_id=&quot;10022&quot;&gt;&lt;property id=&quot;20148&quot; value=&quot;5&quot;/&gt;&lt;property id=&quot;20300&quot; value=&quot;Slide 20&quot;/&gt;&lt;property id=&quot;20307&quot; value=&quot;272&quot;/&gt;&lt;/object&gt;&lt;object type=&quot;3&quot; unique_id=&quot;10023&quot;&gt;&lt;property id=&quot;20148&quot; value=&quot;5&quot;/&gt;&lt;property id=&quot;20300&quot; value=&quot;Slide 21&quot;/&gt;&lt;property id=&quot;20307&quot; value=&quot;273&quot;/&gt;&lt;/object&gt;&lt;object type=&quot;3&quot; unique_id=&quot;10024&quot;&gt;&lt;property id=&quot;20148&quot; value=&quot;5&quot;/&gt;&lt;property id=&quot;20300&quot; value=&quot;Slide 22&quot;/&gt;&lt;property id=&quot;20307&quot; value=&quot;268&quot;/&gt;&lt;/object&gt;&lt;object type=&quot;3&quot; unique_id=&quot;10025&quot;&gt;&lt;property id=&quot;20148&quot; value=&quot;5&quot;/&gt;&lt;property id=&quot;20300&quot; value=&quot;Slide 23&quot;/&gt;&lt;property id=&quot;20307&quot; value=&quot;280&quot;/&gt;&lt;/object&gt;&lt;object type=&quot;3&quot; unique_id=&quot;10026&quot;&gt;&lt;property id=&quot;20148&quot; value=&quot;5&quot;/&gt;&lt;property id=&quot;20300&quot; value=&quot;Slide 24&quot;/&gt;&lt;property id=&quot;20307&quot; value=&quot;281&quot;/&gt;&lt;/object&gt;&lt;object type=&quot;3&quot; unique_id=&quot;10027&quot;&gt;&lt;property id=&quot;20148&quot; value=&quot;5&quot;/&gt;&lt;property id=&quot;20300&quot; value=&quot;Slide 25&quot;/&gt;&lt;property id=&quot;20307&quot; value=&quot;282&quot;/&gt;&lt;/object&gt;&lt;/object&gt;&lt;object type=&quot;8&quot; unique_id=&quot;10056&quo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9Slide.vn</Template>
  <TotalTime>4323</TotalTime>
  <Words>2969</Words>
  <Application>Microsoft Office PowerPoint</Application>
  <PresentationFormat>Custom</PresentationFormat>
  <Paragraphs>578</Paragraphs>
  <Slides>46</Slides>
  <Notes>45</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2</vt:i4>
      </vt:variant>
      <vt:variant>
        <vt:lpstr>Slide Titles</vt:lpstr>
      </vt:variant>
      <vt:variant>
        <vt:i4>46</vt:i4>
      </vt:variant>
    </vt:vector>
  </HeadingPairs>
  <TitlesOfParts>
    <vt:vector size="62" baseType="lpstr">
      <vt:lpstr>Yu Gothic UI Semilight</vt:lpstr>
      <vt:lpstr>Arial</vt:lpstr>
      <vt:lpstr>Bahnschrift SemiBold SemiConden</vt:lpstr>
      <vt:lpstr>Baumans</vt:lpstr>
      <vt:lpstr>Calibri</vt:lpstr>
      <vt:lpstr>Calibri Light</vt:lpstr>
      <vt:lpstr>Cambria Math</vt:lpstr>
      <vt:lpstr>Cascadia Mono</vt:lpstr>
      <vt:lpstr>Tahoma</vt:lpstr>
      <vt:lpstr>Times New Roman</vt:lpstr>
      <vt:lpstr>Tomaho</vt:lpstr>
      <vt:lpstr>Wingdings</vt:lpstr>
      <vt:lpstr>Office Theme</vt:lpstr>
      <vt:lpstr>1_Office Theme</vt:lpstr>
      <vt:lpstr>Bitmap Image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9Slide.vn</dc:subject>
  <dc:creator>BINH</dc:creator>
  <dc:description>9Slide.vn</dc:description>
  <cp:lastModifiedBy>Admin</cp:lastModifiedBy>
  <cp:revision>375</cp:revision>
  <dcterms:created xsi:type="dcterms:W3CDTF">2013-08-31T11:42:51Z</dcterms:created>
  <dcterms:modified xsi:type="dcterms:W3CDTF">2022-08-28T07:52:53Z</dcterms:modified>
  <cp:category>9Slide.vn</cp:category>
</cp:coreProperties>
</file>