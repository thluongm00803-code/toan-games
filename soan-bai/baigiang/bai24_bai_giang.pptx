
<file path=[Content_Types].xml><?xml version="1.0" encoding="utf-8"?>
<Types xmlns="http://schemas.openxmlformats.org/package/2006/content-types">
  <Default Extension="jpg" ContentType="image/jpeg"/>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4" r:id="rId2"/>
  </p:sldMasterIdLst>
  <p:notesMasterIdLst>
    <p:notesMasterId r:id="rId41"/>
  </p:notesMasterIdLst>
  <p:sldIdLst>
    <p:sldId id="313" r:id="rId3"/>
    <p:sldId id="301" r:id="rId4"/>
    <p:sldId id="333" r:id="rId5"/>
    <p:sldId id="334" r:id="rId6"/>
    <p:sldId id="335" r:id="rId7"/>
    <p:sldId id="336" r:id="rId8"/>
    <p:sldId id="337" r:id="rId9"/>
    <p:sldId id="338" r:id="rId10"/>
    <p:sldId id="339" r:id="rId11"/>
    <p:sldId id="340" r:id="rId12"/>
    <p:sldId id="341" r:id="rId13"/>
    <p:sldId id="342" r:id="rId14"/>
    <p:sldId id="343" r:id="rId15"/>
    <p:sldId id="344" r:id="rId16"/>
    <p:sldId id="345" r:id="rId17"/>
    <p:sldId id="346" r:id="rId18"/>
    <p:sldId id="347" r:id="rId19"/>
    <p:sldId id="348" r:id="rId20"/>
    <p:sldId id="349" r:id="rId21"/>
    <p:sldId id="350" r:id="rId22"/>
    <p:sldId id="351" r:id="rId23"/>
    <p:sldId id="352" r:id="rId24"/>
    <p:sldId id="332" r:id="rId25"/>
    <p:sldId id="353" r:id="rId26"/>
    <p:sldId id="319" r:id="rId27"/>
    <p:sldId id="317" r:id="rId28"/>
    <p:sldId id="320" r:id="rId29"/>
    <p:sldId id="321" r:id="rId30"/>
    <p:sldId id="322" r:id="rId31"/>
    <p:sldId id="323" r:id="rId32"/>
    <p:sldId id="324" r:id="rId33"/>
    <p:sldId id="325" r:id="rId34"/>
    <p:sldId id="326" r:id="rId35"/>
    <p:sldId id="327" r:id="rId36"/>
    <p:sldId id="328" r:id="rId37"/>
    <p:sldId id="329" r:id="rId38"/>
    <p:sldId id="330" r:id="rId39"/>
    <p:sldId id="331" r:id="rId40"/>
  </p:sldIdLst>
  <p:sldSz cx="24384000" cy="13716000"/>
  <p:notesSz cx="6858000" cy="9144000"/>
  <p:custDataLst>
    <p:tags r:id="rId42"/>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E7F7FF"/>
    <a:srgbClr val="D6F7FE"/>
    <a:srgbClr val="EEF7E9"/>
    <a:srgbClr val="0000FF"/>
    <a:srgbClr val="135F82"/>
    <a:srgbClr val="FFFFFF"/>
    <a:srgbClr val="008000"/>
    <a:srgbClr val="242452"/>
    <a:srgbClr val="270F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72FB9A-64D6-4A46-8CD4-C4F2DAF66D0F}" v="181" dt="2022-03-24T17:50:55.958"/>
    <p1510:client id="{B0733B51-8933-4CFC-86D8-DC4427103EFC}" v="380" dt="2022-03-25T17:20:47.8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53" autoAdjust="0"/>
    <p:restoredTop sz="94139" autoAdjust="0"/>
  </p:normalViewPr>
  <p:slideViewPr>
    <p:cSldViewPr>
      <p:cViewPr varScale="1">
        <p:scale>
          <a:sx n="34" d="100"/>
          <a:sy n="34" d="100"/>
        </p:scale>
        <p:origin x="144" y="210"/>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notesMaster" Target="notesMasters/notesMaster1.xml"/><Relationship Id="rId42" Type="http://schemas.openxmlformats.org/officeDocument/2006/relationships/tags" Target="tags/tag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microsoft.com/office/2015/10/relationships/revisionInfo" Target="revisionInfo.xml"/><Relationship Id="rId4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ăn Cảnh" userId="3374c81b8f87d1d8" providerId="LiveId" clId="{B0733B51-8933-4CFC-86D8-DC4427103EFC}"/>
    <pc:docChg chg="undo redo custSel addSld delSld modSld">
      <pc:chgData name="Văn Cảnh" userId="3374c81b8f87d1d8" providerId="LiveId" clId="{B0733B51-8933-4CFC-86D8-DC4427103EFC}" dt="2022-03-25T17:20:47.869" v="1026" actId="123"/>
      <pc:docMkLst>
        <pc:docMk/>
      </pc:docMkLst>
      <pc:sldChg chg="addSp delSp modSp add del mod delAnim modAnim">
        <pc:chgData name="Văn Cảnh" userId="3374c81b8f87d1d8" providerId="LiveId" clId="{B0733B51-8933-4CFC-86D8-DC4427103EFC}" dt="2022-03-25T16:51:12.809" v="598" actId="47"/>
        <pc:sldMkLst>
          <pc:docMk/>
          <pc:sldMk cId="1781698903" sldId="315"/>
        </pc:sldMkLst>
        <pc:spChg chg="mod">
          <ac:chgData name="Văn Cảnh" userId="3374c81b8f87d1d8" providerId="LiveId" clId="{B0733B51-8933-4CFC-86D8-DC4427103EFC}" dt="2022-03-25T16:40:08.452" v="449"/>
          <ac:spMkLst>
            <pc:docMk/>
            <pc:sldMk cId="1781698903" sldId="315"/>
            <ac:spMk id="27" creationId="{5B0B0E51-1074-4D26-A80B-3EF901852252}"/>
          </ac:spMkLst>
        </pc:spChg>
        <pc:spChg chg="mod">
          <ac:chgData name="Văn Cảnh" userId="3374c81b8f87d1d8" providerId="LiveId" clId="{B0733B51-8933-4CFC-86D8-DC4427103EFC}" dt="2022-03-25T16:40:08.452" v="449"/>
          <ac:spMkLst>
            <pc:docMk/>
            <pc:sldMk cId="1781698903" sldId="315"/>
            <ac:spMk id="28" creationId="{B0712FE0-40A5-43DD-B73F-14E72E9EBAB6}"/>
          </ac:spMkLst>
        </pc:spChg>
        <pc:spChg chg="mod">
          <ac:chgData name="Văn Cảnh" userId="3374c81b8f87d1d8" providerId="LiveId" clId="{B0733B51-8933-4CFC-86D8-DC4427103EFC}" dt="2022-03-25T16:40:08.452" v="449"/>
          <ac:spMkLst>
            <pc:docMk/>
            <pc:sldMk cId="1781698903" sldId="315"/>
            <ac:spMk id="29" creationId="{DA56C028-88F3-4B20-A006-437755C0B830}"/>
          </ac:spMkLst>
        </pc:spChg>
        <pc:spChg chg="mod">
          <ac:chgData name="Văn Cảnh" userId="3374c81b8f87d1d8" providerId="LiveId" clId="{B0733B51-8933-4CFC-86D8-DC4427103EFC}" dt="2022-03-25T16:40:08.452" v="449"/>
          <ac:spMkLst>
            <pc:docMk/>
            <pc:sldMk cId="1781698903" sldId="315"/>
            <ac:spMk id="30" creationId="{E273F75D-9607-44A6-9449-27C03C22D773}"/>
          </ac:spMkLst>
        </pc:spChg>
        <pc:spChg chg="mod">
          <ac:chgData name="Văn Cảnh" userId="3374c81b8f87d1d8" providerId="LiveId" clId="{B0733B51-8933-4CFC-86D8-DC4427103EFC}" dt="2022-03-25T16:40:08.452" v="449"/>
          <ac:spMkLst>
            <pc:docMk/>
            <pc:sldMk cId="1781698903" sldId="315"/>
            <ac:spMk id="31" creationId="{96BBAE3D-7F23-4619-A42A-38ABE2165D68}"/>
          </ac:spMkLst>
        </pc:spChg>
        <pc:spChg chg="mod">
          <ac:chgData name="Văn Cảnh" userId="3374c81b8f87d1d8" providerId="LiveId" clId="{B0733B51-8933-4CFC-86D8-DC4427103EFC}" dt="2022-03-25T16:49:19.011" v="594" actId="20577"/>
          <ac:spMkLst>
            <pc:docMk/>
            <pc:sldMk cId="1781698903" sldId="315"/>
            <ac:spMk id="33" creationId="{36607E34-19CF-4937-B861-0200E210D46B}"/>
          </ac:spMkLst>
        </pc:spChg>
        <pc:spChg chg="mod">
          <ac:chgData name="Văn Cảnh" userId="3374c81b8f87d1d8" providerId="LiveId" clId="{B0733B51-8933-4CFC-86D8-DC4427103EFC}" dt="2022-03-25T16:40:19.811" v="451"/>
          <ac:spMkLst>
            <pc:docMk/>
            <pc:sldMk cId="1781698903" sldId="315"/>
            <ac:spMk id="41" creationId="{AE5A3EF5-874F-404D-BF33-E7FDBDF137AC}"/>
          </ac:spMkLst>
        </pc:spChg>
        <pc:spChg chg="mod">
          <ac:chgData name="Văn Cảnh" userId="3374c81b8f87d1d8" providerId="LiveId" clId="{B0733B51-8933-4CFC-86D8-DC4427103EFC}" dt="2022-03-25T16:40:19.811" v="451"/>
          <ac:spMkLst>
            <pc:docMk/>
            <pc:sldMk cId="1781698903" sldId="315"/>
            <ac:spMk id="42" creationId="{96261525-2FF1-4C48-B0D4-5A7F77EA5864}"/>
          </ac:spMkLst>
        </pc:spChg>
        <pc:spChg chg="mod">
          <ac:chgData name="Văn Cảnh" userId="3374c81b8f87d1d8" providerId="LiveId" clId="{B0733B51-8933-4CFC-86D8-DC4427103EFC}" dt="2022-03-25T16:40:19.811" v="451"/>
          <ac:spMkLst>
            <pc:docMk/>
            <pc:sldMk cId="1781698903" sldId="315"/>
            <ac:spMk id="43" creationId="{1E5025FB-AA81-4969-88D9-E0D070B0AC1E}"/>
          </ac:spMkLst>
        </pc:spChg>
        <pc:spChg chg="mod">
          <ac:chgData name="Văn Cảnh" userId="3374c81b8f87d1d8" providerId="LiveId" clId="{B0733B51-8933-4CFC-86D8-DC4427103EFC}" dt="2022-03-25T16:49:13.591" v="570" actId="20577"/>
          <ac:spMkLst>
            <pc:docMk/>
            <pc:sldMk cId="1781698903" sldId="315"/>
            <ac:spMk id="44" creationId="{85F2E283-0FDE-478C-9951-A3CF8B65136D}"/>
          </ac:spMkLst>
        </pc:spChg>
        <pc:grpChg chg="del">
          <ac:chgData name="Văn Cảnh" userId="3374c81b8f87d1d8" providerId="LiveId" clId="{B0733B51-8933-4CFC-86D8-DC4427103EFC}" dt="2022-03-25T16:40:07.356" v="448" actId="478"/>
          <ac:grpSpMkLst>
            <pc:docMk/>
            <pc:sldMk cId="1781698903" sldId="315"/>
            <ac:grpSpMk id="2" creationId="{2E29BFA7-E12A-4CBB-98F4-7D8BABA5D3DC}"/>
          </ac:grpSpMkLst>
        </pc:grpChg>
        <pc:grpChg chg="add del mod">
          <ac:chgData name="Văn Cảnh" userId="3374c81b8f87d1d8" providerId="LiveId" clId="{B0733B51-8933-4CFC-86D8-DC4427103EFC}" dt="2022-03-25T16:40:18.816" v="450" actId="478"/>
          <ac:grpSpMkLst>
            <pc:docMk/>
            <pc:sldMk cId="1781698903" sldId="315"/>
            <ac:grpSpMk id="26" creationId="{E66CEAFC-069E-4C6F-87A8-A68127840E05}"/>
          </ac:grpSpMkLst>
        </pc:grpChg>
        <pc:grpChg chg="add mod">
          <ac:chgData name="Văn Cảnh" userId="3374c81b8f87d1d8" providerId="LiveId" clId="{B0733B51-8933-4CFC-86D8-DC4427103EFC}" dt="2022-03-25T16:40:19.811" v="451"/>
          <ac:grpSpMkLst>
            <pc:docMk/>
            <pc:sldMk cId="1781698903" sldId="315"/>
            <ac:grpSpMk id="32" creationId="{FBC27C4F-784A-4FAB-8BA2-B9927AD589CF}"/>
          </ac:grpSpMkLst>
        </pc:grpChg>
      </pc:sldChg>
      <pc:sldChg chg="modSp">
        <pc:chgData name="Văn Cảnh" userId="3374c81b8f87d1d8" providerId="LiveId" clId="{B0733B51-8933-4CFC-86D8-DC4427103EFC}" dt="2022-03-25T17:20:37.241" v="1018" actId="123"/>
        <pc:sldMkLst>
          <pc:docMk/>
          <pc:sldMk cId="852108984" sldId="317"/>
        </pc:sldMkLst>
        <pc:spChg chg="mod">
          <ac:chgData name="Văn Cảnh" userId="3374c81b8f87d1d8" providerId="LiveId" clId="{B0733B51-8933-4CFC-86D8-DC4427103EFC}" dt="2022-03-25T17:20:37.241" v="1018" actId="123"/>
          <ac:spMkLst>
            <pc:docMk/>
            <pc:sldMk cId="852108984" sldId="317"/>
            <ac:spMk id="28" creationId="{A7825A4C-8E56-4B3F-91DB-B1AB695BEFF0}"/>
          </ac:spMkLst>
        </pc:spChg>
      </pc:sldChg>
      <pc:sldChg chg="modSp mod">
        <pc:chgData name="Văn Cảnh" userId="3374c81b8f87d1d8" providerId="LiveId" clId="{B0733B51-8933-4CFC-86D8-DC4427103EFC}" dt="2022-03-25T17:20:35.543" v="1017" actId="123"/>
        <pc:sldMkLst>
          <pc:docMk/>
          <pc:sldMk cId="1757226879" sldId="319"/>
        </pc:sldMkLst>
        <pc:spChg chg="mod">
          <ac:chgData name="Văn Cảnh" userId="3374c81b8f87d1d8" providerId="LiveId" clId="{B0733B51-8933-4CFC-86D8-DC4427103EFC}" dt="2022-03-25T17:20:35.543" v="1017" actId="123"/>
          <ac:spMkLst>
            <pc:docMk/>
            <pc:sldMk cId="1757226879" sldId="319"/>
            <ac:spMk id="27" creationId="{A2BA0B98-8392-4EA9-820D-3360EAB5C1D7}"/>
          </ac:spMkLst>
        </pc:spChg>
        <pc:spChg chg="mod">
          <ac:chgData name="Văn Cảnh" userId="3374c81b8f87d1d8" providerId="LiveId" clId="{B0733B51-8933-4CFC-86D8-DC4427103EFC}" dt="2022-03-25T17:20:34.904" v="1016" actId="123"/>
          <ac:spMkLst>
            <pc:docMk/>
            <pc:sldMk cId="1757226879" sldId="319"/>
            <ac:spMk id="42" creationId="{77A07A8C-0C66-46F5-9492-F3FF15272385}"/>
          </ac:spMkLst>
        </pc:spChg>
      </pc:sldChg>
      <pc:sldChg chg="modSp mod">
        <pc:chgData name="Văn Cảnh" userId="3374c81b8f87d1d8" providerId="LiveId" clId="{B0733B51-8933-4CFC-86D8-DC4427103EFC}" dt="2022-03-25T17:20:42.981" v="1022" actId="123"/>
        <pc:sldMkLst>
          <pc:docMk/>
          <pc:sldMk cId="2643823366" sldId="320"/>
        </pc:sldMkLst>
        <pc:spChg chg="mod">
          <ac:chgData name="Văn Cảnh" userId="3374c81b8f87d1d8" providerId="LiveId" clId="{B0733B51-8933-4CFC-86D8-DC4427103EFC}" dt="2022-03-25T17:20:42.981" v="1022" actId="123"/>
          <ac:spMkLst>
            <pc:docMk/>
            <pc:sldMk cId="2643823366" sldId="320"/>
            <ac:spMk id="26" creationId="{5E1B3A97-2DF2-4DCD-99DC-B5A87CD0B7E5}"/>
          </ac:spMkLst>
        </pc:spChg>
        <pc:spChg chg="mod">
          <ac:chgData name="Văn Cảnh" userId="3374c81b8f87d1d8" providerId="LiveId" clId="{B0733B51-8933-4CFC-86D8-DC4427103EFC}" dt="2022-03-25T17:20:40.346" v="1019" actId="123"/>
          <ac:spMkLst>
            <pc:docMk/>
            <pc:sldMk cId="2643823366" sldId="320"/>
            <ac:spMk id="50" creationId="{8D557157-96B9-48BA-A2E7-BFA278F98A25}"/>
          </ac:spMkLst>
        </pc:spChg>
      </pc:sldChg>
      <pc:sldChg chg="modSp mod">
        <pc:chgData name="Văn Cảnh" userId="3374c81b8f87d1d8" providerId="LiveId" clId="{B0733B51-8933-4CFC-86D8-DC4427103EFC}" dt="2022-03-25T17:20:45.334" v="1024" actId="123"/>
        <pc:sldMkLst>
          <pc:docMk/>
          <pc:sldMk cId="1180614153" sldId="321"/>
        </pc:sldMkLst>
        <pc:spChg chg="mod">
          <ac:chgData name="Văn Cảnh" userId="3374c81b8f87d1d8" providerId="LiveId" clId="{B0733B51-8933-4CFC-86D8-DC4427103EFC}" dt="2022-03-25T17:20:44.673" v="1023" actId="123"/>
          <ac:spMkLst>
            <pc:docMk/>
            <pc:sldMk cId="1180614153" sldId="321"/>
            <ac:spMk id="49" creationId="{999CB340-A16B-482F-A3FF-36F2BB116FA3}"/>
          </ac:spMkLst>
        </pc:spChg>
        <pc:spChg chg="mod">
          <ac:chgData name="Văn Cảnh" userId="3374c81b8f87d1d8" providerId="LiveId" clId="{B0733B51-8933-4CFC-86D8-DC4427103EFC}" dt="2022-03-25T17:20:45.334" v="1024" actId="123"/>
          <ac:spMkLst>
            <pc:docMk/>
            <pc:sldMk cId="1180614153" sldId="321"/>
            <ac:spMk id="50" creationId="{84491DCD-4096-46B2-AFB5-904AC9E6ED1D}"/>
          </ac:spMkLst>
        </pc:spChg>
      </pc:sldChg>
      <pc:sldChg chg="modSp">
        <pc:chgData name="Văn Cảnh" userId="3374c81b8f87d1d8" providerId="LiveId" clId="{B0733B51-8933-4CFC-86D8-DC4427103EFC}" dt="2022-03-25T17:20:47.869" v="1026" actId="123"/>
        <pc:sldMkLst>
          <pc:docMk/>
          <pc:sldMk cId="2450958446" sldId="322"/>
        </pc:sldMkLst>
        <pc:spChg chg="mod">
          <ac:chgData name="Văn Cảnh" userId="3374c81b8f87d1d8" providerId="LiveId" clId="{B0733B51-8933-4CFC-86D8-DC4427103EFC}" dt="2022-03-25T17:20:47.869" v="1026" actId="123"/>
          <ac:spMkLst>
            <pc:docMk/>
            <pc:sldMk cId="2450958446" sldId="322"/>
            <ac:spMk id="14" creationId="{20930986-2499-495F-9943-397183223A57}"/>
          </ac:spMkLst>
        </pc:spChg>
      </pc:sldChg>
      <pc:sldChg chg="modSp mod">
        <pc:chgData name="Văn Cảnh" userId="3374c81b8f87d1d8" providerId="LiveId" clId="{B0733B51-8933-4CFC-86D8-DC4427103EFC}" dt="2022-03-25T17:20:29.731" v="1013" actId="123"/>
        <pc:sldMkLst>
          <pc:docMk/>
          <pc:sldMk cId="2084403003" sldId="332"/>
        </pc:sldMkLst>
        <pc:spChg chg="mod">
          <ac:chgData name="Văn Cảnh" userId="3374c81b8f87d1d8" providerId="LiveId" clId="{B0733B51-8933-4CFC-86D8-DC4427103EFC}" dt="2022-03-25T17:20:27.562" v="1010" actId="123"/>
          <ac:spMkLst>
            <pc:docMk/>
            <pc:sldMk cId="2084403003" sldId="332"/>
            <ac:spMk id="3" creationId="{E5C8CF20-A188-40A3-A095-8424A5327F85}"/>
          </ac:spMkLst>
        </pc:spChg>
        <pc:spChg chg="mod">
          <ac:chgData name="Văn Cảnh" userId="3374c81b8f87d1d8" providerId="LiveId" clId="{B0733B51-8933-4CFC-86D8-DC4427103EFC}" dt="2022-03-25T17:20:28.756" v="1012" actId="123"/>
          <ac:spMkLst>
            <pc:docMk/>
            <pc:sldMk cId="2084403003" sldId="332"/>
            <ac:spMk id="24" creationId="{BA820F67-58D8-4644-8FFA-523A9B7B88A6}"/>
          </ac:spMkLst>
        </pc:spChg>
        <pc:spChg chg="mod">
          <ac:chgData name="Văn Cảnh" userId="3374c81b8f87d1d8" providerId="LiveId" clId="{B0733B51-8933-4CFC-86D8-DC4427103EFC}" dt="2022-03-25T17:20:29.731" v="1013" actId="123"/>
          <ac:spMkLst>
            <pc:docMk/>
            <pc:sldMk cId="2084403003" sldId="332"/>
            <ac:spMk id="25" creationId="{35C77573-004B-47AB-A06D-169C5ED317A4}"/>
          </ac:spMkLst>
        </pc:spChg>
      </pc:sldChg>
      <pc:sldChg chg="modSp">
        <pc:chgData name="Văn Cảnh" userId="3374c81b8f87d1d8" providerId="LiveId" clId="{B0733B51-8933-4CFC-86D8-DC4427103EFC}" dt="2022-03-25T16:18:17.221" v="229" actId="255"/>
        <pc:sldMkLst>
          <pc:docMk/>
          <pc:sldMk cId="3323963086" sldId="333"/>
        </pc:sldMkLst>
        <pc:spChg chg="mod">
          <ac:chgData name="Văn Cảnh" userId="3374c81b8f87d1d8" providerId="LiveId" clId="{B0733B51-8933-4CFC-86D8-DC4427103EFC}" dt="2022-03-25T16:18:17.221" v="229" actId="255"/>
          <ac:spMkLst>
            <pc:docMk/>
            <pc:sldMk cId="3323963086" sldId="333"/>
            <ac:spMk id="3" creationId="{E5C8CF20-A188-40A3-A095-8424A5327F85}"/>
          </ac:spMkLst>
        </pc:spChg>
      </pc:sldChg>
      <pc:sldChg chg="addSp delSp modSp mod modAnim">
        <pc:chgData name="Văn Cảnh" userId="3374c81b8f87d1d8" providerId="LiveId" clId="{B0733B51-8933-4CFC-86D8-DC4427103EFC}" dt="2022-03-25T17:18:57.634" v="959" actId="123"/>
        <pc:sldMkLst>
          <pc:docMk/>
          <pc:sldMk cId="865952264" sldId="334"/>
        </pc:sldMkLst>
        <pc:spChg chg="mod">
          <ac:chgData name="Văn Cảnh" userId="3374c81b8f87d1d8" providerId="LiveId" clId="{B0733B51-8933-4CFC-86D8-DC4427103EFC}" dt="2022-03-25T17:18:57.161" v="958" actId="123"/>
          <ac:spMkLst>
            <pc:docMk/>
            <pc:sldMk cId="865952264" sldId="334"/>
            <ac:spMk id="44" creationId="{1A04E56E-94E6-4E9A-83AE-5A713E7E6A56}"/>
          </ac:spMkLst>
        </pc:spChg>
        <pc:spChg chg="mod">
          <ac:chgData name="Văn Cảnh" userId="3374c81b8f87d1d8" providerId="LiveId" clId="{B0733B51-8933-4CFC-86D8-DC4427103EFC}" dt="2022-03-25T16:36:44.103" v="433" actId="165"/>
          <ac:spMkLst>
            <pc:docMk/>
            <pc:sldMk cId="865952264" sldId="334"/>
            <ac:spMk id="47" creationId="{231EFF96-6FDB-45EC-AA38-13F6AC1C047C}"/>
          </ac:spMkLst>
        </pc:spChg>
        <pc:spChg chg="mod">
          <ac:chgData name="Văn Cảnh" userId="3374c81b8f87d1d8" providerId="LiveId" clId="{B0733B51-8933-4CFC-86D8-DC4427103EFC}" dt="2022-03-25T16:36:44.103" v="433" actId="165"/>
          <ac:spMkLst>
            <pc:docMk/>
            <pc:sldMk cId="865952264" sldId="334"/>
            <ac:spMk id="48" creationId="{936EA72D-2CC4-4FC5-A11E-C93F82164CDE}"/>
          </ac:spMkLst>
        </pc:spChg>
        <pc:spChg chg="mod">
          <ac:chgData name="Văn Cảnh" userId="3374c81b8f87d1d8" providerId="LiveId" clId="{B0733B51-8933-4CFC-86D8-DC4427103EFC}" dt="2022-03-25T16:36:44.103" v="433" actId="165"/>
          <ac:spMkLst>
            <pc:docMk/>
            <pc:sldMk cId="865952264" sldId="334"/>
            <ac:spMk id="49" creationId="{2F00DEC8-5534-408B-8297-6F5E064EB7A3}"/>
          </ac:spMkLst>
        </pc:spChg>
        <pc:spChg chg="mod">
          <ac:chgData name="Văn Cảnh" userId="3374c81b8f87d1d8" providerId="LiveId" clId="{B0733B51-8933-4CFC-86D8-DC4427103EFC}" dt="2022-03-25T16:36:44.103" v="433" actId="165"/>
          <ac:spMkLst>
            <pc:docMk/>
            <pc:sldMk cId="865952264" sldId="334"/>
            <ac:spMk id="50" creationId="{B2BB3821-36E1-4185-B02D-6219F83C257B}"/>
          </ac:spMkLst>
        </pc:spChg>
        <pc:spChg chg="mod">
          <ac:chgData name="Văn Cảnh" userId="3374c81b8f87d1d8" providerId="LiveId" clId="{B0733B51-8933-4CFC-86D8-DC4427103EFC}" dt="2022-03-25T16:36:44.103" v="433" actId="165"/>
          <ac:spMkLst>
            <pc:docMk/>
            <pc:sldMk cId="865952264" sldId="334"/>
            <ac:spMk id="59" creationId="{7A1BC79F-E2C8-4C7C-84BA-DEB51F95102C}"/>
          </ac:spMkLst>
        </pc:spChg>
        <pc:spChg chg="mod topLvl">
          <ac:chgData name="Văn Cảnh" userId="3374c81b8f87d1d8" providerId="LiveId" clId="{B0733B51-8933-4CFC-86D8-DC4427103EFC}" dt="2022-03-25T16:36:52.851" v="435" actId="164"/>
          <ac:spMkLst>
            <pc:docMk/>
            <pc:sldMk cId="865952264" sldId="334"/>
            <ac:spMk id="72" creationId="{E0DF60D7-D16D-4130-8240-C5B4ED3B3931}"/>
          </ac:spMkLst>
        </pc:spChg>
        <pc:spChg chg="mod">
          <ac:chgData name="Văn Cảnh" userId="3374c81b8f87d1d8" providerId="LiveId" clId="{B0733B51-8933-4CFC-86D8-DC4427103EFC}" dt="2022-03-25T17:18:57.634" v="959" actId="123"/>
          <ac:spMkLst>
            <pc:docMk/>
            <pc:sldMk cId="865952264" sldId="334"/>
            <ac:spMk id="74" creationId="{A6C470C3-8BC0-41D7-85C3-6BF08CB76404}"/>
          </ac:spMkLst>
        </pc:spChg>
        <pc:grpChg chg="add mod">
          <ac:chgData name="Văn Cảnh" userId="3374c81b8f87d1d8" providerId="LiveId" clId="{B0733B51-8933-4CFC-86D8-DC4427103EFC}" dt="2022-03-25T16:36:52.851" v="435" actId="164"/>
          <ac:grpSpMkLst>
            <pc:docMk/>
            <pc:sldMk cId="865952264" sldId="334"/>
            <ac:grpSpMk id="3" creationId="{B4A18748-8EE5-49A7-A5B7-9EB01B49D0A0}"/>
          </ac:grpSpMkLst>
        </pc:grpChg>
        <pc:grpChg chg="del">
          <ac:chgData name="Văn Cảnh" userId="3374c81b8f87d1d8" providerId="LiveId" clId="{B0733B51-8933-4CFC-86D8-DC4427103EFC}" dt="2022-03-25T16:36:44.103" v="433" actId="165"/>
          <ac:grpSpMkLst>
            <pc:docMk/>
            <pc:sldMk cId="865952264" sldId="334"/>
            <ac:grpSpMk id="10" creationId="{248A0534-14F9-4423-8FC2-413214AB101B}"/>
          </ac:grpSpMkLst>
        </pc:grpChg>
        <pc:grpChg chg="mod topLvl">
          <ac:chgData name="Văn Cảnh" userId="3374c81b8f87d1d8" providerId="LiveId" clId="{B0733B51-8933-4CFC-86D8-DC4427103EFC}" dt="2022-03-25T16:36:52.851" v="435" actId="164"/>
          <ac:grpSpMkLst>
            <pc:docMk/>
            <pc:sldMk cId="865952264" sldId="334"/>
            <ac:grpSpMk id="45" creationId="{4E6D5532-96B9-4E24-AFEE-80769DB2B44B}"/>
          </ac:grpSpMkLst>
        </pc:grpChg>
        <pc:grpChg chg="mod">
          <ac:chgData name="Văn Cảnh" userId="3374c81b8f87d1d8" providerId="LiveId" clId="{B0733B51-8933-4CFC-86D8-DC4427103EFC}" dt="2022-03-25T16:36:44.103" v="433" actId="165"/>
          <ac:grpSpMkLst>
            <pc:docMk/>
            <pc:sldMk cId="865952264" sldId="334"/>
            <ac:grpSpMk id="46" creationId="{2D5041F0-3D20-4C63-837F-2E7C92B14989}"/>
          </ac:grpSpMkLst>
        </pc:grpChg>
        <pc:grpChg chg="mod">
          <ac:chgData name="Văn Cảnh" userId="3374c81b8f87d1d8" providerId="LiveId" clId="{B0733B51-8933-4CFC-86D8-DC4427103EFC}" dt="2022-03-25T16:01:52.254" v="48" actId="14100"/>
          <ac:grpSpMkLst>
            <pc:docMk/>
            <pc:sldMk cId="865952264" sldId="334"/>
            <ac:grpSpMk id="73" creationId="{4AF817D0-6A59-494C-85BC-EC23C8516691}"/>
          </ac:grpSpMkLst>
        </pc:grpChg>
        <pc:picChg chg="mod">
          <ac:chgData name="Văn Cảnh" userId="3374c81b8f87d1d8" providerId="LiveId" clId="{B0733B51-8933-4CFC-86D8-DC4427103EFC}" dt="2022-03-25T16:18:36.030" v="231" actId="1076"/>
          <ac:picMkLst>
            <pc:docMk/>
            <pc:sldMk cId="865952264" sldId="334"/>
            <ac:picMk id="71" creationId="{C548FFD8-02B2-4C40-A4F0-FF65A4B22B80}"/>
          </ac:picMkLst>
        </pc:picChg>
      </pc:sldChg>
      <pc:sldChg chg="addSp delSp modSp mod">
        <pc:chgData name="Văn Cảnh" userId="3374c81b8f87d1d8" providerId="LiveId" clId="{B0733B51-8933-4CFC-86D8-DC4427103EFC}" dt="2022-03-25T17:19:00.314" v="961" actId="123"/>
        <pc:sldMkLst>
          <pc:docMk/>
          <pc:sldMk cId="2366783613" sldId="335"/>
        </pc:sldMkLst>
        <pc:spChg chg="mod">
          <ac:chgData name="Văn Cảnh" userId="3374c81b8f87d1d8" providerId="LiveId" clId="{B0733B51-8933-4CFC-86D8-DC4427103EFC}" dt="2022-03-25T16:36:57.612" v="437"/>
          <ac:spMkLst>
            <pc:docMk/>
            <pc:sldMk cId="2366783613" sldId="335"/>
            <ac:spMk id="28" creationId="{C59D410B-35E1-4A26-8323-70876DA10677}"/>
          </ac:spMkLst>
        </pc:spChg>
        <pc:spChg chg="mod">
          <ac:chgData name="Văn Cảnh" userId="3374c81b8f87d1d8" providerId="LiveId" clId="{B0733B51-8933-4CFC-86D8-DC4427103EFC}" dt="2022-03-25T16:36:57.612" v="437"/>
          <ac:spMkLst>
            <pc:docMk/>
            <pc:sldMk cId="2366783613" sldId="335"/>
            <ac:spMk id="31" creationId="{D8AED691-2BAE-47F5-8AEB-72A4A5FAB6AA}"/>
          </ac:spMkLst>
        </pc:spChg>
        <pc:spChg chg="mod">
          <ac:chgData name="Văn Cảnh" userId="3374c81b8f87d1d8" providerId="LiveId" clId="{B0733B51-8933-4CFC-86D8-DC4427103EFC}" dt="2022-03-25T16:36:57.612" v="437"/>
          <ac:spMkLst>
            <pc:docMk/>
            <pc:sldMk cId="2366783613" sldId="335"/>
            <ac:spMk id="32" creationId="{CFBD15F2-DE98-406E-90F5-D8AE1EE8C7E2}"/>
          </ac:spMkLst>
        </pc:spChg>
        <pc:spChg chg="mod">
          <ac:chgData name="Văn Cảnh" userId="3374c81b8f87d1d8" providerId="LiveId" clId="{B0733B51-8933-4CFC-86D8-DC4427103EFC}" dt="2022-03-25T17:18:10.099" v="951" actId="1035"/>
          <ac:spMkLst>
            <pc:docMk/>
            <pc:sldMk cId="2366783613" sldId="335"/>
            <ac:spMk id="33" creationId="{71D3D19F-35E7-4708-9DF9-142726E9C86E}"/>
          </ac:spMkLst>
        </pc:spChg>
        <pc:spChg chg="mod">
          <ac:chgData name="Văn Cảnh" userId="3374c81b8f87d1d8" providerId="LiveId" clId="{B0733B51-8933-4CFC-86D8-DC4427103EFC}" dt="2022-03-25T16:36:57.612" v="437"/>
          <ac:spMkLst>
            <pc:docMk/>
            <pc:sldMk cId="2366783613" sldId="335"/>
            <ac:spMk id="34" creationId="{A06DFB6C-44D4-42B5-9688-F05B32AD1C19}"/>
          </ac:spMkLst>
        </pc:spChg>
        <pc:spChg chg="mod">
          <ac:chgData name="Văn Cảnh" userId="3374c81b8f87d1d8" providerId="LiveId" clId="{B0733B51-8933-4CFC-86D8-DC4427103EFC}" dt="2022-03-25T17:18:10.099" v="951" actId="1035"/>
          <ac:spMkLst>
            <pc:docMk/>
            <pc:sldMk cId="2366783613" sldId="335"/>
            <ac:spMk id="35" creationId="{C40F019E-446E-40F6-BAC5-FFC6BA00BFE4}"/>
          </ac:spMkLst>
        </pc:spChg>
        <pc:spChg chg="mod ord">
          <ac:chgData name="Văn Cảnh" userId="3374c81b8f87d1d8" providerId="LiveId" clId="{B0733B51-8933-4CFC-86D8-DC4427103EFC}" dt="2022-03-25T17:17:57.929" v="949" actId="1036"/>
          <ac:spMkLst>
            <pc:docMk/>
            <pc:sldMk cId="2366783613" sldId="335"/>
            <ac:spMk id="82" creationId="{80776566-E98C-4E3A-8234-F7C108AEFAC6}"/>
          </ac:spMkLst>
        </pc:spChg>
        <pc:spChg chg="mod">
          <ac:chgData name="Văn Cảnh" userId="3374c81b8f87d1d8" providerId="LiveId" clId="{B0733B51-8933-4CFC-86D8-DC4427103EFC}" dt="2022-03-25T17:19:00.314" v="961" actId="123"/>
          <ac:spMkLst>
            <pc:docMk/>
            <pc:sldMk cId="2366783613" sldId="335"/>
            <ac:spMk id="83" creationId="{3DD30A3B-E42E-4A1F-8AB9-53C0308D9766}"/>
          </ac:spMkLst>
        </pc:spChg>
        <pc:grpChg chg="add mod ord">
          <ac:chgData name="Văn Cảnh" userId="3374c81b8f87d1d8" providerId="LiveId" clId="{B0733B51-8933-4CFC-86D8-DC4427103EFC}" dt="2022-03-25T16:37:00.286" v="438" actId="167"/>
          <ac:grpSpMkLst>
            <pc:docMk/>
            <pc:sldMk cId="2366783613" sldId="335"/>
            <ac:grpSpMk id="27" creationId="{EB4182A7-1FDA-4E02-8F4E-C7FB717E2595}"/>
          </ac:grpSpMkLst>
        </pc:grpChg>
        <pc:grpChg chg="mod">
          <ac:chgData name="Văn Cảnh" userId="3374c81b8f87d1d8" providerId="LiveId" clId="{B0733B51-8933-4CFC-86D8-DC4427103EFC}" dt="2022-03-25T16:36:57.612" v="437"/>
          <ac:grpSpMkLst>
            <pc:docMk/>
            <pc:sldMk cId="2366783613" sldId="335"/>
            <ac:grpSpMk id="29" creationId="{249606CF-80BE-441C-872D-705DB9B83BF7}"/>
          </ac:grpSpMkLst>
        </pc:grpChg>
        <pc:grpChg chg="mod">
          <ac:chgData name="Văn Cảnh" userId="3374c81b8f87d1d8" providerId="LiveId" clId="{B0733B51-8933-4CFC-86D8-DC4427103EFC}" dt="2022-03-25T16:36:57.612" v="437"/>
          <ac:grpSpMkLst>
            <pc:docMk/>
            <pc:sldMk cId="2366783613" sldId="335"/>
            <ac:grpSpMk id="30" creationId="{4FD05A81-8750-45E4-9721-09E961239585}"/>
          </ac:grpSpMkLst>
        </pc:grpChg>
        <pc:grpChg chg="del">
          <ac:chgData name="Văn Cảnh" userId="3374c81b8f87d1d8" providerId="LiveId" clId="{B0733B51-8933-4CFC-86D8-DC4427103EFC}" dt="2022-03-25T16:36:56.769" v="436" actId="478"/>
          <ac:grpSpMkLst>
            <pc:docMk/>
            <pc:sldMk cId="2366783613" sldId="335"/>
            <ac:grpSpMk id="55" creationId="{752536D1-7643-4731-B685-1F5A52103C6D}"/>
          </ac:grpSpMkLst>
        </pc:grpChg>
      </pc:sldChg>
      <pc:sldChg chg="addSp delSp modSp mod modAnim">
        <pc:chgData name="Văn Cảnh" userId="3374c81b8f87d1d8" providerId="LiveId" clId="{B0733B51-8933-4CFC-86D8-DC4427103EFC}" dt="2022-03-25T17:19:03.612" v="965" actId="123"/>
        <pc:sldMkLst>
          <pc:docMk/>
          <pc:sldMk cId="3235562862" sldId="336"/>
        </pc:sldMkLst>
        <pc:spChg chg="mod">
          <ac:chgData name="Văn Cảnh" userId="3374c81b8f87d1d8" providerId="LiveId" clId="{B0733B51-8933-4CFC-86D8-DC4427103EFC}" dt="2022-03-25T16:37:09.811" v="440"/>
          <ac:spMkLst>
            <pc:docMk/>
            <pc:sldMk cId="3235562862" sldId="336"/>
            <ac:spMk id="30" creationId="{4037BF9A-D324-47A1-B18F-4B8EBD779EB2}"/>
          </ac:spMkLst>
        </pc:spChg>
        <pc:spChg chg="mod">
          <ac:chgData name="Văn Cảnh" userId="3374c81b8f87d1d8" providerId="LiveId" clId="{B0733B51-8933-4CFC-86D8-DC4427103EFC}" dt="2022-03-25T16:37:09.811" v="440"/>
          <ac:spMkLst>
            <pc:docMk/>
            <pc:sldMk cId="3235562862" sldId="336"/>
            <ac:spMk id="33" creationId="{72040C5E-0C22-4C9E-8AD8-295701E88EAA}"/>
          </ac:spMkLst>
        </pc:spChg>
        <pc:spChg chg="mod">
          <ac:chgData name="Văn Cảnh" userId="3374c81b8f87d1d8" providerId="LiveId" clId="{B0733B51-8933-4CFC-86D8-DC4427103EFC}" dt="2022-03-25T16:37:09.811" v="440"/>
          <ac:spMkLst>
            <pc:docMk/>
            <pc:sldMk cId="3235562862" sldId="336"/>
            <ac:spMk id="34" creationId="{CD16E270-5947-44E1-923D-9AE8BB758D79}"/>
          </ac:spMkLst>
        </pc:spChg>
        <pc:spChg chg="mod">
          <ac:chgData name="Văn Cảnh" userId="3374c81b8f87d1d8" providerId="LiveId" clId="{B0733B51-8933-4CFC-86D8-DC4427103EFC}" dt="2022-03-25T16:37:09.811" v="440"/>
          <ac:spMkLst>
            <pc:docMk/>
            <pc:sldMk cId="3235562862" sldId="336"/>
            <ac:spMk id="35" creationId="{4EC17F32-748E-4304-A529-DDB3C7D629BC}"/>
          </ac:spMkLst>
        </pc:spChg>
        <pc:spChg chg="mod">
          <ac:chgData name="Văn Cảnh" userId="3374c81b8f87d1d8" providerId="LiveId" clId="{B0733B51-8933-4CFC-86D8-DC4427103EFC}" dt="2022-03-25T16:37:09.811" v="440"/>
          <ac:spMkLst>
            <pc:docMk/>
            <pc:sldMk cId="3235562862" sldId="336"/>
            <ac:spMk id="36" creationId="{E818F19F-C9C4-4E3D-8C89-107CE62D08DA}"/>
          </ac:spMkLst>
        </pc:spChg>
        <pc:spChg chg="mod">
          <ac:chgData name="Văn Cảnh" userId="3374c81b8f87d1d8" providerId="LiveId" clId="{B0733B51-8933-4CFC-86D8-DC4427103EFC}" dt="2022-03-25T16:37:09.811" v="440"/>
          <ac:spMkLst>
            <pc:docMk/>
            <pc:sldMk cId="3235562862" sldId="336"/>
            <ac:spMk id="37" creationId="{FD7479BF-2AE9-4B49-9A1B-25E01781F177}"/>
          </ac:spMkLst>
        </pc:spChg>
        <pc:spChg chg="mod">
          <ac:chgData name="Văn Cảnh" userId="3374c81b8f87d1d8" providerId="LiveId" clId="{B0733B51-8933-4CFC-86D8-DC4427103EFC}" dt="2022-03-25T17:19:03.066" v="964" actId="123"/>
          <ac:spMkLst>
            <pc:docMk/>
            <pc:sldMk cId="3235562862" sldId="336"/>
            <ac:spMk id="82" creationId="{80776566-E98C-4E3A-8234-F7C108AEFAC6}"/>
          </ac:spMkLst>
        </pc:spChg>
        <pc:spChg chg="mod">
          <ac:chgData name="Văn Cảnh" userId="3374c81b8f87d1d8" providerId="LiveId" clId="{B0733B51-8933-4CFC-86D8-DC4427103EFC}" dt="2022-03-25T17:19:03.612" v="965" actId="123"/>
          <ac:spMkLst>
            <pc:docMk/>
            <pc:sldMk cId="3235562862" sldId="336"/>
            <ac:spMk id="83" creationId="{3DD30A3B-E42E-4A1F-8AB9-53C0308D9766}"/>
          </ac:spMkLst>
        </pc:spChg>
        <pc:grpChg chg="add mod ord">
          <ac:chgData name="Văn Cảnh" userId="3374c81b8f87d1d8" providerId="LiveId" clId="{B0733B51-8933-4CFC-86D8-DC4427103EFC}" dt="2022-03-25T16:37:11.965" v="441" actId="167"/>
          <ac:grpSpMkLst>
            <pc:docMk/>
            <pc:sldMk cId="3235562862" sldId="336"/>
            <ac:grpSpMk id="28" creationId="{754CC7F0-0729-4189-90CF-146627880041}"/>
          </ac:grpSpMkLst>
        </pc:grpChg>
        <pc:grpChg chg="mod">
          <ac:chgData name="Văn Cảnh" userId="3374c81b8f87d1d8" providerId="LiveId" clId="{B0733B51-8933-4CFC-86D8-DC4427103EFC}" dt="2022-03-25T16:37:09.811" v="440"/>
          <ac:grpSpMkLst>
            <pc:docMk/>
            <pc:sldMk cId="3235562862" sldId="336"/>
            <ac:grpSpMk id="31" creationId="{6B191E70-EDEC-4D43-84C8-05AC9BB98041}"/>
          </ac:grpSpMkLst>
        </pc:grpChg>
        <pc:grpChg chg="mod">
          <ac:chgData name="Văn Cảnh" userId="3374c81b8f87d1d8" providerId="LiveId" clId="{B0733B51-8933-4CFC-86D8-DC4427103EFC}" dt="2022-03-25T16:37:09.811" v="440"/>
          <ac:grpSpMkLst>
            <pc:docMk/>
            <pc:sldMk cId="3235562862" sldId="336"/>
            <ac:grpSpMk id="32" creationId="{15B23649-3D01-4DE4-B377-62CA31C7C6C6}"/>
          </ac:grpSpMkLst>
        </pc:grpChg>
        <pc:grpChg chg="del mod">
          <ac:chgData name="Văn Cảnh" userId="3374c81b8f87d1d8" providerId="LiveId" clId="{B0733B51-8933-4CFC-86D8-DC4427103EFC}" dt="2022-03-25T16:37:08.903" v="439" actId="478"/>
          <ac:grpSpMkLst>
            <pc:docMk/>
            <pc:sldMk cId="3235562862" sldId="336"/>
            <ac:grpSpMk id="55" creationId="{752536D1-7643-4731-B685-1F5A52103C6D}"/>
          </ac:grpSpMkLst>
        </pc:grpChg>
      </pc:sldChg>
      <pc:sldChg chg="modSp">
        <pc:chgData name="Văn Cảnh" userId="3374c81b8f87d1d8" providerId="LiveId" clId="{B0733B51-8933-4CFC-86D8-DC4427103EFC}" dt="2022-03-25T17:19:09.332" v="968" actId="123"/>
        <pc:sldMkLst>
          <pc:docMk/>
          <pc:sldMk cId="4220686012" sldId="337"/>
        </pc:sldMkLst>
        <pc:spChg chg="mod">
          <ac:chgData name="Văn Cảnh" userId="3374c81b8f87d1d8" providerId="LiveId" clId="{B0733B51-8933-4CFC-86D8-DC4427103EFC}" dt="2022-03-25T16:20:09.151" v="244" actId="255"/>
          <ac:spMkLst>
            <pc:docMk/>
            <pc:sldMk cId="4220686012" sldId="337"/>
            <ac:spMk id="30" creationId="{B2D9CEB9-9E7D-4A97-A94D-2F3FDD715BC7}"/>
          </ac:spMkLst>
        </pc:spChg>
        <pc:spChg chg="mod">
          <ac:chgData name="Văn Cảnh" userId="3374c81b8f87d1d8" providerId="LiveId" clId="{B0733B51-8933-4CFC-86D8-DC4427103EFC}" dt="2022-03-25T17:19:07.920" v="967" actId="123"/>
          <ac:spMkLst>
            <pc:docMk/>
            <pc:sldMk cId="4220686012" sldId="337"/>
            <ac:spMk id="32" creationId="{2A9EDD5C-FD97-44BB-836A-3EFB3ACACA4E}"/>
          </ac:spMkLst>
        </pc:spChg>
        <pc:spChg chg="mod">
          <ac:chgData name="Văn Cảnh" userId="3374c81b8f87d1d8" providerId="LiveId" clId="{B0733B51-8933-4CFC-86D8-DC4427103EFC}" dt="2022-03-25T17:19:09.332" v="968" actId="123"/>
          <ac:spMkLst>
            <pc:docMk/>
            <pc:sldMk cId="4220686012" sldId="337"/>
            <ac:spMk id="44" creationId="{A406AC78-55FF-41CB-A021-646F0639FB30}"/>
          </ac:spMkLst>
        </pc:spChg>
      </pc:sldChg>
      <pc:sldChg chg="addSp delSp modSp mod">
        <pc:chgData name="Văn Cảnh" userId="3374c81b8f87d1d8" providerId="LiveId" clId="{B0733B51-8933-4CFC-86D8-DC4427103EFC}" dt="2022-03-25T17:19:12.608" v="970" actId="123"/>
        <pc:sldMkLst>
          <pc:docMk/>
          <pc:sldMk cId="1907991471" sldId="338"/>
        </pc:sldMkLst>
        <pc:spChg chg="mod">
          <ac:chgData name="Văn Cảnh" userId="3374c81b8f87d1d8" providerId="LiveId" clId="{B0733B51-8933-4CFC-86D8-DC4427103EFC}" dt="2022-03-25T17:19:12.608" v="970" actId="123"/>
          <ac:spMkLst>
            <pc:docMk/>
            <pc:sldMk cId="1907991471" sldId="338"/>
            <ac:spMk id="3" creationId="{E5C8CF20-A188-40A3-A095-8424A5327F85}"/>
          </ac:spMkLst>
        </pc:spChg>
        <pc:spChg chg="mod">
          <ac:chgData name="Văn Cảnh" userId="3374c81b8f87d1d8" providerId="LiveId" clId="{B0733B51-8933-4CFC-86D8-DC4427103EFC}" dt="2022-03-25T17:19:11.617" v="969" actId="123"/>
          <ac:spMkLst>
            <pc:docMk/>
            <pc:sldMk cId="1907991471" sldId="338"/>
            <ac:spMk id="25" creationId="{35C77573-004B-47AB-A06D-169C5ED317A4}"/>
          </ac:spMkLst>
        </pc:spChg>
        <pc:spChg chg="mod">
          <ac:chgData name="Văn Cảnh" userId="3374c81b8f87d1d8" providerId="LiveId" clId="{B0733B51-8933-4CFC-86D8-DC4427103EFC}" dt="2022-03-25T16:39:29.500" v="445"/>
          <ac:spMkLst>
            <pc:docMk/>
            <pc:sldMk cId="1907991471" sldId="338"/>
            <ac:spMk id="27" creationId="{C6C1A19A-00E2-4102-A8E7-1AB9E4B24915}"/>
          </ac:spMkLst>
        </pc:spChg>
        <pc:spChg chg="mod">
          <ac:chgData name="Văn Cảnh" userId="3374c81b8f87d1d8" providerId="LiveId" clId="{B0733B51-8933-4CFC-86D8-DC4427103EFC}" dt="2022-03-25T16:39:29.500" v="445"/>
          <ac:spMkLst>
            <pc:docMk/>
            <pc:sldMk cId="1907991471" sldId="338"/>
            <ac:spMk id="28" creationId="{4DC256E0-60D7-4C4B-8270-3CDCA91FC224}"/>
          </ac:spMkLst>
        </pc:spChg>
        <pc:spChg chg="mod">
          <ac:chgData name="Văn Cảnh" userId="3374c81b8f87d1d8" providerId="LiveId" clId="{B0733B51-8933-4CFC-86D8-DC4427103EFC}" dt="2022-03-25T16:39:29.500" v="445"/>
          <ac:spMkLst>
            <pc:docMk/>
            <pc:sldMk cId="1907991471" sldId="338"/>
            <ac:spMk id="29" creationId="{5148CFE6-33BB-4CA1-93CA-B158FB84C6C1}"/>
          </ac:spMkLst>
        </pc:spChg>
        <pc:spChg chg="mod">
          <ac:chgData name="Văn Cảnh" userId="3374c81b8f87d1d8" providerId="LiveId" clId="{B0733B51-8933-4CFC-86D8-DC4427103EFC}" dt="2022-03-25T16:39:29.500" v="445"/>
          <ac:spMkLst>
            <pc:docMk/>
            <pc:sldMk cId="1907991471" sldId="338"/>
            <ac:spMk id="30" creationId="{6F6F0AD8-B957-4B80-B294-C6AB2C83A47B}"/>
          </ac:spMkLst>
        </pc:spChg>
        <pc:spChg chg="mod">
          <ac:chgData name="Văn Cảnh" userId="3374c81b8f87d1d8" providerId="LiveId" clId="{B0733B51-8933-4CFC-86D8-DC4427103EFC}" dt="2022-03-25T16:39:29.500" v="445"/>
          <ac:spMkLst>
            <pc:docMk/>
            <pc:sldMk cId="1907991471" sldId="338"/>
            <ac:spMk id="31" creationId="{3C636B3B-D963-4E51-BF58-EB3BA77C43EC}"/>
          </ac:spMkLst>
        </pc:spChg>
        <pc:grpChg chg="del">
          <ac:chgData name="Văn Cảnh" userId="3374c81b8f87d1d8" providerId="LiveId" clId="{B0733B51-8933-4CFC-86D8-DC4427103EFC}" dt="2022-03-25T16:39:28.080" v="444" actId="478"/>
          <ac:grpSpMkLst>
            <pc:docMk/>
            <pc:sldMk cId="1907991471" sldId="338"/>
            <ac:grpSpMk id="2" creationId="{2E29BFA7-E12A-4CBB-98F4-7D8BABA5D3DC}"/>
          </ac:grpSpMkLst>
        </pc:grpChg>
        <pc:grpChg chg="add mod">
          <ac:chgData name="Văn Cảnh" userId="3374c81b8f87d1d8" providerId="LiveId" clId="{B0733B51-8933-4CFC-86D8-DC4427103EFC}" dt="2022-03-25T16:39:29.500" v="445"/>
          <ac:grpSpMkLst>
            <pc:docMk/>
            <pc:sldMk cId="1907991471" sldId="338"/>
            <ac:grpSpMk id="26" creationId="{578C971B-BDC3-44F0-A816-5301A6057E06}"/>
          </ac:grpSpMkLst>
        </pc:grpChg>
        <pc:grpChg chg="mod">
          <ac:chgData name="Văn Cảnh" userId="3374c81b8f87d1d8" providerId="LiveId" clId="{B0733B51-8933-4CFC-86D8-DC4427103EFC}" dt="2022-03-25T16:39:26.699" v="443" actId="1076"/>
          <ac:grpSpMkLst>
            <pc:docMk/>
            <pc:sldMk cId="1907991471" sldId="338"/>
            <ac:grpSpMk id="51" creationId="{6B2AFC34-1456-4638-8F4F-CAF389D4240D}"/>
          </ac:grpSpMkLst>
        </pc:grpChg>
      </pc:sldChg>
      <pc:sldChg chg="addSp delSp modSp mod">
        <pc:chgData name="Văn Cảnh" userId="3374c81b8f87d1d8" providerId="LiveId" clId="{B0733B51-8933-4CFC-86D8-DC4427103EFC}" dt="2022-03-25T17:19:16.810" v="972" actId="123"/>
        <pc:sldMkLst>
          <pc:docMk/>
          <pc:sldMk cId="453995855" sldId="339"/>
        </pc:sldMkLst>
        <pc:spChg chg="mod">
          <ac:chgData name="Văn Cảnh" userId="3374c81b8f87d1d8" providerId="LiveId" clId="{B0733B51-8933-4CFC-86D8-DC4427103EFC}" dt="2022-03-25T17:19:15.650" v="971" actId="123"/>
          <ac:spMkLst>
            <pc:docMk/>
            <pc:sldMk cId="453995855" sldId="339"/>
            <ac:spMk id="3" creationId="{E5C8CF20-A188-40A3-A095-8424A5327F85}"/>
          </ac:spMkLst>
        </pc:spChg>
        <pc:spChg chg="mod">
          <ac:chgData name="Văn Cảnh" userId="3374c81b8f87d1d8" providerId="LiveId" clId="{B0733B51-8933-4CFC-86D8-DC4427103EFC}" dt="2022-03-25T17:19:16.810" v="972" actId="123"/>
          <ac:spMkLst>
            <pc:docMk/>
            <pc:sldMk cId="453995855" sldId="339"/>
            <ac:spMk id="25" creationId="{35C77573-004B-47AB-A06D-169C5ED317A4}"/>
          </ac:spMkLst>
        </pc:spChg>
        <pc:spChg chg="mod">
          <ac:chgData name="Văn Cảnh" userId="3374c81b8f87d1d8" providerId="LiveId" clId="{B0733B51-8933-4CFC-86D8-DC4427103EFC}" dt="2022-03-25T16:39:36.762" v="447"/>
          <ac:spMkLst>
            <pc:docMk/>
            <pc:sldMk cId="453995855" sldId="339"/>
            <ac:spMk id="27" creationId="{1B573F5D-7D04-4232-9995-2693F8DDEC18}"/>
          </ac:spMkLst>
        </pc:spChg>
        <pc:spChg chg="mod">
          <ac:chgData name="Văn Cảnh" userId="3374c81b8f87d1d8" providerId="LiveId" clId="{B0733B51-8933-4CFC-86D8-DC4427103EFC}" dt="2022-03-25T16:39:36.762" v="447"/>
          <ac:spMkLst>
            <pc:docMk/>
            <pc:sldMk cId="453995855" sldId="339"/>
            <ac:spMk id="28" creationId="{A15DDEF5-84C1-4D93-9343-13B998545472}"/>
          </ac:spMkLst>
        </pc:spChg>
        <pc:spChg chg="mod">
          <ac:chgData name="Văn Cảnh" userId="3374c81b8f87d1d8" providerId="LiveId" clId="{B0733B51-8933-4CFC-86D8-DC4427103EFC}" dt="2022-03-25T16:39:36.762" v="447"/>
          <ac:spMkLst>
            <pc:docMk/>
            <pc:sldMk cId="453995855" sldId="339"/>
            <ac:spMk id="29" creationId="{387F3351-C2EF-453A-AE05-D3D5E71D5306}"/>
          </ac:spMkLst>
        </pc:spChg>
        <pc:spChg chg="mod">
          <ac:chgData name="Văn Cảnh" userId="3374c81b8f87d1d8" providerId="LiveId" clId="{B0733B51-8933-4CFC-86D8-DC4427103EFC}" dt="2022-03-25T16:39:36.762" v="447"/>
          <ac:spMkLst>
            <pc:docMk/>
            <pc:sldMk cId="453995855" sldId="339"/>
            <ac:spMk id="30" creationId="{67D5F5A5-BDB2-4E06-987A-04301880135F}"/>
          </ac:spMkLst>
        </pc:spChg>
        <pc:spChg chg="mod">
          <ac:chgData name="Văn Cảnh" userId="3374c81b8f87d1d8" providerId="LiveId" clId="{B0733B51-8933-4CFC-86D8-DC4427103EFC}" dt="2022-03-25T16:39:36.762" v="447"/>
          <ac:spMkLst>
            <pc:docMk/>
            <pc:sldMk cId="453995855" sldId="339"/>
            <ac:spMk id="31" creationId="{FB07DA3E-723E-4AE9-B5C8-BB96B8483E5F}"/>
          </ac:spMkLst>
        </pc:spChg>
        <pc:grpChg chg="del">
          <ac:chgData name="Văn Cảnh" userId="3374c81b8f87d1d8" providerId="LiveId" clId="{B0733B51-8933-4CFC-86D8-DC4427103EFC}" dt="2022-03-25T16:39:35.871" v="446" actId="478"/>
          <ac:grpSpMkLst>
            <pc:docMk/>
            <pc:sldMk cId="453995855" sldId="339"/>
            <ac:grpSpMk id="2" creationId="{2E29BFA7-E12A-4CBB-98F4-7D8BABA5D3DC}"/>
          </ac:grpSpMkLst>
        </pc:grpChg>
        <pc:grpChg chg="add mod">
          <ac:chgData name="Văn Cảnh" userId="3374c81b8f87d1d8" providerId="LiveId" clId="{B0733B51-8933-4CFC-86D8-DC4427103EFC}" dt="2022-03-25T16:39:36.762" v="447"/>
          <ac:grpSpMkLst>
            <pc:docMk/>
            <pc:sldMk cId="453995855" sldId="339"/>
            <ac:grpSpMk id="26" creationId="{43959A3E-5CD4-4B6B-9F7B-9466FC047144}"/>
          </ac:grpSpMkLst>
        </pc:grpChg>
      </pc:sldChg>
      <pc:sldChg chg="addSp delSp modSp add mod addAnim delAnim modAnim">
        <pc:chgData name="Văn Cảnh" userId="3374c81b8f87d1d8" providerId="LiveId" clId="{B0733B51-8933-4CFC-86D8-DC4427103EFC}" dt="2022-03-25T17:19:39.425" v="986" actId="14100"/>
        <pc:sldMkLst>
          <pc:docMk/>
          <pc:sldMk cId="2036168295" sldId="340"/>
        </pc:sldMkLst>
        <pc:spChg chg="mod">
          <ac:chgData name="Văn Cảnh" userId="3374c81b8f87d1d8" providerId="LiveId" clId="{B0733B51-8933-4CFC-86D8-DC4427103EFC}" dt="2022-03-25T15:59:54.703" v="10"/>
          <ac:spMkLst>
            <pc:docMk/>
            <pc:sldMk cId="2036168295" sldId="340"/>
            <ac:spMk id="17" creationId="{CE96812B-CA35-423B-AB78-F20B241658E4}"/>
          </ac:spMkLst>
        </pc:spChg>
        <pc:spChg chg="mod">
          <ac:chgData name="Văn Cảnh" userId="3374c81b8f87d1d8" providerId="LiveId" clId="{B0733B51-8933-4CFC-86D8-DC4427103EFC}" dt="2022-03-25T15:59:06.479" v="9"/>
          <ac:spMkLst>
            <pc:docMk/>
            <pc:sldMk cId="2036168295" sldId="340"/>
            <ac:spMk id="18" creationId="{F5394341-0F3A-4C0D-BC41-B35436366F0D}"/>
          </ac:spMkLst>
        </pc:spChg>
        <pc:spChg chg="mod">
          <ac:chgData name="Văn Cảnh" userId="3374c81b8f87d1d8" providerId="LiveId" clId="{B0733B51-8933-4CFC-86D8-DC4427103EFC}" dt="2022-03-25T15:59:06.479" v="9"/>
          <ac:spMkLst>
            <pc:docMk/>
            <pc:sldMk cId="2036168295" sldId="340"/>
            <ac:spMk id="19" creationId="{F5322D5D-00D8-42B9-BCDA-53D3D944992D}"/>
          </ac:spMkLst>
        </pc:spChg>
        <pc:spChg chg="mod">
          <ac:chgData name="Văn Cảnh" userId="3374c81b8f87d1d8" providerId="LiveId" clId="{B0733B51-8933-4CFC-86D8-DC4427103EFC}" dt="2022-03-25T15:59:06.479" v="9"/>
          <ac:spMkLst>
            <pc:docMk/>
            <pc:sldMk cId="2036168295" sldId="340"/>
            <ac:spMk id="20" creationId="{5C39138E-5593-4AB5-96EE-114568791664}"/>
          </ac:spMkLst>
        </pc:spChg>
        <pc:spChg chg="mod">
          <ac:chgData name="Văn Cảnh" userId="3374c81b8f87d1d8" providerId="LiveId" clId="{B0733B51-8933-4CFC-86D8-DC4427103EFC}" dt="2022-03-25T15:59:06.479" v="9"/>
          <ac:spMkLst>
            <pc:docMk/>
            <pc:sldMk cId="2036168295" sldId="340"/>
            <ac:spMk id="21" creationId="{A90995F8-A631-4231-86BB-7D3EBA512F0D}"/>
          </ac:spMkLst>
        </pc:spChg>
        <pc:spChg chg="add mod">
          <ac:chgData name="Văn Cảnh" userId="3374c81b8f87d1d8" providerId="LiveId" clId="{B0733B51-8933-4CFC-86D8-DC4427103EFC}" dt="2022-03-25T17:19:36.115" v="985" actId="123"/>
          <ac:spMkLst>
            <pc:docMk/>
            <pc:sldMk cId="2036168295" sldId="340"/>
            <ac:spMk id="40" creationId="{C60FB8C3-E24B-42AE-900C-9398E8ED6322}"/>
          </ac:spMkLst>
        </pc:spChg>
        <pc:spChg chg="mod">
          <ac:chgData name="Văn Cảnh" userId="3374c81b8f87d1d8" providerId="LiveId" clId="{B0733B51-8933-4CFC-86D8-DC4427103EFC}" dt="2022-03-25T16:35:32.061" v="422"/>
          <ac:spMkLst>
            <pc:docMk/>
            <pc:sldMk cId="2036168295" sldId="340"/>
            <ac:spMk id="42" creationId="{655D41B5-AC38-44E4-9F1B-353B8C889826}"/>
          </ac:spMkLst>
        </pc:spChg>
        <pc:spChg chg="mod">
          <ac:chgData name="Văn Cảnh" userId="3374c81b8f87d1d8" providerId="LiveId" clId="{B0733B51-8933-4CFC-86D8-DC4427103EFC}" dt="2022-03-25T17:19:39.425" v="986" actId="14100"/>
          <ac:spMkLst>
            <pc:docMk/>
            <pc:sldMk cId="2036168295" sldId="340"/>
            <ac:spMk id="44" creationId="{1A04E56E-94E6-4E9A-83AE-5A713E7E6A56}"/>
          </ac:spMkLst>
        </pc:spChg>
        <pc:spChg chg="mod">
          <ac:chgData name="Văn Cảnh" userId="3374c81b8f87d1d8" providerId="LiveId" clId="{B0733B51-8933-4CFC-86D8-DC4427103EFC}" dt="2022-03-25T16:35:32.061" v="422"/>
          <ac:spMkLst>
            <pc:docMk/>
            <pc:sldMk cId="2036168295" sldId="340"/>
            <ac:spMk id="52" creationId="{3C965315-A807-44E6-83B8-08CAE9ADC21C}"/>
          </ac:spMkLst>
        </pc:spChg>
        <pc:spChg chg="mod">
          <ac:chgData name="Văn Cảnh" userId="3374c81b8f87d1d8" providerId="LiveId" clId="{B0733B51-8933-4CFC-86D8-DC4427103EFC}" dt="2022-03-25T16:35:32.061" v="422"/>
          <ac:spMkLst>
            <pc:docMk/>
            <pc:sldMk cId="2036168295" sldId="340"/>
            <ac:spMk id="53" creationId="{D8183D0F-BD1D-4420-9E0A-FBEDA46B53E9}"/>
          </ac:spMkLst>
        </pc:spChg>
        <pc:spChg chg="mod">
          <ac:chgData name="Văn Cảnh" userId="3374c81b8f87d1d8" providerId="LiveId" clId="{B0733B51-8933-4CFC-86D8-DC4427103EFC}" dt="2022-03-25T16:35:32.061" v="422"/>
          <ac:spMkLst>
            <pc:docMk/>
            <pc:sldMk cId="2036168295" sldId="340"/>
            <ac:spMk id="54" creationId="{E929ABCA-DE26-464E-8F09-8CDC0F0A8B70}"/>
          </ac:spMkLst>
        </pc:spChg>
        <pc:spChg chg="mod">
          <ac:chgData name="Văn Cảnh" userId="3374c81b8f87d1d8" providerId="LiveId" clId="{B0733B51-8933-4CFC-86D8-DC4427103EFC}" dt="2022-03-25T16:35:32.061" v="422"/>
          <ac:spMkLst>
            <pc:docMk/>
            <pc:sldMk cId="2036168295" sldId="340"/>
            <ac:spMk id="55" creationId="{F561B935-0121-4EC7-A828-6611210A3C56}"/>
          </ac:spMkLst>
        </pc:spChg>
        <pc:spChg chg="mod">
          <ac:chgData name="Văn Cảnh" userId="3374c81b8f87d1d8" providerId="LiveId" clId="{B0733B51-8933-4CFC-86D8-DC4427103EFC}" dt="2022-03-25T16:35:32.061" v="422"/>
          <ac:spMkLst>
            <pc:docMk/>
            <pc:sldMk cId="2036168295" sldId="340"/>
            <ac:spMk id="56" creationId="{0635AF32-E36A-47EB-A93B-B8DC1171D4FA}"/>
          </ac:spMkLst>
        </pc:spChg>
        <pc:spChg chg="add del mod">
          <ac:chgData name="Văn Cảnh" userId="3374c81b8f87d1d8" providerId="LiveId" clId="{B0733B51-8933-4CFC-86D8-DC4427103EFC}" dt="2022-03-25T16:35:55.218" v="427"/>
          <ac:spMkLst>
            <pc:docMk/>
            <pc:sldMk cId="2036168295" sldId="340"/>
            <ac:spMk id="57" creationId="{2A640FC8-C198-4A07-8528-36C64903BCDE}"/>
          </ac:spMkLst>
        </pc:spChg>
        <pc:spChg chg="add del mod">
          <ac:chgData name="Văn Cảnh" userId="3374c81b8f87d1d8" providerId="LiveId" clId="{B0733B51-8933-4CFC-86D8-DC4427103EFC}" dt="2022-03-25T16:35:55.218" v="427"/>
          <ac:spMkLst>
            <pc:docMk/>
            <pc:sldMk cId="2036168295" sldId="340"/>
            <ac:spMk id="58" creationId="{BAF5401C-13E4-4DF1-A297-8E288C7BAF6A}"/>
          </ac:spMkLst>
        </pc:spChg>
        <pc:spChg chg="mod">
          <ac:chgData name="Văn Cảnh" userId="3374c81b8f87d1d8" providerId="LiveId" clId="{B0733B51-8933-4CFC-86D8-DC4427103EFC}" dt="2022-03-25T16:36:07.490" v="430"/>
          <ac:spMkLst>
            <pc:docMk/>
            <pc:sldMk cId="2036168295" sldId="340"/>
            <ac:spMk id="61" creationId="{A34983C9-E2D0-48AE-9A10-FF98349E596B}"/>
          </ac:spMkLst>
        </pc:spChg>
        <pc:spChg chg="mod">
          <ac:chgData name="Văn Cảnh" userId="3374c81b8f87d1d8" providerId="LiveId" clId="{B0733B51-8933-4CFC-86D8-DC4427103EFC}" dt="2022-03-25T16:36:07.490" v="430"/>
          <ac:spMkLst>
            <pc:docMk/>
            <pc:sldMk cId="2036168295" sldId="340"/>
            <ac:spMk id="63" creationId="{C9C58172-2C27-443D-8FB0-1DC45EDEC76E}"/>
          </ac:spMkLst>
        </pc:spChg>
        <pc:spChg chg="mod">
          <ac:chgData name="Văn Cảnh" userId="3374c81b8f87d1d8" providerId="LiveId" clId="{B0733B51-8933-4CFC-86D8-DC4427103EFC}" dt="2022-03-25T16:36:07.490" v="430"/>
          <ac:spMkLst>
            <pc:docMk/>
            <pc:sldMk cId="2036168295" sldId="340"/>
            <ac:spMk id="64" creationId="{F38EC7DD-983C-476B-8BB7-C92E1E5E275C}"/>
          </ac:spMkLst>
        </pc:spChg>
        <pc:spChg chg="mod">
          <ac:chgData name="Văn Cảnh" userId="3374c81b8f87d1d8" providerId="LiveId" clId="{B0733B51-8933-4CFC-86D8-DC4427103EFC}" dt="2022-03-25T16:36:07.490" v="430"/>
          <ac:spMkLst>
            <pc:docMk/>
            <pc:sldMk cId="2036168295" sldId="340"/>
            <ac:spMk id="65" creationId="{AFFD8F0E-D984-4CC3-84F8-8123C1DADDD4}"/>
          </ac:spMkLst>
        </pc:spChg>
        <pc:spChg chg="mod">
          <ac:chgData name="Văn Cảnh" userId="3374c81b8f87d1d8" providerId="LiveId" clId="{B0733B51-8933-4CFC-86D8-DC4427103EFC}" dt="2022-03-25T16:36:07.490" v="430"/>
          <ac:spMkLst>
            <pc:docMk/>
            <pc:sldMk cId="2036168295" sldId="340"/>
            <ac:spMk id="66" creationId="{7A541394-51CF-4C7C-B250-2F8A19544376}"/>
          </ac:spMkLst>
        </pc:spChg>
        <pc:spChg chg="mod">
          <ac:chgData name="Văn Cảnh" userId="3374c81b8f87d1d8" providerId="LiveId" clId="{B0733B51-8933-4CFC-86D8-DC4427103EFC}" dt="2022-03-25T16:35:50.362" v="424" actId="6549"/>
          <ac:spMkLst>
            <pc:docMk/>
            <pc:sldMk cId="2036168295" sldId="340"/>
            <ac:spMk id="74" creationId="{A6C470C3-8BC0-41D7-85C3-6BF08CB76404}"/>
          </ac:spMkLst>
        </pc:spChg>
        <pc:grpChg chg="mod">
          <ac:chgData name="Văn Cảnh" userId="3374c81b8f87d1d8" providerId="LiveId" clId="{B0733B51-8933-4CFC-86D8-DC4427103EFC}" dt="2022-03-25T15:59:06.479" v="9"/>
          <ac:grpSpMkLst>
            <pc:docMk/>
            <pc:sldMk cId="2036168295" sldId="340"/>
            <ac:grpSpMk id="2" creationId="{2E29BFA7-E12A-4CBB-98F4-7D8BABA5D3DC}"/>
          </ac:grpSpMkLst>
        </pc:grpChg>
        <pc:grpChg chg="del">
          <ac:chgData name="Văn Cảnh" userId="3374c81b8f87d1d8" providerId="LiveId" clId="{B0733B51-8933-4CFC-86D8-DC4427103EFC}" dt="2022-03-25T16:35:31.148" v="421" actId="478"/>
          <ac:grpSpMkLst>
            <pc:docMk/>
            <pc:sldMk cId="2036168295" sldId="340"/>
            <ac:grpSpMk id="10" creationId="{248A0534-14F9-4423-8FC2-413214AB101B}"/>
          </ac:grpSpMkLst>
        </pc:grpChg>
        <pc:grpChg chg="del">
          <ac:chgData name="Văn Cảnh" userId="3374c81b8f87d1d8" providerId="LiveId" clId="{B0733B51-8933-4CFC-86D8-DC4427103EFC}" dt="2022-03-25T16:00:46.793" v="19" actId="478"/>
          <ac:grpSpMkLst>
            <pc:docMk/>
            <pc:sldMk cId="2036168295" sldId="340"/>
            <ac:grpSpMk id="11" creationId="{399B70CF-F551-4472-A844-7526DEA3DEC4}"/>
          </ac:grpSpMkLst>
        </pc:grpChg>
        <pc:grpChg chg="add del">
          <ac:chgData name="Văn Cảnh" userId="3374c81b8f87d1d8" providerId="LiveId" clId="{B0733B51-8933-4CFC-86D8-DC4427103EFC}" dt="2022-03-25T16:01:39.432" v="46" actId="478"/>
          <ac:grpSpMkLst>
            <pc:docMk/>
            <pc:sldMk cId="2036168295" sldId="340"/>
            <ac:grpSpMk id="12" creationId="{DADB634B-EC5D-43EB-8F91-C2431BB4945C}"/>
          </ac:grpSpMkLst>
        </pc:grpChg>
        <pc:grpChg chg="add mod ord">
          <ac:chgData name="Văn Cảnh" userId="3374c81b8f87d1d8" providerId="LiveId" clId="{B0733B51-8933-4CFC-86D8-DC4427103EFC}" dt="2022-03-25T16:35:34.701" v="423" actId="167"/>
          <ac:grpSpMkLst>
            <pc:docMk/>
            <pc:sldMk cId="2036168295" sldId="340"/>
            <ac:grpSpMk id="41" creationId="{92915386-8149-4625-A92E-13F802FDDC0F}"/>
          </ac:grpSpMkLst>
        </pc:grpChg>
        <pc:grpChg chg="mod">
          <ac:chgData name="Văn Cảnh" userId="3374c81b8f87d1d8" providerId="LiveId" clId="{B0733B51-8933-4CFC-86D8-DC4427103EFC}" dt="2022-03-25T16:35:32.061" v="422"/>
          <ac:grpSpMkLst>
            <pc:docMk/>
            <pc:sldMk cId="2036168295" sldId="340"/>
            <ac:grpSpMk id="43" creationId="{BFF0D4C2-08EA-4B19-8FAC-E91356E26CC0}"/>
          </ac:grpSpMkLst>
        </pc:grpChg>
        <pc:grpChg chg="mod">
          <ac:chgData name="Văn Cảnh" userId="3374c81b8f87d1d8" providerId="LiveId" clId="{B0733B51-8933-4CFC-86D8-DC4427103EFC}" dt="2022-03-25T16:35:32.061" v="422"/>
          <ac:grpSpMkLst>
            <pc:docMk/>
            <pc:sldMk cId="2036168295" sldId="340"/>
            <ac:grpSpMk id="51" creationId="{BFE28C65-F2E9-41B9-9081-B91D2D295255}"/>
          </ac:grpSpMkLst>
        </pc:grpChg>
        <pc:grpChg chg="add mod ord">
          <ac:chgData name="Văn Cảnh" userId="3374c81b8f87d1d8" providerId="LiveId" clId="{B0733B51-8933-4CFC-86D8-DC4427103EFC}" dt="2022-03-25T16:36:14.580" v="431" actId="167"/>
          <ac:grpSpMkLst>
            <pc:docMk/>
            <pc:sldMk cId="2036168295" sldId="340"/>
            <ac:grpSpMk id="60" creationId="{6D9A745D-53B8-40A2-AFF7-CE1145C7DF5B}"/>
          </ac:grpSpMkLst>
        </pc:grpChg>
        <pc:grpChg chg="mod">
          <ac:chgData name="Văn Cảnh" userId="3374c81b8f87d1d8" providerId="LiveId" clId="{B0733B51-8933-4CFC-86D8-DC4427103EFC}" dt="2022-03-25T16:36:07.490" v="430"/>
          <ac:grpSpMkLst>
            <pc:docMk/>
            <pc:sldMk cId="2036168295" sldId="340"/>
            <ac:grpSpMk id="62" creationId="{F564199E-C8B0-49CB-A22E-CF41480AA385}"/>
          </ac:grpSpMkLst>
        </pc:grpChg>
        <pc:grpChg chg="del mod">
          <ac:chgData name="Văn Cảnh" userId="3374c81b8f87d1d8" providerId="LiveId" clId="{B0733B51-8933-4CFC-86D8-DC4427103EFC}" dt="2022-03-25T16:35:52.170" v="425" actId="478"/>
          <ac:grpSpMkLst>
            <pc:docMk/>
            <pc:sldMk cId="2036168295" sldId="340"/>
            <ac:grpSpMk id="73" creationId="{4AF817D0-6A59-494C-85BC-EC23C8516691}"/>
          </ac:grpSpMkLst>
        </pc:grpChg>
        <pc:graphicFrameChg chg="add del mod">
          <ac:chgData name="Văn Cảnh" userId="3374c81b8f87d1d8" providerId="LiveId" clId="{B0733B51-8933-4CFC-86D8-DC4427103EFC}" dt="2022-03-25T15:59:06.479" v="9"/>
          <ac:graphicFrameMkLst>
            <pc:docMk/>
            <pc:sldMk cId="2036168295" sldId="340"/>
            <ac:graphicFrameMk id="3" creationId="{70064A29-5FA4-4401-B72B-5B01860A3DA1}"/>
          </ac:graphicFrameMkLst>
        </pc:graphicFrameChg>
        <pc:graphicFrameChg chg="add del mod">
          <ac:chgData name="Văn Cảnh" userId="3374c81b8f87d1d8" providerId="LiveId" clId="{B0733B51-8933-4CFC-86D8-DC4427103EFC}" dt="2022-03-25T16:01:11.981" v="30"/>
          <ac:graphicFrameMkLst>
            <pc:docMk/>
            <pc:sldMk cId="2036168295" sldId="340"/>
            <ac:graphicFrameMk id="4" creationId="{0DEE9F7D-4375-4F09-B773-54CD3A3EFFB6}"/>
          </ac:graphicFrameMkLst>
        </pc:graphicFrameChg>
        <pc:picChg chg="del">
          <ac:chgData name="Văn Cảnh" userId="3374c81b8f87d1d8" providerId="LiveId" clId="{B0733B51-8933-4CFC-86D8-DC4427103EFC}" dt="2022-03-25T16:00:17.098" v="13" actId="478"/>
          <ac:picMkLst>
            <pc:docMk/>
            <pc:sldMk cId="2036168295" sldId="340"/>
            <ac:picMk id="71" creationId="{C548FFD8-02B2-4C40-A4F0-FF65A4B22B80}"/>
          </ac:picMkLst>
        </pc:picChg>
        <pc:picChg chg="del">
          <ac:chgData name="Văn Cảnh" userId="3374c81b8f87d1d8" providerId="LiveId" clId="{B0733B51-8933-4CFC-86D8-DC4427103EFC}" dt="2022-03-25T16:00:45.818" v="18" actId="478"/>
          <ac:picMkLst>
            <pc:docMk/>
            <pc:sldMk cId="2036168295" sldId="340"/>
            <ac:picMk id="80" creationId="{6AF3CB89-F54D-4ECD-8D00-8D7CAC8F2503}"/>
          </ac:picMkLst>
        </pc:picChg>
      </pc:sldChg>
      <pc:sldChg chg="addSp delSp modSp add mod modAnim">
        <pc:chgData name="Văn Cảnh" userId="3374c81b8f87d1d8" providerId="LiveId" clId="{B0733B51-8933-4CFC-86D8-DC4427103EFC}" dt="2022-03-25T17:19:42.044" v="988" actId="123"/>
        <pc:sldMkLst>
          <pc:docMk/>
          <pc:sldMk cId="2864245110" sldId="341"/>
        </pc:sldMkLst>
        <pc:spChg chg="add mod">
          <ac:chgData name="Văn Cảnh" userId="3374c81b8f87d1d8" providerId="LiveId" clId="{B0733B51-8933-4CFC-86D8-DC4427103EFC}" dt="2022-03-25T17:19:42.044" v="988" actId="123"/>
          <ac:spMkLst>
            <pc:docMk/>
            <pc:sldMk cId="2864245110" sldId="341"/>
            <ac:spMk id="29" creationId="{307A7E55-4B67-47D3-A93E-96AF2D5E513E}"/>
          </ac:spMkLst>
        </pc:spChg>
        <pc:spChg chg="mod">
          <ac:chgData name="Văn Cảnh" userId="3374c81b8f87d1d8" providerId="LiveId" clId="{B0733B51-8933-4CFC-86D8-DC4427103EFC}" dt="2022-03-25T16:33:54.046" v="404"/>
          <ac:spMkLst>
            <pc:docMk/>
            <pc:sldMk cId="2864245110" sldId="341"/>
            <ac:spMk id="31" creationId="{1C9EDFF1-6642-4686-95A1-6E08D6C9618B}"/>
          </ac:spMkLst>
        </pc:spChg>
        <pc:spChg chg="mod">
          <ac:chgData name="Văn Cảnh" userId="3374c81b8f87d1d8" providerId="LiveId" clId="{B0733B51-8933-4CFC-86D8-DC4427103EFC}" dt="2022-03-25T16:33:54.046" v="404"/>
          <ac:spMkLst>
            <pc:docMk/>
            <pc:sldMk cId="2864245110" sldId="341"/>
            <ac:spMk id="34" creationId="{92410BC4-F69A-4AB6-849D-A70A343FAEE7}"/>
          </ac:spMkLst>
        </pc:spChg>
        <pc:spChg chg="mod">
          <ac:chgData name="Văn Cảnh" userId="3374c81b8f87d1d8" providerId="LiveId" clId="{B0733B51-8933-4CFC-86D8-DC4427103EFC}" dt="2022-03-25T16:33:54.046" v="404"/>
          <ac:spMkLst>
            <pc:docMk/>
            <pc:sldMk cId="2864245110" sldId="341"/>
            <ac:spMk id="35" creationId="{E02D584A-E99F-4D69-B319-3A1EEC50052F}"/>
          </ac:spMkLst>
        </pc:spChg>
        <pc:spChg chg="mod">
          <ac:chgData name="Văn Cảnh" userId="3374c81b8f87d1d8" providerId="LiveId" clId="{B0733B51-8933-4CFC-86D8-DC4427103EFC}" dt="2022-03-25T16:33:54.046" v="404"/>
          <ac:spMkLst>
            <pc:docMk/>
            <pc:sldMk cId="2864245110" sldId="341"/>
            <ac:spMk id="36" creationId="{2117C5F5-373A-4B25-98DA-5AF858D6EB8D}"/>
          </ac:spMkLst>
        </pc:spChg>
        <pc:spChg chg="mod">
          <ac:chgData name="Văn Cảnh" userId="3374c81b8f87d1d8" providerId="LiveId" clId="{B0733B51-8933-4CFC-86D8-DC4427103EFC}" dt="2022-03-25T16:33:54.046" v="404"/>
          <ac:spMkLst>
            <pc:docMk/>
            <pc:sldMk cId="2864245110" sldId="341"/>
            <ac:spMk id="37" creationId="{C872219E-3C27-4A3E-9E42-5FB8A262060A}"/>
          </ac:spMkLst>
        </pc:spChg>
        <pc:spChg chg="mod">
          <ac:chgData name="Văn Cảnh" userId="3374c81b8f87d1d8" providerId="LiveId" clId="{B0733B51-8933-4CFC-86D8-DC4427103EFC}" dt="2022-03-25T16:33:54.046" v="404"/>
          <ac:spMkLst>
            <pc:docMk/>
            <pc:sldMk cId="2864245110" sldId="341"/>
            <ac:spMk id="38" creationId="{C702F4CE-1530-4FEA-A237-EFE71CC99CC3}"/>
          </ac:spMkLst>
        </pc:spChg>
        <pc:spChg chg="mod">
          <ac:chgData name="Văn Cảnh" userId="3374c81b8f87d1d8" providerId="LiveId" clId="{B0733B51-8933-4CFC-86D8-DC4427103EFC}" dt="2022-03-25T16:34:13.695" v="407" actId="1076"/>
          <ac:spMkLst>
            <pc:docMk/>
            <pc:sldMk cId="2864245110" sldId="341"/>
            <ac:spMk id="40" creationId="{C60FB8C3-E24B-42AE-900C-9398E8ED6322}"/>
          </ac:spMkLst>
        </pc:spChg>
        <pc:spChg chg="mod">
          <ac:chgData name="Văn Cảnh" userId="3374c81b8f87d1d8" providerId="LiveId" clId="{B0733B51-8933-4CFC-86D8-DC4427103EFC}" dt="2022-03-25T17:19:41.347" v="987" actId="123"/>
          <ac:spMkLst>
            <pc:docMk/>
            <pc:sldMk cId="2864245110" sldId="341"/>
            <ac:spMk id="44" creationId="{1A04E56E-94E6-4E9A-83AE-5A713E7E6A56}"/>
          </ac:spMkLst>
        </pc:spChg>
        <pc:spChg chg="mod topLvl">
          <ac:chgData name="Văn Cảnh" userId="3374c81b8f87d1d8" providerId="LiveId" clId="{B0733B51-8933-4CFC-86D8-DC4427103EFC}" dt="2022-03-25T16:34:33.049" v="412" actId="164"/>
          <ac:spMkLst>
            <pc:docMk/>
            <pc:sldMk cId="2864245110" sldId="341"/>
            <ac:spMk id="74" creationId="{A6C470C3-8BC0-41D7-85C3-6BF08CB76404}"/>
          </ac:spMkLst>
        </pc:spChg>
        <pc:spChg chg="mod">
          <ac:chgData name="Văn Cảnh" userId="3374c81b8f87d1d8" providerId="LiveId" clId="{B0733B51-8933-4CFC-86D8-DC4427103EFC}" dt="2022-03-25T16:34:22.946" v="410" actId="165"/>
          <ac:spMkLst>
            <pc:docMk/>
            <pc:sldMk cId="2864245110" sldId="341"/>
            <ac:spMk id="76" creationId="{6CB21E94-AE6B-442B-BFF9-72B0DC40A5FB}"/>
          </ac:spMkLst>
        </pc:spChg>
        <pc:spChg chg="mod">
          <ac:chgData name="Văn Cảnh" userId="3374c81b8f87d1d8" providerId="LiveId" clId="{B0733B51-8933-4CFC-86D8-DC4427103EFC}" dt="2022-03-25T16:34:22.946" v="410" actId="165"/>
          <ac:spMkLst>
            <pc:docMk/>
            <pc:sldMk cId="2864245110" sldId="341"/>
            <ac:spMk id="77" creationId="{C6E47BA5-0074-4AD1-9999-5245AD15FAA9}"/>
          </ac:spMkLst>
        </pc:spChg>
        <pc:spChg chg="mod">
          <ac:chgData name="Văn Cảnh" userId="3374c81b8f87d1d8" providerId="LiveId" clId="{B0733B51-8933-4CFC-86D8-DC4427103EFC}" dt="2022-03-25T16:34:22.946" v="410" actId="165"/>
          <ac:spMkLst>
            <pc:docMk/>
            <pc:sldMk cId="2864245110" sldId="341"/>
            <ac:spMk id="78" creationId="{DC4B01DD-F943-41F7-B7AB-80194AB4C995}"/>
          </ac:spMkLst>
        </pc:spChg>
        <pc:spChg chg="mod">
          <ac:chgData name="Văn Cảnh" userId="3374c81b8f87d1d8" providerId="LiveId" clId="{B0733B51-8933-4CFC-86D8-DC4427103EFC}" dt="2022-03-25T16:34:22.946" v="410" actId="165"/>
          <ac:spMkLst>
            <pc:docMk/>
            <pc:sldMk cId="2864245110" sldId="341"/>
            <ac:spMk id="79" creationId="{7537B811-3E9D-4FCF-B714-AD3F3B3A52E9}"/>
          </ac:spMkLst>
        </pc:spChg>
        <pc:grpChg chg="add mod">
          <ac:chgData name="Văn Cảnh" userId="3374c81b8f87d1d8" providerId="LiveId" clId="{B0733B51-8933-4CFC-86D8-DC4427103EFC}" dt="2022-03-25T16:36:05.706" v="429" actId="1076"/>
          <ac:grpSpMkLst>
            <pc:docMk/>
            <pc:sldMk cId="2864245110" sldId="341"/>
            <ac:grpSpMk id="6" creationId="{77687DC5-F655-4BFF-A963-E977FF6C5946}"/>
          </ac:grpSpMkLst>
        </pc:grpChg>
        <pc:grpChg chg="del mod">
          <ac:chgData name="Văn Cảnh" userId="3374c81b8f87d1d8" providerId="LiveId" clId="{B0733B51-8933-4CFC-86D8-DC4427103EFC}" dt="2022-03-25T16:33:53.137" v="403" actId="478"/>
          <ac:grpSpMkLst>
            <pc:docMk/>
            <pc:sldMk cId="2864245110" sldId="341"/>
            <ac:grpSpMk id="10" creationId="{248A0534-14F9-4423-8FC2-413214AB101B}"/>
          </ac:grpSpMkLst>
        </pc:grpChg>
        <pc:grpChg chg="add mod ord">
          <ac:chgData name="Văn Cảnh" userId="3374c81b8f87d1d8" providerId="LiveId" clId="{B0733B51-8933-4CFC-86D8-DC4427103EFC}" dt="2022-03-25T16:33:57.452" v="405" actId="167"/>
          <ac:grpSpMkLst>
            <pc:docMk/>
            <pc:sldMk cId="2864245110" sldId="341"/>
            <ac:grpSpMk id="30" creationId="{14D93B53-7AC3-4335-951E-C4AD5C121D9D}"/>
          </ac:grpSpMkLst>
        </pc:grpChg>
        <pc:grpChg chg="mod">
          <ac:chgData name="Văn Cảnh" userId="3374c81b8f87d1d8" providerId="LiveId" clId="{B0733B51-8933-4CFC-86D8-DC4427103EFC}" dt="2022-03-25T16:33:54.046" v="404"/>
          <ac:grpSpMkLst>
            <pc:docMk/>
            <pc:sldMk cId="2864245110" sldId="341"/>
            <ac:grpSpMk id="32" creationId="{EA10DC77-9EC2-45F1-BC4C-4E26ED190F79}"/>
          </ac:grpSpMkLst>
        </pc:grpChg>
        <pc:grpChg chg="mod">
          <ac:chgData name="Văn Cảnh" userId="3374c81b8f87d1d8" providerId="LiveId" clId="{B0733B51-8933-4CFC-86D8-DC4427103EFC}" dt="2022-03-25T16:33:54.046" v="404"/>
          <ac:grpSpMkLst>
            <pc:docMk/>
            <pc:sldMk cId="2864245110" sldId="341"/>
            <ac:grpSpMk id="33" creationId="{83967FAB-F563-46E0-B9E2-319216364AD1}"/>
          </ac:grpSpMkLst>
        </pc:grpChg>
        <pc:grpChg chg="del mod">
          <ac:chgData name="Văn Cảnh" userId="3374c81b8f87d1d8" providerId="LiveId" clId="{B0733B51-8933-4CFC-86D8-DC4427103EFC}" dt="2022-03-25T16:34:22.946" v="410" actId="165"/>
          <ac:grpSpMkLst>
            <pc:docMk/>
            <pc:sldMk cId="2864245110" sldId="341"/>
            <ac:grpSpMk id="73" creationId="{4AF817D0-6A59-494C-85BC-EC23C8516691}"/>
          </ac:grpSpMkLst>
        </pc:grpChg>
        <pc:grpChg chg="mod topLvl">
          <ac:chgData name="Văn Cảnh" userId="3374c81b8f87d1d8" providerId="LiveId" clId="{B0733B51-8933-4CFC-86D8-DC4427103EFC}" dt="2022-03-25T16:34:33.049" v="412" actId="164"/>
          <ac:grpSpMkLst>
            <pc:docMk/>
            <pc:sldMk cId="2864245110" sldId="341"/>
            <ac:grpSpMk id="75" creationId="{AFA9C2F5-0037-4884-8375-1EF3BD2B80A8}"/>
          </ac:grpSpMkLst>
        </pc:grpChg>
        <pc:graphicFrameChg chg="add del mod">
          <ac:chgData name="Văn Cảnh" userId="3374c81b8f87d1d8" providerId="LiveId" clId="{B0733B51-8933-4CFC-86D8-DC4427103EFC}" dt="2022-03-25T16:05:09.555" v="76"/>
          <ac:graphicFrameMkLst>
            <pc:docMk/>
            <pc:sldMk cId="2864245110" sldId="341"/>
            <ac:graphicFrameMk id="3" creationId="{CBE9BE2D-AB48-4270-AE41-FB8D935FE5E2}"/>
          </ac:graphicFrameMkLst>
        </pc:graphicFrameChg>
        <pc:graphicFrameChg chg="add del mod">
          <ac:chgData name="Văn Cảnh" userId="3374c81b8f87d1d8" providerId="LiveId" clId="{B0733B51-8933-4CFC-86D8-DC4427103EFC}" dt="2022-03-25T16:05:32.369" v="85"/>
          <ac:graphicFrameMkLst>
            <pc:docMk/>
            <pc:sldMk cId="2864245110" sldId="341"/>
            <ac:graphicFrameMk id="4" creationId="{B002647A-C0F2-4AB6-AB51-2B7DD128EB4E}"/>
          </ac:graphicFrameMkLst>
        </pc:graphicFrameChg>
      </pc:sldChg>
      <pc:sldChg chg="addSp delSp modSp add mod delAnim modAnim">
        <pc:chgData name="Văn Cảnh" userId="3374c81b8f87d1d8" providerId="LiveId" clId="{B0733B51-8933-4CFC-86D8-DC4427103EFC}" dt="2022-03-25T17:19:47.424" v="993" actId="123"/>
        <pc:sldMkLst>
          <pc:docMk/>
          <pc:sldMk cId="3874318986" sldId="342"/>
        </pc:sldMkLst>
        <pc:spChg chg="del">
          <ac:chgData name="Văn Cảnh" userId="3374c81b8f87d1d8" providerId="LiveId" clId="{B0733B51-8933-4CFC-86D8-DC4427103EFC}" dt="2022-03-25T16:07:16.418" v="106" actId="478"/>
          <ac:spMkLst>
            <pc:docMk/>
            <pc:sldMk cId="3874318986" sldId="342"/>
            <ac:spMk id="29" creationId="{307A7E55-4B67-47D3-A93E-96AF2D5E513E}"/>
          </ac:spMkLst>
        </pc:spChg>
        <pc:spChg chg="add mod">
          <ac:chgData name="Văn Cảnh" userId="3374c81b8f87d1d8" providerId="LiveId" clId="{B0733B51-8933-4CFC-86D8-DC4427103EFC}" dt="2022-03-25T17:19:46.410" v="992" actId="123"/>
          <ac:spMkLst>
            <pc:docMk/>
            <pc:sldMk cId="3874318986" sldId="342"/>
            <ac:spMk id="30" creationId="{0E962096-552C-4CD0-9099-F1A7A988B9CB}"/>
          </ac:spMkLst>
        </pc:spChg>
        <pc:spChg chg="add mod">
          <ac:chgData name="Văn Cảnh" userId="3374c81b8f87d1d8" providerId="LiveId" clId="{B0733B51-8933-4CFC-86D8-DC4427103EFC}" dt="2022-03-25T16:09:21.761" v="149" actId="571"/>
          <ac:spMkLst>
            <pc:docMk/>
            <pc:sldMk cId="3874318986" sldId="342"/>
            <ac:spMk id="31" creationId="{BDCE7068-FA1C-41CE-BBCE-22AB68807A17}"/>
          </ac:spMkLst>
        </pc:spChg>
        <pc:spChg chg="mod">
          <ac:chgData name="Văn Cảnh" userId="3374c81b8f87d1d8" providerId="LiveId" clId="{B0733B51-8933-4CFC-86D8-DC4427103EFC}" dt="2022-03-25T16:14:42.737" v="203"/>
          <ac:spMkLst>
            <pc:docMk/>
            <pc:sldMk cId="3874318986" sldId="342"/>
            <ac:spMk id="33" creationId="{D35BD25D-3D7C-45C5-90BC-BA57E0CFB3D8}"/>
          </ac:spMkLst>
        </pc:spChg>
        <pc:spChg chg="mod">
          <ac:chgData name="Văn Cảnh" userId="3374c81b8f87d1d8" providerId="LiveId" clId="{B0733B51-8933-4CFC-86D8-DC4427103EFC}" dt="2022-03-25T16:14:42.737" v="203"/>
          <ac:spMkLst>
            <pc:docMk/>
            <pc:sldMk cId="3874318986" sldId="342"/>
            <ac:spMk id="36" creationId="{E3CB4734-BBEB-40B5-BDC1-E7D24C032CF6}"/>
          </ac:spMkLst>
        </pc:spChg>
        <pc:spChg chg="mod">
          <ac:chgData name="Văn Cảnh" userId="3374c81b8f87d1d8" providerId="LiveId" clId="{B0733B51-8933-4CFC-86D8-DC4427103EFC}" dt="2022-03-25T16:14:42.737" v="203"/>
          <ac:spMkLst>
            <pc:docMk/>
            <pc:sldMk cId="3874318986" sldId="342"/>
            <ac:spMk id="37" creationId="{18C0D3D2-32B0-41D0-9468-087D3B8DA56C}"/>
          </ac:spMkLst>
        </pc:spChg>
        <pc:spChg chg="mod">
          <ac:chgData name="Văn Cảnh" userId="3374c81b8f87d1d8" providerId="LiveId" clId="{B0733B51-8933-4CFC-86D8-DC4427103EFC}" dt="2022-03-25T16:14:42.737" v="203"/>
          <ac:spMkLst>
            <pc:docMk/>
            <pc:sldMk cId="3874318986" sldId="342"/>
            <ac:spMk id="38" creationId="{A5AF4BE3-753D-4CB0-909E-988A83968E55}"/>
          </ac:spMkLst>
        </pc:spChg>
        <pc:spChg chg="mod">
          <ac:chgData name="Văn Cảnh" userId="3374c81b8f87d1d8" providerId="LiveId" clId="{B0733B51-8933-4CFC-86D8-DC4427103EFC}" dt="2022-03-25T16:14:42.737" v="203"/>
          <ac:spMkLst>
            <pc:docMk/>
            <pc:sldMk cId="3874318986" sldId="342"/>
            <ac:spMk id="39" creationId="{630D4093-C372-4C57-8C74-83DC3F912C9F}"/>
          </ac:spMkLst>
        </pc:spChg>
        <pc:spChg chg="mod">
          <ac:chgData name="Văn Cảnh" userId="3374c81b8f87d1d8" providerId="LiveId" clId="{B0733B51-8933-4CFC-86D8-DC4427103EFC}" dt="2022-03-25T17:19:47.424" v="993" actId="123"/>
          <ac:spMkLst>
            <pc:docMk/>
            <pc:sldMk cId="3874318986" sldId="342"/>
            <ac:spMk id="40" creationId="{C60FB8C3-E24B-42AE-900C-9398E8ED6322}"/>
          </ac:spMkLst>
        </pc:spChg>
        <pc:spChg chg="mod">
          <ac:chgData name="Văn Cảnh" userId="3374c81b8f87d1d8" providerId="LiveId" clId="{B0733B51-8933-4CFC-86D8-DC4427103EFC}" dt="2022-03-25T16:14:42.737" v="203"/>
          <ac:spMkLst>
            <pc:docMk/>
            <pc:sldMk cId="3874318986" sldId="342"/>
            <ac:spMk id="41" creationId="{8E73B2ED-64E1-40CD-A660-B0F15AB42943}"/>
          </ac:spMkLst>
        </pc:spChg>
        <pc:spChg chg="mod topLvl">
          <ac:chgData name="Văn Cảnh" userId="3374c81b8f87d1d8" providerId="LiveId" clId="{B0733B51-8933-4CFC-86D8-DC4427103EFC}" dt="2022-03-25T16:15:56.546" v="217" actId="164"/>
          <ac:spMkLst>
            <pc:docMk/>
            <pc:sldMk cId="3874318986" sldId="342"/>
            <ac:spMk id="43" creationId="{71BDB790-3842-49AD-A1F1-332CB6A53238}"/>
          </ac:spMkLst>
        </pc:spChg>
        <pc:spChg chg="mod">
          <ac:chgData name="Văn Cảnh" userId="3374c81b8f87d1d8" providerId="LiveId" clId="{B0733B51-8933-4CFC-86D8-DC4427103EFC}" dt="2022-03-25T17:19:45.672" v="991" actId="123"/>
          <ac:spMkLst>
            <pc:docMk/>
            <pc:sldMk cId="3874318986" sldId="342"/>
            <ac:spMk id="44" creationId="{1A04E56E-94E6-4E9A-83AE-5A713E7E6A56}"/>
          </ac:spMkLst>
        </pc:spChg>
        <pc:spChg chg="mod">
          <ac:chgData name="Văn Cảnh" userId="3374c81b8f87d1d8" providerId="LiveId" clId="{B0733B51-8933-4CFC-86D8-DC4427103EFC}" dt="2022-03-25T16:14:13.706" v="199" actId="14100"/>
          <ac:spMkLst>
            <pc:docMk/>
            <pc:sldMk cId="3874318986" sldId="342"/>
            <ac:spMk id="47" creationId="{231EFF96-6FDB-45EC-AA38-13F6AC1C047C}"/>
          </ac:spMkLst>
        </pc:spChg>
        <pc:spChg chg="mod">
          <ac:chgData name="Văn Cảnh" userId="3374c81b8f87d1d8" providerId="LiveId" clId="{B0733B51-8933-4CFC-86D8-DC4427103EFC}" dt="2022-03-25T16:14:13.706" v="199" actId="14100"/>
          <ac:spMkLst>
            <pc:docMk/>
            <pc:sldMk cId="3874318986" sldId="342"/>
            <ac:spMk id="48" creationId="{936EA72D-2CC4-4FC5-A11E-C93F82164CDE}"/>
          </ac:spMkLst>
        </pc:spChg>
        <pc:spChg chg="mod">
          <ac:chgData name="Văn Cảnh" userId="3374c81b8f87d1d8" providerId="LiveId" clId="{B0733B51-8933-4CFC-86D8-DC4427103EFC}" dt="2022-03-25T16:14:13.706" v="199" actId="14100"/>
          <ac:spMkLst>
            <pc:docMk/>
            <pc:sldMk cId="3874318986" sldId="342"/>
            <ac:spMk id="49" creationId="{2F00DEC8-5534-408B-8297-6F5E064EB7A3}"/>
          </ac:spMkLst>
        </pc:spChg>
        <pc:spChg chg="mod">
          <ac:chgData name="Văn Cảnh" userId="3374c81b8f87d1d8" providerId="LiveId" clId="{B0733B51-8933-4CFC-86D8-DC4427103EFC}" dt="2022-03-25T16:14:13.706" v="199" actId="14100"/>
          <ac:spMkLst>
            <pc:docMk/>
            <pc:sldMk cId="3874318986" sldId="342"/>
            <ac:spMk id="50" creationId="{B2BB3821-36E1-4185-B02D-6219F83C257B}"/>
          </ac:spMkLst>
        </pc:spChg>
        <pc:spChg chg="mod topLvl">
          <ac:chgData name="Văn Cảnh" userId="3374c81b8f87d1d8" providerId="LiveId" clId="{B0733B51-8933-4CFC-86D8-DC4427103EFC}" dt="2022-03-25T16:15:50.373" v="214" actId="164"/>
          <ac:spMkLst>
            <pc:docMk/>
            <pc:sldMk cId="3874318986" sldId="342"/>
            <ac:spMk id="53" creationId="{30DC5AB1-4381-4434-9326-D1025E56A728}"/>
          </ac:spMkLst>
        </pc:spChg>
        <pc:spChg chg="mod topLvl">
          <ac:chgData name="Văn Cảnh" userId="3374c81b8f87d1d8" providerId="LiveId" clId="{B0733B51-8933-4CFC-86D8-DC4427103EFC}" dt="2022-03-25T16:15:50.373" v="214" actId="164"/>
          <ac:spMkLst>
            <pc:docMk/>
            <pc:sldMk cId="3874318986" sldId="342"/>
            <ac:spMk id="54" creationId="{55E41653-9B27-410F-A966-17788FF807BC}"/>
          </ac:spMkLst>
        </pc:spChg>
        <pc:spChg chg="mod">
          <ac:chgData name="Văn Cảnh" userId="3374c81b8f87d1d8" providerId="LiveId" clId="{B0733B51-8933-4CFC-86D8-DC4427103EFC}" dt="2022-03-25T16:15:22.721" v="211" actId="165"/>
          <ac:spMkLst>
            <pc:docMk/>
            <pc:sldMk cId="3874318986" sldId="342"/>
            <ac:spMk id="55" creationId="{F0CB4210-B860-4B14-B370-87656C24D2D0}"/>
          </ac:spMkLst>
        </pc:spChg>
        <pc:spChg chg="mod">
          <ac:chgData name="Văn Cảnh" userId="3374c81b8f87d1d8" providerId="LiveId" clId="{B0733B51-8933-4CFC-86D8-DC4427103EFC}" dt="2022-03-25T16:15:22.721" v="211" actId="165"/>
          <ac:spMkLst>
            <pc:docMk/>
            <pc:sldMk cId="3874318986" sldId="342"/>
            <ac:spMk id="56" creationId="{D99D79D6-413D-408E-B2F5-F619E5185008}"/>
          </ac:spMkLst>
        </pc:spChg>
        <pc:spChg chg="mod">
          <ac:chgData name="Văn Cảnh" userId="3374c81b8f87d1d8" providerId="LiveId" clId="{B0733B51-8933-4CFC-86D8-DC4427103EFC}" dt="2022-03-25T16:15:22.721" v="211" actId="165"/>
          <ac:spMkLst>
            <pc:docMk/>
            <pc:sldMk cId="3874318986" sldId="342"/>
            <ac:spMk id="57" creationId="{3FC5E01F-DB7F-4391-8F19-FF0764426628}"/>
          </ac:spMkLst>
        </pc:spChg>
        <pc:spChg chg="mod">
          <ac:chgData name="Văn Cảnh" userId="3374c81b8f87d1d8" providerId="LiveId" clId="{B0733B51-8933-4CFC-86D8-DC4427103EFC}" dt="2022-03-25T16:14:13.706" v="199" actId="14100"/>
          <ac:spMkLst>
            <pc:docMk/>
            <pc:sldMk cId="3874318986" sldId="342"/>
            <ac:spMk id="59" creationId="{7A1BC79F-E2C8-4C7C-84BA-DEB51F95102C}"/>
          </ac:spMkLst>
        </pc:spChg>
        <pc:spChg chg="mod topLvl">
          <ac:chgData name="Văn Cảnh" userId="3374c81b8f87d1d8" providerId="LiveId" clId="{B0733B51-8933-4CFC-86D8-DC4427103EFC}" dt="2022-03-25T16:33:40.680" v="402" actId="164"/>
          <ac:spMkLst>
            <pc:docMk/>
            <pc:sldMk cId="3874318986" sldId="342"/>
            <ac:spMk id="60" creationId="{095D8B71-1F1A-4584-A245-E93D45144F77}"/>
          </ac:spMkLst>
        </pc:spChg>
        <pc:spChg chg="mod">
          <ac:chgData name="Văn Cảnh" userId="3374c81b8f87d1d8" providerId="LiveId" clId="{B0733B51-8933-4CFC-86D8-DC4427103EFC}" dt="2022-03-25T16:33:31.138" v="400" actId="165"/>
          <ac:spMkLst>
            <pc:docMk/>
            <pc:sldMk cId="3874318986" sldId="342"/>
            <ac:spMk id="63" creationId="{FA147E79-6F96-47CA-B89D-E5B7EE125717}"/>
          </ac:spMkLst>
        </pc:spChg>
        <pc:spChg chg="mod">
          <ac:chgData name="Văn Cảnh" userId="3374c81b8f87d1d8" providerId="LiveId" clId="{B0733B51-8933-4CFC-86D8-DC4427103EFC}" dt="2022-03-25T16:33:31.138" v="400" actId="165"/>
          <ac:spMkLst>
            <pc:docMk/>
            <pc:sldMk cId="3874318986" sldId="342"/>
            <ac:spMk id="64" creationId="{1A97C1B5-4AB4-4C6D-B6A6-8B8AC592E199}"/>
          </ac:spMkLst>
        </pc:spChg>
        <pc:spChg chg="mod">
          <ac:chgData name="Văn Cảnh" userId="3374c81b8f87d1d8" providerId="LiveId" clId="{B0733B51-8933-4CFC-86D8-DC4427103EFC}" dt="2022-03-25T16:33:31.138" v="400" actId="165"/>
          <ac:spMkLst>
            <pc:docMk/>
            <pc:sldMk cId="3874318986" sldId="342"/>
            <ac:spMk id="65" creationId="{BFD08E55-0281-42B4-A2FF-7BAB5BCCB9E1}"/>
          </ac:spMkLst>
        </pc:spChg>
        <pc:spChg chg="mod">
          <ac:chgData name="Văn Cảnh" userId="3374c81b8f87d1d8" providerId="LiveId" clId="{B0733B51-8933-4CFC-86D8-DC4427103EFC}" dt="2022-03-25T16:33:31.138" v="400" actId="165"/>
          <ac:spMkLst>
            <pc:docMk/>
            <pc:sldMk cId="3874318986" sldId="342"/>
            <ac:spMk id="66" creationId="{AB43AAD8-8C32-46EB-A4DB-A2E4519BB757}"/>
          </ac:spMkLst>
        </pc:spChg>
        <pc:spChg chg="mod">
          <ac:chgData name="Văn Cảnh" userId="3374c81b8f87d1d8" providerId="LiveId" clId="{B0733B51-8933-4CFC-86D8-DC4427103EFC}" dt="2022-03-25T16:33:31.138" v="400" actId="165"/>
          <ac:spMkLst>
            <pc:docMk/>
            <pc:sldMk cId="3874318986" sldId="342"/>
            <ac:spMk id="67" creationId="{81DA1D0B-B078-4BBE-A97A-706CD45FF863}"/>
          </ac:spMkLst>
        </pc:spChg>
        <pc:spChg chg="mod">
          <ac:chgData name="Văn Cảnh" userId="3374c81b8f87d1d8" providerId="LiveId" clId="{B0733B51-8933-4CFC-86D8-DC4427103EFC}" dt="2022-03-25T16:08:22.159" v="123" actId="14100"/>
          <ac:spMkLst>
            <pc:docMk/>
            <pc:sldMk cId="3874318986" sldId="342"/>
            <ac:spMk id="74" creationId="{A6C470C3-8BC0-41D7-85C3-6BF08CB76404}"/>
          </ac:spMkLst>
        </pc:spChg>
        <pc:grpChg chg="add mod">
          <ac:chgData name="Văn Cảnh" userId="3374c81b8f87d1d8" providerId="LiveId" clId="{B0733B51-8933-4CFC-86D8-DC4427103EFC}" dt="2022-03-25T16:15:56.546" v="217" actId="164"/>
          <ac:grpSpMkLst>
            <pc:docMk/>
            <pc:sldMk cId="3874318986" sldId="342"/>
            <ac:grpSpMk id="6" creationId="{DBBC8C08-F539-4ECC-8991-FE7D2A423B86}"/>
          </ac:grpSpMkLst>
        </pc:grpChg>
        <pc:grpChg chg="add del mod ord">
          <ac:chgData name="Văn Cảnh" userId="3374c81b8f87d1d8" providerId="LiveId" clId="{B0733B51-8933-4CFC-86D8-DC4427103EFC}" dt="2022-03-25T16:16:49.152" v="223" actId="478"/>
          <ac:grpSpMkLst>
            <pc:docMk/>
            <pc:sldMk cId="3874318986" sldId="342"/>
            <ac:grpSpMk id="7" creationId="{DB19B966-899F-4DD7-B8B2-DEFFC34B2ED3}"/>
          </ac:grpSpMkLst>
        </pc:grpChg>
        <pc:grpChg chg="add del mod ord">
          <ac:chgData name="Văn Cảnh" userId="3374c81b8f87d1d8" providerId="LiveId" clId="{B0733B51-8933-4CFC-86D8-DC4427103EFC}" dt="2022-03-25T16:33:31.138" v="400" actId="165"/>
          <ac:grpSpMkLst>
            <pc:docMk/>
            <pc:sldMk cId="3874318986" sldId="342"/>
            <ac:grpSpMk id="8" creationId="{3898429D-50AB-43E3-8A83-9272C84B6640}"/>
          </ac:grpSpMkLst>
        </pc:grpChg>
        <pc:grpChg chg="add mod">
          <ac:chgData name="Văn Cảnh" userId="3374c81b8f87d1d8" providerId="LiveId" clId="{B0733B51-8933-4CFC-86D8-DC4427103EFC}" dt="2022-03-25T16:33:40.680" v="402" actId="164"/>
          <ac:grpSpMkLst>
            <pc:docMk/>
            <pc:sldMk cId="3874318986" sldId="342"/>
            <ac:grpSpMk id="9" creationId="{51B8BB2F-C3C9-49D1-B3AF-40B9BBE90809}"/>
          </ac:grpSpMkLst>
        </pc:grpChg>
        <pc:grpChg chg="del mod">
          <ac:chgData name="Văn Cảnh" userId="3374c81b8f87d1d8" providerId="LiveId" clId="{B0733B51-8933-4CFC-86D8-DC4427103EFC}" dt="2022-03-25T16:14:41.656" v="202" actId="478"/>
          <ac:grpSpMkLst>
            <pc:docMk/>
            <pc:sldMk cId="3874318986" sldId="342"/>
            <ac:grpSpMk id="10" creationId="{248A0534-14F9-4423-8FC2-413214AB101B}"/>
          </ac:grpSpMkLst>
        </pc:grpChg>
        <pc:grpChg chg="add del mod">
          <ac:chgData name="Văn Cảnh" userId="3374c81b8f87d1d8" providerId="LiveId" clId="{B0733B51-8933-4CFC-86D8-DC4427103EFC}" dt="2022-03-25T16:14:54.343" v="206"/>
          <ac:grpSpMkLst>
            <pc:docMk/>
            <pc:sldMk cId="3874318986" sldId="342"/>
            <ac:grpSpMk id="32" creationId="{0675D619-2E46-44ED-857D-BCAE3851A00D}"/>
          </ac:grpSpMkLst>
        </pc:grpChg>
        <pc:grpChg chg="mod">
          <ac:chgData name="Văn Cảnh" userId="3374c81b8f87d1d8" providerId="LiveId" clId="{B0733B51-8933-4CFC-86D8-DC4427103EFC}" dt="2022-03-25T16:14:42.737" v="203"/>
          <ac:grpSpMkLst>
            <pc:docMk/>
            <pc:sldMk cId="3874318986" sldId="342"/>
            <ac:grpSpMk id="34" creationId="{DBB7506B-8228-4AA7-8F8A-A8F483510DA9}"/>
          </ac:grpSpMkLst>
        </pc:grpChg>
        <pc:grpChg chg="mod">
          <ac:chgData name="Văn Cảnh" userId="3374c81b8f87d1d8" providerId="LiveId" clId="{B0733B51-8933-4CFC-86D8-DC4427103EFC}" dt="2022-03-25T16:14:42.737" v="203"/>
          <ac:grpSpMkLst>
            <pc:docMk/>
            <pc:sldMk cId="3874318986" sldId="342"/>
            <ac:grpSpMk id="35" creationId="{B0C8AA84-8C90-485E-9B60-5A213C6EAC95}"/>
          </ac:grpSpMkLst>
        </pc:grpChg>
        <pc:grpChg chg="add del mod">
          <ac:chgData name="Văn Cảnh" userId="3374c81b8f87d1d8" providerId="LiveId" clId="{B0733B51-8933-4CFC-86D8-DC4427103EFC}" dt="2022-03-25T16:15:15.642" v="208" actId="165"/>
          <ac:grpSpMkLst>
            <pc:docMk/>
            <pc:sldMk cId="3874318986" sldId="342"/>
            <ac:grpSpMk id="42" creationId="{A469AA8D-675A-4397-802D-8FBFD5814AE4}"/>
          </ac:grpSpMkLst>
        </pc:grpChg>
        <pc:grpChg chg="del mod topLvl">
          <ac:chgData name="Văn Cảnh" userId="3374c81b8f87d1d8" providerId="LiveId" clId="{B0733B51-8933-4CFC-86D8-DC4427103EFC}" dt="2022-03-25T16:15:22.721" v="211" actId="165"/>
          <ac:grpSpMkLst>
            <pc:docMk/>
            <pc:sldMk cId="3874318986" sldId="342"/>
            <ac:grpSpMk id="51" creationId="{CAF3060A-2643-466F-874E-1ECD7AF1FA35}"/>
          </ac:grpSpMkLst>
        </pc:grpChg>
        <pc:grpChg chg="mod topLvl">
          <ac:chgData name="Văn Cảnh" userId="3374c81b8f87d1d8" providerId="LiveId" clId="{B0733B51-8933-4CFC-86D8-DC4427103EFC}" dt="2022-03-25T16:15:50.373" v="214" actId="164"/>
          <ac:grpSpMkLst>
            <pc:docMk/>
            <pc:sldMk cId="3874318986" sldId="342"/>
            <ac:grpSpMk id="52" creationId="{34A7F8CF-CAB8-4AD0-8EDF-C84C65072FE6}"/>
          </ac:grpSpMkLst>
        </pc:grpChg>
        <pc:grpChg chg="add del mod">
          <ac:chgData name="Văn Cảnh" userId="3374c81b8f87d1d8" providerId="LiveId" clId="{B0733B51-8933-4CFC-86D8-DC4427103EFC}" dt="2022-03-25T16:16:58.980" v="225" actId="165"/>
          <ac:grpSpMkLst>
            <pc:docMk/>
            <pc:sldMk cId="3874318986" sldId="342"/>
            <ac:grpSpMk id="58" creationId="{128CE81E-A60F-4991-A72D-C266383F25DB}"/>
          </ac:grpSpMkLst>
        </pc:grpChg>
        <pc:grpChg chg="mod topLvl">
          <ac:chgData name="Văn Cảnh" userId="3374c81b8f87d1d8" providerId="LiveId" clId="{B0733B51-8933-4CFC-86D8-DC4427103EFC}" dt="2022-03-25T16:33:40.680" v="402" actId="164"/>
          <ac:grpSpMkLst>
            <pc:docMk/>
            <pc:sldMk cId="3874318986" sldId="342"/>
            <ac:grpSpMk id="61" creationId="{2D91F587-F6EB-4836-A8BD-ABBE4C28D8DE}"/>
          </ac:grpSpMkLst>
        </pc:grpChg>
        <pc:grpChg chg="mod">
          <ac:chgData name="Văn Cảnh" userId="3374c81b8f87d1d8" providerId="LiveId" clId="{B0733B51-8933-4CFC-86D8-DC4427103EFC}" dt="2022-03-25T16:33:31.138" v="400" actId="165"/>
          <ac:grpSpMkLst>
            <pc:docMk/>
            <pc:sldMk cId="3874318986" sldId="342"/>
            <ac:grpSpMk id="62" creationId="{0B1DA06F-AEE9-4FD6-8DA8-1742B4860816}"/>
          </ac:grpSpMkLst>
        </pc:grpChg>
        <pc:grpChg chg="mod">
          <ac:chgData name="Văn Cảnh" userId="3374c81b8f87d1d8" providerId="LiveId" clId="{B0733B51-8933-4CFC-86D8-DC4427103EFC}" dt="2022-03-25T16:10:40.224" v="173" actId="1076"/>
          <ac:grpSpMkLst>
            <pc:docMk/>
            <pc:sldMk cId="3874318986" sldId="342"/>
            <ac:grpSpMk id="73" creationId="{4AF817D0-6A59-494C-85BC-EC23C8516691}"/>
          </ac:grpSpMkLst>
        </pc:grpChg>
        <pc:graphicFrameChg chg="add del mod">
          <ac:chgData name="Văn Cảnh" userId="3374c81b8f87d1d8" providerId="LiveId" clId="{B0733B51-8933-4CFC-86D8-DC4427103EFC}" dt="2022-03-25T16:07:17.634" v="109"/>
          <ac:graphicFrameMkLst>
            <pc:docMk/>
            <pc:sldMk cId="3874318986" sldId="342"/>
            <ac:graphicFrameMk id="3" creationId="{F476D892-43A9-4B0D-9323-DB4FC15D617D}"/>
          </ac:graphicFrameMkLst>
        </pc:graphicFrameChg>
        <pc:graphicFrameChg chg="add del mod">
          <ac:chgData name="Văn Cảnh" userId="3374c81b8f87d1d8" providerId="LiveId" clId="{B0733B51-8933-4CFC-86D8-DC4427103EFC}" dt="2022-03-25T16:09:39.097" v="153"/>
          <ac:graphicFrameMkLst>
            <pc:docMk/>
            <pc:sldMk cId="3874318986" sldId="342"/>
            <ac:graphicFrameMk id="5" creationId="{A0E27BA0-6CBA-4AF3-A96E-D6CFF0608B34}"/>
          </ac:graphicFrameMkLst>
        </pc:graphicFrameChg>
      </pc:sldChg>
      <pc:sldChg chg="addSp delSp modSp add mod delAnim modAnim">
        <pc:chgData name="Văn Cảnh" userId="3374c81b8f87d1d8" providerId="LiveId" clId="{B0733B51-8933-4CFC-86D8-DC4427103EFC}" dt="2022-03-25T17:19:54.190" v="996" actId="123"/>
        <pc:sldMkLst>
          <pc:docMk/>
          <pc:sldMk cId="1486465614" sldId="343"/>
        </pc:sldMkLst>
        <pc:spChg chg="del">
          <ac:chgData name="Văn Cảnh" userId="3374c81b8f87d1d8" providerId="LiveId" clId="{B0733B51-8933-4CFC-86D8-DC4427103EFC}" dt="2022-03-25T16:28:54.343" v="308" actId="478"/>
          <ac:spMkLst>
            <pc:docMk/>
            <pc:sldMk cId="1486465614" sldId="343"/>
            <ac:spMk id="30" creationId="{0E962096-552C-4CD0-9099-F1A7A988B9CB}"/>
          </ac:spMkLst>
        </pc:spChg>
        <pc:spChg chg="add mod">
          <ac:chgData name="Văn Cảnh" userId="3374c81b8f87d1d8" providerId="LiveId" clId="{B0733B51-8933-4CFC-86D8-DC4427103EFC}" dt="2022-03-25T17:19:54.190" v="996" actId="123"/>
          <ac:spMkLst>
            <pc:docMk/>
            <pc:sldMk cId="1486465614" sldId="343"/>
            <ac:spMk id="31" creationId="{325D4EE0-C4FC-4681-8144-F1D064BDFD8B}"/>
          </ac:spMkLst>
        </pc:spChg>
        <pc:spChg chg="del mod">
          <ac:chgData name="Văn Cảnh" userId="3374c81b8f87d1d8" providerId="LiveId" clId="{B0733B51-8933-4CFC-86D8-DC4427103EFC}" dt="2022-03-25T16:26:27.252" v="267"/>
          <ac:spMkLst>
            <pc:docMk/>
            <pc:sldMk cId="1486465614" sldId="343"/>
            <ac:spMk id="40" creationId="{C60FB8C3-E24B-42AE-900C-9398E8ED6322}"/>
          </ac:spMkLst>
        </pc:spChg>
        <pc:spChg chg="mod">
          <ac:chgData name="Văn Cảnh" userId="3374c81b8f87d1d8" providerId="LiveId" clId="{B0733B51-8933-4CFC-86D8-DC4427103EFC}" dt="2022-03-25T17:19:50.569" v="994" actId="123"/>
          <ac:spMkLst>
            <pc:docMk/>
            <pc:sldMk cId="1486465614" sldId="343"/>
            <ac:spMk id="44" creationId="{1A04E56E-94E6-4E9A-83AE-5A713E7E6A56}"/>
          </ac:spMkLst>
        </pc:spChg>
        <pc:spChg chg="mod topLvl">
          <ac:chgData name="Văn Cảnh" userId="3374c81b8f87d1d8" providerId="LiveId" clId="{B0733B51-8933-4CFC-86D8-DC4427103EFC}" dt="2022-03-25T16:33:10.392" v="395" actId="14100"/>
          <ac:spMkLst>
            <pc:docMk/>
            <pc:sldMk cId="1486465614" sldId="343"/>
            <ac:spMk id="60" creationId="{095D8B71-1F1A-4584-A245-E93D45144F77}"/>
          </ac:spMkLst>
        </pc:spChg>
        <pc:spChg chg="del">
          <ac:chgData name="Văn Cảnh" userId="3374c81b8f87d1d8" providerId="LiveId" clId="{B0733B51-8933-4CFC-86D8-DC4427103EFC}" dt="2022-03-25T16:29:03.616" v="311" actId="478"/>
          <ac:spMkLst>
            <pc:docMk/>
            <pc:sldMk cId="1486465614" sldId="343"/>
            <ac:spMk id="63" creationId="{FA147E79-6F96-47CA-B89D-E5B7EE125717}"/>
          </ac:spMkLst>
        </pc:spChg>
        <pc:spChg chg="del">
          <ac:chgData name="Văn Cảnh" userId="3374c81b8f87d1d8" providerId="LiveId" clId="{B0733B51-8933-4CFC-86D8-DC4427103EFC}" dt="2022-03-25T16:29:01.665" v="310" actId="478"/>
          <ac:spMkLst>
            <pc:docMk/>
            <pc:sldMk cId="1486465614" sldId="343"/>
            <ac:spMk id="64" creationId="{1A97C1B5-4AB4-4C6D-B6A6-8B8AC592E199}"/>
          </ac:spMkLst>
        </pc:spChg>
        <pc:spChg chg="del">
          <ac:chgData name="Văn Cảnh" userId="3374c81b8f87d1d8" providerId="LiveId" clId="{B0733B51-8933-4CFC-86D8-DC4427103EFC}" dt="2022-03-25T16:28:59.600" v="309" actId="478"/>
          <ac:spMkLst>
            <pc:docMk/>
            <pc:sldMk cId="1486465614" sldId="343"/>
            <ac:spMk id="65" creationId="{BFD08E55-0281-42B4-A2FF-7BAB5BCCB9E1}"/>
          </ac:spMkLst>
        </pc:spChg>
        <pc:spChg chg="del">
          <ac:chgData name="Văn Cảnh" userId="3374c81b8f87d1d8" providerId="LiveId" clId="{B0733B51-8933-4CFC-86D8-DC4427103EFC}" dt="2022-03-25T16:29:06.593" v="312" actId="478"/>
          <ac:spMkLst>
            <pc:docMk/>
            <pc:sldMk cId="1486465614" sldId="343"/>
            <ac:spMk id="66" creationId="{AB43AAD8-8C32-46EB-A4DB-A2E4519BB757}"/>
          </ac:spMkLst>
        </pc:spChg>
        <pc:spChg chg="del topLvl">
          <ac:chgData name="Văn Cảnh" userId="3374c81b8f87d1d8" providerId="LiveId" clId="{B0733B51-8933-4CFC-86D8-DC4427103EFC}" dt="2022-03-25T16:29:07.959" v="313" actId="478"/>
          <ac:spMkLst>
            <pc:docMk/>
            <pc:sldMk cId="1486465614" sldId="343"/>
            <ac:spMk id="67" creationId="{81DA1D0B-B078-4BBE-A97A-706CD45FF863}"/>
          </ac:spMkLst>
        </pc:spChg>
        <pc:spChg chg="del mod">
          <ac:chgData name="Văn Cảnh" userId="3374c81b8f87d1d8" providerId="LiveId" clId="{B0733B51-8933-4CFC-86D8-DC4427103EFC}" dt="2022-03-25T16:28:52.236" v="307" actId="478"/>
          <ac:spMkLst>
            <pc:docMk/>
            <pc:sldMk cId="1486465614" sldId="343"/>
            <ac:spMk id="74" creationId="{A6C470C3-8BC0-41D7-85C3-6BF08CB76404}"/>
          </ac:spMkLst>
        </pc:spChg>
        <pc:spChg chg="mod">
          <ac:chgData name="Văn Cảnh" userId="3374c81b8f87d1d8" providerId="LiveId" clId="{B0733B51-8933-4CFC-86D8-DC4427103EFC}" dt="2022-03-25T16:27:04.880" v="290" actId="14100"/>
          <ac:spMkLst>
            <pc:docMk/>
            <pc:sldMk cId="1486465614" sldId="343"/>
            <ac:spMk id="76" creationId="{6CB21E94-AE6B-442B-BFF9-72B0DC40A5FB}"/>
          </ac:spMkLst>
        </pc:spChg>
        <pc:spChg chg="mod">
          <ac:chgData name="Văn Cảnh" userId="3374c81b8f87d1d8" providerId="LiveId" clId="{B0733B51-8933-4CFC-86D8-DC4427103EFC}" dt="2022-03-25T16:27:19.074" v="292" actId="207"/>
          <ac:spMkLst>
            <pc:docMk/>
            <pc:sldMk cId="1486465614" sldId="343"/>
            <ac:spMk id="77" creationId="{C6E47BA5-0074-4AD1-9999-5245AD15FAA9}"/>
          </ac:spMkLst>
        </pc:spChg>
        <pc:spChg chg="add del">
          <ac:chgData name="Văn Cảnh" userId="3374c81b8f87d1d8" providerId="LiveId" clId="{B0733B51-8933-4CFC-86D8-DC4427103EFC}" dt="2022-03-25T16:27:22.619" v="294" actId="478"/>
          <ac:spMkLst>
            <pc:docMk/>
            <pc:sldMk cId="1486465614" sldId="343"/>
            <ac:spMk id="78" creationId="{DC4B01DD-F943-41F7-B7AB-80194AB4C995}"/>
          </ac:spMkLst>
        </pc:spChg>
        <pc:spChg chg="del">
          <ac:chgData name="Văn Cảnh" userId="3374c81b8f87d1d8" providerId="LiveId" clId="{B0733B51-8933-4CFC-86D8-DC4427103EFC}" dt="2022-03-25T16:27:24.080" v="295" actId="478"/>
          <ac:spMkLst>
            <pc:docMk/>
            <pc:sldMk cId="1486465614" sldId="343"/>
            <ac:spMk id="79" creationId="{7537B811-3E9D-4FCF-B714-AD3F3B3A52E9}"/>
          </ac:spMkLst>
        </pc:spChg>
        <pc:grpChg chg="add mod">
          <ac:chgData name="Văn Cảnh" userId="3374c81b8f87d1d8" providerId="LiveId" clId="{B0733B51-8933-4CFC-86D8-DC4427103EFC}" dt="2022-03-25T16:29:18.047" v="315" actId="1076"/>
          <ac:grpSpMkLst>
            <pc:docMk/>
            <pc:sldMk cId="1486465614" sldId="343"/>
            <ac:grpSpMk id="3" creationId="{312870F2-3EC7-4172-B939-7DC4A6A814DD}"/>
          </ac:grpSpMkLst>
        </pc:grpChg>
        <pc:grpChg chg="del">
          <ac:chgData name="Văn Cảnh" userId="3374c81b8f87d1d8" providerId="LiveId" clId="{B0733B51-8933-4CFC-86D8-DC4427103EFC}" dt="2022-03-25T16:29:07.959" v="313" actId="478"/>
          <ac:grpSpMkLst>
            <pc:docMk/>
            <pc:sldMk cId="1486465614" sldId="343"/>
            <ac:grpSpMk id="8" creationId="{3898429D-50AB-43E3-8A83-9272C84B6640}"/>
          </ac:grpSpMkLst>
        </pc:grpChg>
        <pc:grpChg chg="del">
          <ac:chgData name="Văn Cảnh" userId="3374c81b8f87d1d8" providerId="LiveId" clId="{B0733B51-8933-4CFC-86D8-DC4427103EFC}" dt="2022-03-25T16:29:03.616" v="311" actId="478"/>
          <ac:grpSpMkLst>
            <pc:docMk/>
            <pc:sldMk cId="1486465614" sldId="343"/>
            <ac:grpSpMk id="61" creationId="{2D91F587-F6EB-4836-A8BD-ABBE4C28D8DE}"/>
          </ac:grpSpMkLst>
        </pc:grpChg>
        <pc:grpChg chg="del">
          <ac:chgData name="Văn Cảnh" userId="3374c81b8f87d1d8" providerId="LiveId" clId="{B0733B51-8933-4CFC-86D8-DC4427103EFC}" dt="2022-03-25T16:29:06.593" v="312" actId="478"/>
          <ac:grpSpMkLst>
            <pc:docMk/>
            <pc:sldMk cId="1486465614" sldId="343"/>
            <ac:grpSpMk id="62" creationId="{0B1DA06F-AEE9-4FD6-8DA8-1742B4860816}"/>
          </ac:grpSpMkLst>
        </pc:grpChg>
        <pc:grpChg chg="add del mod">
          <ac:chgData name="Văn Cảnh" userId="3374c81b8f87d1d8" providerId="LiveId" clId="{B0733B51-8933-4CFC-86D8-DC4427103EFC}" dt="2022-03-25T16:28:52.236" v="307" actId="478"/>
          <ac:grpSpMkLst>
            <pc:docMk/>
            <pc:sldMk cId="1486465614" sldId="343"/>
            <ac:grpSpMk id="73" creationId="{4AF817D0-6A59-494C-85BC-EC23C8516691}"/>
          </ac:grpSpMkLst>
        </pc:grpChg>
        <pc:graphicFrameChg chg="add del mod">
          <ac:chgData name="Văn Cảnh" userId="3374c81b8f87d1d8" providerId="LiveId" clId="{B0733B51-8933-4CFC-86D8-DC4427103EFC}" dt="2022-03-25T16:29:51.071" v="330"/>
          <ac:graphicFrameMkLst>
            <pc:docMk/>
            <pc:sldMk cId="1486465614" sldId="343"/>
            <ac:graphicFrameMk id="4" creationId="{C0E8BFC9-CE3C-490F-B854-6770A5DE8F3B}"/>
          </ac:graphicFrameMkLst>
        </pc:graphicFrameChg>
        <pc:picChg chg="add mod">
          <ac:chgData name="Văn Cảnh" userId="3374c81b8f87d1d8" providerId="LiveId" clId="{B0733B51-8933-4CFC-86D8-DC4427103EFC}" dt="2022-03-25T16:28:47.325" v="305" actId="164"/>
          <ac:picMkLst>
            <pc:docMk/>
            <pc:sldMk cId="1486465614" sldId="343"/>
            <ac:picMk id="27" creationId="{3DAB963E-66BA-4B37-9DA9-E81F13266271}"/>
          </ac:picMkLst>
        </pc:picChg>
      </pc:sldChg>
      <pc:sldChg chg="addSp delSp modSp add mod delAnim modAnim">
        <pc:chgData name="Văn Cảnh" userId="3374c81b8f87d1d8" providerId="LiveId" clId="{B0733B51-8933-4CFC-86D8-DC4427103EFC}" dt="2022-03-25T17:19:57.683" v="999" actId="123"/>
        <pc:sldMkLst>
          <pc:docMk/>
          <pc:sldMk cId="3136833016" sldId="344"/>
        </pc:sldMkLst>
        <pc:spChg chg="mod">
          <ac:chgData name="Văn Cảnh" userId="3374c81b8f87d1d8" providerId="LiveId" clId="{B0733B51-8933-4CFC-86D8-DC4427103EFC}" dt="2022-03-25T17:19:56.498" v="998" actId="123"/>
          <ac:spMkLst>
            <pc:docMk/>
            <pc:sldMk cId="3136833016" sldId="344"/>
            <ac:spMk id="3" creationId="{E5C8CF20-A188-40A3-A095-8424A5327F85}"/>
          </ac:spMkLst>
        </pc:spChg>
        <pc:spChg chg="mod">
          <ac:chgData name="Văn Cảnh" userId="3374c81b8f87d1d8" providerId="LiveId" clId="{B0733B51-8933-4CFC-86D8-DC4427103EFC}" dt="2022-03-25T16:32:48.877" v="394" actId="20577"/>
          <ac:spMkLst>
            <pc:docMk/>
            <pc:sldMk cId="3136833016" sldId="344"/>
            <ac:spMk id="17" creationId="{CE96812B-CA35-423B-AB78-F20B241658E4}"/>
          </ac:spMkLst>
        </pc:spChg>
        <pc:spChg chg="mod">
          <ac:chgData name="Văn Cảnh" userId="3374c81b8f87d1d8" providerId="LiveId" clId="{B0733B51-8933-4CFC-86D8-DC4427103EFC}" dt="2022-03-25T16:32:42.040" v="367" actId="20577"/>
          <ac:spMkLst>
            <pc:docMk/>
            <pc:sldMk cId="3136833016" sldId="344"/>
            <ac:spMk id="21" creationId="{A90995F8-A631-4231-86BB-7D3EBA512F0D}"/>
          </ac:spMkLst>
        </pc:spChg>
        <pc:spChg chg="del">
          <ac:chgData name="Văn Cảnh" userId="3374c81b8f87d1d8" providerId="LiveId" clId="{B0733B51-8933-4CFC-86D8-DC4427103EFC}" dt="2022-03-25T16:41:34.182" v="454" actId="478"/>
          <ac:spMkLst>
            <pc:docMk/>
            <pc:sldMk cId="3136833016" sldId="344"/>
            <ac:spMk id="24" creationId="{BA820F67-58D8-4644-8FFA-523A9B7B88A6}"/>
          </ac:spMkLst>
        </pc:spChg>
        <pc:spChg chg="del">
          <ac:chgData name="Văn Cảnh" userId="3374c81b8f87d1d8" providerId="LiveId" clId="{B0733B51-8933-4CFC-86D8-DC4427103EFC}" dt="2022-03-25T16:41:54.751" v="455" actId="478"/>
          <ac:spMkLst>
            <pc:docMk/>
            <pc:sldMk cId="3136833016" sldId="344"/>
            <ac:spMk id="25" creationId="{35C77573-004B-47AB-A06D-169C5ED317A4}"/>
          </ac:spMkLst>
        </pc:spChg>
        <pc:spChg chg="add mod">
          <ac:chgData name="Văn Cảnh" userId="3374c81b8f87d1d8" providerId="LiveId" clId="{B0733B51-8933-4CFC-86D8-DC4427103EFC}" dt="2022-03-25T17:19:57.683" v="999" actId="123"/>
          <ac:spMkLst>
            <pc:docMk/>
            <pc:sldMk cId="3136833016" sldId="344"/>
            <ac:spMk id="28" creationId="{9AC3DA6F-783F-4288-B751-9EF2A1CAA30A}"/>
          </ac:spMkLst>
        </pc:spChg>
        <pc:spChg chg="mod">
          <ac:chgData name="Văn Cảnh" userId="3374c81b8f87d1d8" providerId="LiveId" clId="{B0733B51-8933-4CFC-86D8-DC4427103EFC}" dt="2022-03-25T16:41:21.777" v="452" actId="20577"/>
          <ac:spMkLst>
            <pc:docMk/>
            <pc:sldMk cId="3136833016" sldId="344"/>
            <ac:spMk id="55" creationId="{4268C6BD-BE2D-4D4E-B360-4A8AC840F897}"/>
          </ac:spMkLst>
        </pc:spChg>
        <pc:grpChg chg="mod">
          <ac:chgData name="Văn Cảnh" userId="3374c81b8f87d1d8" providerId="LiveId" clId="{B0733B51-8933-4CFC-86D8-DC4427103EFC}" dt="2022-03-25T17:19:55.601" v="997" actId="1076"/>
          <ac:grpSpMkLst>
            <pc:docMk/>
            <pc:sldMk cId="3136833016" sldId="344"/>
            <ac:grpSpMk id="51" creationId="{6B2AFC34-1456-4638-8F4F-CAF389D4240D}"/>
          </ac:grpSpMkLst>
        </pc:grpChg>
        <pc:graphicFrameChg chg="add del mod">
          <ac:chgData name="Văn Cảnh" userId="3374c81b8f87d1d8" providerId="LiveId" clId="{B0733B51-8933-4CFC-86D8-DC4427103EFC}" dt="2022-03-25T16:41:55.870" v="458"/>
          <ac:graphicFrameMkLst>
            <pc:docMk/>
            <pc:sldMk cId="3136833016" sldId="344"/>
            <ac:graphicFrameMk id="4" creationId="{231F4096-5B02-40DC-B27A-4FFC1238D901}"/>
          </ac:graphicFrameMkLst>
        </pc:graphicFrameChg>
      </pc:sldChg>
      <pc:sldChg chg="addSp delSp modSp add mod delAnim modAnim">
        <pc:chgData name="Văn Cảnh" userId="3374c81b8f87d1d8" providerId="LiveId" clId="{B0733B51-8933-4CFC-86D8-DC4427103EFC}" dt="2022-03-25T17:20:01.641" v="1002" actId="123"/>
        <pc:sldMkLst>
          <pc:docMk/>
          <pc:sldMk cId="3847612545" sldId="345"/>
        </pc:sldMkLst>
        <pc:spChg chg="del">
          <ac:chgData name="Văn Cảnh" userId="3374c81b8f87d1d8" providerId="LiveId" clId="{B0733B51-8933-4CFC-86D8-DC4427103EFC}" dt="2022-03-25T16:44:48.467" v="517" actId="478"/>
          <ac:spMkLst>
            <pc:docMk/>
            <pc:sldMk cId="3847612545" sldId="345"/>
            <ac:spMk id="3" creationId="{E5C8CF20-A188-40A3-A095-8424A5327F85}"/>
          </ac:spMkLst>
        </pc:spChg>
        <pc:spChg chg="add del mod">
          <ac:chgData name="Văn Cảnh" userId="3374c81b8f87d1d8" providerId="LiveId" clId="{B0733B51-8933-4CFC-86D8-DC4427103EFC}" dt="2022-03-25T16:43:45.753" v="484" actId="478"/>
          <ac:spMkLst>
            <pc:docMk/>
            <pc:sldMk cId="3847612545" sldId="345"/>
            <ac:spMk id="25" creationId="{B7FBFF10-410F-49C6-815B-8B25A902E9AD}"/>
          </ac:spMkLst>
        </pc:spChg>
        <pc:spChg chg="add del mod">
          <ac:chgData name="Văn Cảnh" userId="3374c81b8f87d1d8" providerId="LiveId" clId="{B0733B51-8933-4CFC-86D8-DC4427103EFC}" dt="2022-03-25T16:43:16.975" v="477"/>
          <ac:spMkLst>
            <pc:docMk/>
            <pc:sldMk cId="3847612545" sldId="345"/>
            <ac:spMk id="26" creationId="{A97600DC-312A-4C3C-8FA8-1403822C6BF5}"/>
          </ac:spMkLst>
        </pc:spChg>
        <pc:spChg chg="add del mod">
          <ac:chgData name="Văn Cảnh" userId="3374c81b8f87d1d8" providerId="LiveId" clId="{B0733B51-8933-4CFC-86D8-DC4427103EFC}" dt="2022-03-25T16:43:28.297" v="481"/>
          <ac:spMkLst>
            <pc:docMk/>
            <pc:sldMk cId="3847612545" sldId="345"/>
            <ac:spMk id="27" creationId="{FB94F8A6-14C2-4E0D-90C1-291C38DF728E}"/>
          </ac:spMkLst>
        </pc:spChg>
        <pc:spChg chg="del">
          <ac:chgData name="Văn Cảnh" userId="3374c81b8f87d1d8" providerId="LiveId" clId="{B0733B51-8933-4CFC-86D8-DC4427103EFC}" dt="2022-03-25T16:44:40.692" v="516" actId="478"/>
          <ac:spMkLst>
            <pc:docMk/>
            <pc:sldMk cId="3847612545" sldId="345"/>
            <ac:spMk id="28" creationId="{9AC3DA6F-783F-4288-B751-9EF2A1CAA30A}"/>
          </ac:spMkLst>
        </pc:spChg>
        <pc:spChg chg="add del mod">
          <ac:chgData name="Văn Cảnh" userId="3374c81b8f87d1d8" providerId="LiveId" clId="{B0733B51-8933-4CFC-86D8-DC4427103EFC}" dt="2022-03-25T16:43:28.297" v="481"/>
          <ac:spMkLst>
            <pc:docMk/>
            <pc:sldMk cId="3847612545" sldId="345"/>
            <ac:spMk id="29" creationId="{BC77CB67-4920-412D-89AB-7C00D5941062}"/>
          </ac:spMkLst>
        </pc:spChg>
        <pc:spChg chg="add mod">
          <ac:chgData name="Văn Cảnh" userId="3374c81b8f87d1d8" providerId="LiveId" clId="{B0733B51-8933-4CFC-86D8-DC4427103EFC}" dt="2022-03-25T16:58:47.578" v="626" actId="164"/>
          <ac:spMkLst>
            <pc:docMk/>
            <pc:sldMk cId="3847612545" sldId="345"/>
            <ac:spMk id="30" creationId="{33C4D620-648A-4A46-A2D7-84FD8B8EE767}"/>
          </ac:spMkLst>
        </pc:spChg>
        <pc:spChg chg="add mod">
          <ac:chgData name="Văn Cảnh" userId="3374c81b8f87d1d8" providerId="LiveId" clId="{B0733B51-8933-4CFC-86D8-DC4427103EFC}" dt="2022-03-25T16:58:47.578" v="626" actId="164"/>
          <ac:spMkLst>
            <pc:docMk/>
            <pc:sldMk cId="3847612545" sldId="345"/>
            <ac:spMk id="31" creationId="{9278DE50-B7CC-473F-AB5F-01295B7CCA19}"/>
          </ac:spMkLst>
        </pc:spChg>
        <pc:spChg chg="add mod">
          <ac:chgData name="Văn Cảnh" userId="3374c81b8f87d1d8" providerId="LiveId" clId="{B0733B51-8933-4CFC-86D8-DC4427103EFC}" dt="2022-03-25T16:58:47.578" v="626" actId="164"/>
          <ac:spMkLst>
            <pc:docMk/>
            <pc:sldMk cId="3847612545" sldId="345"/>
            <ac:spMk id="32" creationId="{7524934A-FD3C-43CE-9E89-336B67F14F42}"/>
          </ac:spMkLst>
        </pc:spChg>
        <pc:spChg chg="add mod">
          <ac:chgData name="Văn Cảnh" userId="3374c81b8f87d1d8" providerId="LiveId" clId="{B0733B51-8933-4CFC-86D8-DC4427103EFC}" dt="2022-03-25T17:20:01.641" v="1002" actId="123"/>
          <ac:spMkLst>
            <pc:docMk/>
            <pc:sldMk cId="3847612545" sldId="345"/>
            <ac:spMk id="41" creationId="{94FFC460-2A91-407B-9815-63D625A8312A}"/>
          </ac:spMkLst>
        </pc:spChg>
        <pc:spChg chg="topLvl">
          <ac:chgData name="Văn Cảnh" userId="3374c81b8f87d1d8" providerId="LiveId" clId="{B0733B51-8933-4CFC-86D8-DC4427103EFC}" dt="2022-03-25T16:43:00.267" v="473" actId="478"/>
          <ac:spMkLst>
            <pc:docMk/>
            <pc:sldMk cId="3847612545" sldId="345"/>
            <ac:spMk id="52" creationId="{9732CF64-EA0B-4855-B3A1-931E81F57942}"/>
          </ac:spMkLst>
        </pc:spChg>
        <pc:spChg chg="del">
          <ac:chgData name="Văn Cảnh" userId="3374c81b8f87d1d8" providerId="LiveId" clId="{B0733B51-8933-4CFC-86D8-DC4427103EFC}" dt="2022-03-25T16:42:47.513" v="470" actId="478"/>
          <ac:spMkLst>
            <pc:docMk/>
            <pc:sldMk cId="3847612545" sldId="345"/>
            <ac:spMk id="55" creationId="{4268C6BD-BE2D-4D4E-B360-4A8AC840F897}"/>
          </ac:spMkLst>
        </pc:spChg>
        <pc:spChg chg="del">
          <ac:chgData name="Văn Cảnh" userId="3374c81b8f87d1d8" providerId="LiveId" clId="{B0733B51-8933-4CFC-86D8-DC4427103EFC}" dt="2022-03-25T16:42:50.800" v="471" actId="478"/>
          <ac:spMkLst>
            <pc:docMk/>
            <pc:sldMk cId="3847612545" sldId="345"/>
            <ac:spMk id="56" creationId="{3C675B4E-2666-471E-B163-5CB1C2C47107}"/>
          </ac:spMkLst>
        </pc:spChg>
        <pc:spChg chg="del topLvl">
          <ac:chgData name="Văn Cảnh" userId="3374c81b8f87d1d8" providerId="LiveId" clId="{B0733B51-8933-4CFC-86D8-DC4427103EFC}" dt="2022-03-25T16:43:00.267" v="473" actId="478"/>
          <ac:spMkLst>
            <pc:docMk/>
            <pc:sldMk cId="3847612545" sldId="345"/>
            <ac:spMk id="57" creationId="{D4E23FE2-1ED3-44F3-9F2C-073D99F5BEC5}"/>
          </ac:spMkLst>
        </pc:spChg>
        <pc:spChg chg="del">
          <ac:chgData name="Văn Cảnh" userId="3374c81b8f87d1d8" providerId="LiveId" clId="{B0733B51-8933-4CFC-86D8-DC4427103EFC}" dt="2022-03-25T16:42:52.640" v="472" actId="478"/>
          <ac:spMkLst>
            <pc:docMk/>
            <pc:sldMk cId="3847612545" sldId="345"/>
            <ac:spMk id="58" creationId="{F2308666-C4B8-404A-B22F-69AF3044E4D5}"/>
          </ac:spMkLst>
        </pc:spChg>
        <pc:grpChg chg="add mod">
          <ac:chgData name="Văn Cảnh" userId="3374c81b8f87d1d8" providerId="LiveId" clId="{B0733B51-8933-4CFC-86D8-DC4427103EFC}" dt="2022-03-25T16:58:47.578" v="626" actId="164"/>
          <ac:grpSpMkLst>
            <pc:docMk/>
            <pc:sldMk cId="3847612545" sldId="345"/>
            <ac:grpSpMk id="6" creationId="{5DDBA234-2158-498C-91BF-5A703BDB416C}"/>
          </ac:grpSpMkLst>
        </pc:grpChg>
        <pc:grpChg chg="del">
          <ac:chgData name="Văn Cảnh" userId="3374c81b8f87d1d8" providerId="LiveId" clId="{B0733B51-8933-4CFC-86D8-DC4427103EFC}" dt="2022-03-25T16:44:40.692" v="516" actId="478"/>
          <ac:grpSpMkLst>
            <pc:docMk/>
            <pc:sldMk cId="3847612545" sldId="345"/>
            <ac:grpSpMk id="34" creationId="{1F4E20C8-2D05-4C40-9288-F9499AF26E6D}"/>
          </ac:grpSpMkLst>
        </pc:grpChg>
        <pc:grpChg chg="del">
          <ac:chgData name="Văn Cảnh" userId="3374c81b8f87d1d8" providerId="LiveId" clId="{B0733B51-8933-4CFC-86D8-DC4427103EFC}" dt="2022-03-25T16:43:00.267" v="473" actId="478"/>
          <ac:grpSpMkLst>
            <pc:docMk/>
            <pc:sldMk cId="3847612545" sldId="345"/>
            <ac:grpSpMk id="51" creationId="{6B2AFC34-1456-4638-8F4F-CAF389D4240D}"/>
          </ac:grpSpMkLst>
        </pc:grpChg>
        <pc:grpChg chg="del">
          <ac:chgData name="Văn Cảnh" userId="3374c81b8f87d1d8" providerId="LiveId" clId="{B0733B51-8933-4CFC-86D8-DC4427103EFC}" dt="2022-03-25T16:42:47.513" v="470" actId="478"/>
          <ac:grpSpMkLst>
            <pc:docMk/>
            <pc:sldMk cId="3847612545" sldId="345"/>
            <ac:grpSpMk id="53" creationId="{BC0C2C08-DEAD-4DBD-A065-EAF40B9D8EB1}"/>
          </ac:grpSpMkLst>
        </pc:grpChg>
        <pc:grpChg chg="del">
          <ac:chgData name="Văn Cảnh" userId="3374c81b8f87d1d8" providerId="LiveId" clId="{B0733B51-8933-4CFC-86D8-DC4427103EFC}" dt="2022-03-25T16:42:52.640" v="472" actId="478"/>
          <ac:grpSpMkLst>
            <pc:docMk/>
            <pc:sldMk cId="3847612545" sldId="345"/>
            <ac:grpSpMk id="54" creationId="{FD665E8E-59C0-4ACB-A7BF-CBEA6C332230}"/>
          </ac:grpSpMkLst>
        </pc:grpChg>
        <pc:graphicFrameChg chg="add del mod">
          <ac:chgData name="Văn Cảnh" userId="3374c81b8f87d1d8" providerId="LiveId" clId="{B0733B51-8933-4CFC-86D8-DC4427103EFC}" dt="2022-03-25T16:44:49.852" v="520"/>
          <ac:graphicFrameMkLst>
            <pc:docMk/>
            <pc:sldMk cId="3847612545" sldId="345"/>
            <ac:graphicFrameMk id="4" creationId="{22204EF0-0360-4636-A70F-F058208A82E9}"/>
          </ac:graphicFrameMkLst>
        </pc:graphicFrameChg>
        <pc:picChg chg="add mod">
          <ac:chgData name="Văn Cảnh" userId="3374c81b8f87d1d8" providerId="LiveId" clId="{B0733B51-8933-4CFC-86D8-DC4427103EFC}" dt="2022-03-25T16:58:47.578" v="626" actId="164"/>
          <ac:picMkLst>
            <pc:docMk/>
            <pc:sldMk cId="3847612545" sldId="345"/>
            <ac:picMk id="33" creationId="{F1EF640A-FF80-4FC6-BB88-30D7921D608A}"/>
          </ac:picMkLst>
        </pc:picChg>
      </pc:sldChg>
      <pc:sldChg chg="addSp delSp modSp add mod modAnim">
        <pc:chgData name="Văn Cảnh" userId="3374c81b8f87d1d8" providerId="LiveId" clId="{B0733B51-8933-4CFC-86D8-DC4427103EFC}" dt="2022-03-25T17:11:40.831" v="870"/>
        <pc:sldMkLst>
          <pc:docMk/>
          <pc:sldMk cId="4229320213" sldId="346"/>
        </pc:sldMkLst>
        <pc:spChg chg="mod">
          <ac:chgData name="Văn Cảnh" userId="3374c81b8f87d1d8" providerId="LiveId" clId="{B0733B51-8933-4CFC-86D8-DC4427103EFC}" dt="2022-03-25T16:47:03.777" v="544" actId="123"/>
          <ac:spMkLst>
            <pc:docMk/>
            <pc:sldMk cId="4229320213" sldId="346"/>
            <ac:spMk id="3" creationId="{E5C8CF20-A188-40A3-A095-8424A5327F85}"/>
          </ac:spMkLst>
        </pc:spChg>
        <pc:spChg chg="mod">
          <ac:chgData name="Văn Cảnh" userId="3374c81b8f87d1d8" providerId="LiveId" clId="{B0733B51-8933-4CFC-86D8-DC4427103EFC}" dt="2022-03-25T16:48:08.483" v="558"/>
          <ac:spMkLst>
            <pc:docMk/>
            <pc:sldMk cId="4229320213" sldId="346"/>
            <ac:spMk id="25" creationId="{35C77573-004B-47AB-A06D-169C5ED317A4}"/>
          </ac:spMkLst>
        </pc:spChg>
        <pc:spChg chg="mod">
          <ac:chgData name="Văn Cảnh" userId="3374c81b8f87d1d8" providerId="LiveId" clId="{B0733B51-8933-4CFC-86D8-DC4427103EFC}" dt="2022-03-25T16:46:42.913" v="541"/>
          <ac:spMkLst>
            <pc:docMk/>
            <pc:sldMk cId="4229320213" sldId="346"/>
            <ac:spMk id="33" creationId="{57722CBD-5CE2-4310-B7FA-3FA29BAD4991}"/>
          </ac:spMkLst>
        </pc:spChg>
        <pc:spChg chg="mod topLvl">
          <ac:chgData name="Văn Cảnh" userId="3374c81b8f87d1d8" providerId="LiveId" clId="{B0733B51-8933-4CFC-86D8-DC4427103EFC}" dt="2022-03-25T16:47:42.057" v="550" actId="164"/>
          <ac:spMkLst>
            <pc:docMk/>
            <pc:sldMk cId="4229320213" sldId="346"/>
            <ac:spMk id="35" creationId="{D04F078C-CEB5-4C4F-A97E-1DF03AE09DB2}"/>
          </ac:spMkLst>
        </pc:spChg>
        <pc:spChg chg="mod">
          <ac:chgData name="Văn Cảnh" userId="3374c81b8f87d1d8" providerId="LiveId" clId="{B0733B51-8933-4CFC-86D8-DC4427103EFC}" dt="2022-03-25T16:47:31.887" v="548" actId="165"/>
          <ac:spMkLst>
            <pc:docMk/>
            <pc:sldMk cId="4229320213" sldId="346"/>
            <ac:spMk id="37" creationId="{6A2CB58A-113B-4E6E-BC15-9EFD56D56D70}"/>
          </ac:spMkLst>
        </pc:spChg>
        <pc:spChg chg="mod">
          <ac:chgData name="Văn Cảnh" userId="3374c81b8f87d1d8" providerId="LiveId" clId="{B0733B51-8933-4CFC-86D8-DC4427103EFC}" dt="2022-03-25T16:47:31.887" v="548" actId="165"/>
          <ac:spMkLst>
            <pc:docMk/>
            <pc:sldMk cId="4229320213" sldId="346"/>
            <ac:spMk id="38" creationId="{16B3B9C2-0771-4EE7-BBD9-C8B639D26E0E}"/>
          </ac:spMkLst>
        </pc:spChg>
        <pc:spChg chg="mod">
          <ac:chgData name="Văn Cảnh" userId="3374c81b8f87d1d8" providerId="LiveId" clId="{B0733B51-8933-4CFC-86D8-DC4427103EFC}" dt="2022-03-25T16:47:31.887" v="548" actId="165"/>
          <ac:spMkLst>
            <pc:docMk/>
            <pc:sldMk cId="4229320213" sldId="346"/>
            <ac:spMk id="39" creationId="{6D85C842-0962-4F14-984C-91DBFD130435}"/>
          </ac:spMkLst>
        </pc:spChg>
        <pc:spChg chg="mod">
          <ac:chgData name="Văn Cảnh" userId="3374c81b8f87d1d8" providerId="LiveId" clId="{B0733B51-8933-4CFC-86D8-DC4427103EFC}" dt="2022-03-25T16:47:31.887" v="548" actId="165"/>
          <ac:spMkLst>
            <pc:docMk/>
            <pc:sldMk cId="4229320213" sldId="346"/>
            <ac:spMk id="40" creationId="{7605033E-4E88-46AF-AEBE-7E6490F9F307}"/>
          </ac:spMkLst>
        </pc:spChg>
        <pc:spChg chg="mod">
          <ac:chgData name="Văn Cảnh" userId="3374c81b8f87d1d8" providerId="LiveId" clId="{B0733B51-8933-4CFC-86D8-DC4427103EFC}" dt="2022-03-25T16:46:42.913" v="541"/>
          <ac:spMkLst>
            <pc:docMk/>
            <pc:sldMk cId="4229320213" sldId="346"/>
            <ac:spMk id="41" creationId="{6334C3CC-056D-4C53-B01E-6CD8A7FE0277}"/>
          </ac:spMkLst>
        </pc:spChg>
        <pc:spChg chg="mod">
          <ac:chgData name="Văn Cảnh" userId="3374c81b8f87d1d8" providerId="LiveId" clId="{B0733B51-8933-4CFC-86D8-DC4427103EFC}" dt="2022-03-25T16:46:42.913" v="541"/>
          <ac:spMkLst>
            <pc:docMk/>
            <pc:sldMk cId="4229320213" sldId="346"/>
            <ac:spMk id="42" creationId="{641ECDB4-47E2-4271-8E00-D14846A75B02}"/>
          </ac:spMkLst>
        </pc:spChg>
        <pc:spChg chg="mod">
          <ac:chgData name="Văn Cảnh" userId="3374c81b8f87d1d8" providerId="LiveId" clId="{B0733B51-8933-4CFC-86D8-DC4427103EFC}" dt="2022-03-25T16:46:42.913" v="541"/>
          <ac:spMkLst>
            <pc:docMk/>
            <pc:sldMk cId="4229320213" sldId="346"/>
            <ac:spMk id="43" creationId="{E04BCE33-A827-4DC0-AC28-E7E3BE10C6C6}"/>
          </ac:spMkLst>
        </pc:spChg>
        <pc:spChg chg="mod">
          <ac:chgData name="Văn Cảnh" userId="3374c81b8f87d1d8" providerId="LiveId" clId="{B0733B51-8933-4CFC-86D8-DC4427103EFC}" dt="2022-03-25T16:46:42.913" v="541"/>
          <ac:spMkLst>
            <pc:docMk/>
            <pc:sldMk cId="4229320213" sldId="346"/>
            <ac:spMk id="44" creationId="{035449BF-F2AC-4830-9273-D20D1D74755B}"/>
          </ac:spMkLst>
        </pc:spChg>
        <pc:spChg chg="add mod">
          <ac:chgData name="Văn Cảnh" userId="3374c81b8f87d1d8" providerId="LiveId" clId="{B0733B51-8933-4CFC-86D8-DC4427103EFC}" dt="2022-03-25T16:48:24.811" v="567" actId="14100"/>
          <ac:spMkLst>
            <pc:docMk/>
            <pc:sldMk cId="4229320213" sldId="346"/>
            <ac:spMk id="45" creationId="{E8C222ED-F799-4911-9001-35707809DBD1}"/>
          </ac:spMkLst>
        </pc:spChg>
        <pc:spChg chg="mod">
          <ac:chgData name="Văn Cảnh" userId="3374c81b8f87d1d8" providerId="LiveId" clId="{B0733B51-8933-4CFC-86D8-DC4427103EFC}" dt="2022-03-25T16:47:20.672" v="546" actId="14100"/>
          <ac:spMkLst>
            <pc:docMk/>
            <pc:sldMk cId="4229320213" sldId="346"/>
            <ac:spMk id="52" creationId="{9732CF64-EA0B-4855-B3A1-931E81F57942}"/>
          </ac:spMkLst>
        </pc:spChg>
        <pc:spChg chg="mod">
          <ac:chgData name="Văn Cảnh" userId="3374c81b8f87d1d8" providerId="LiveId" clId="{B0733B51-8933-4CFC-86D8-DC4427103EFC}" dt="2022-03-25T16:46:45.441" v="542" actId="20577"/>
          <ac:spMkLst>
            <pc:docMk/>
            <pc:sldMk cId="4229320213" sldId="346"/>
            <ac:spMk id="55" creationId="{4268C6BD-BE2D-4D4E-B360-4A8AC840F897}"/>
          </ac:spMkLst>
        </pc:spChg>
        <pc:grpChg chg="add mod">
          <ac:chgData name="Văn Cảnh" userId="3374c81b8f87d1d8" providerId="LiveId" clId="{B0733B51-8933-4CFC-86D8-DC4427103EFC}" dt="2022-03-25T17:11:30.053" v="867" actId="1076"/>
          <ac:grpSpMkLst>
            <pc:docMk/>
            <pc:sldMk cId="4229320213" sldId="346"/>
            <ac:grpSpMk id="2" creationId="{C3861D3C-9C7B-4299-9D0E-9498A204E87B}"/>
          </ac:grpSpMkLst>
        </pc:grpChg>
        <pc:grpChg chg="del">
          <ac:chgData name="Văn Cảnh" userId="3374c81b8f87d1d8" providerId="LiveId" clId="{B0733B51-8933-4CFC-86D8-DC4427103EFC}" dt="2022-03-25T16:46:38.937" v="540" actId="478"/>
          <ac:grpSpMkLst>
            <pc:docMk/>
            <pc:sldMk cId="4229320213" sldId="346"/>
            <ac:grpSpMk id="26" creationId="{43959A3E-5CD4-4B6B-9F7B-9466FC047144}"/>
          </ac:grpSpMkLst>
        </pc:grpChg>
        <pc:grpChg chg="add mod">
          <ac:chgData name="Văn Cảnh" userId="3374c81b8f87d1d8" providerId="LiveId" clId="{B0733B51-8933-4CFC-86D8-DC4427103EFC}" dt="2022-03-25T16:46:42.913" v="541"/>
          <ac:grpSpMkLst>
            <pc:docMk/>
            <pc:sldMk cId="4229320213" sldId="346"/>
            <ac:grpSpMk id="32" creationId="{C9EB6E73-F8F2-4F17-B2F6-CA9B7D982F3A}"/>
          </ac:grpSpMkLst>
        </pc:grpChg>
        <pc:grpChg chg="del mod">
          <ac:chgData name="Văn Cảnh" userId="3374c81b8f87d1d8" providerId="LiveId" clId="{B0733B51-8933-4CFC-86D8-DC4427103EFC}" dt="2022-03-25T16:47:31.887" v="548" actId="165"/>
          <ac:grpSpMkLst>
            <pc:docMk/>
            <pc:sldMk cId="4229320213" sldId="346"/>
            <ac:grpSpMk id="34" creationId="{1F4E20C8-2D05-4C40-9288-F9499AF26E6D}"/>
          </ac:grpSpMkLst>
        </pc:grpChg>
        <pc:grpChg chg="mod topLvl">
          <ac:chgData name="Văn Cảnh" userId="3374c81b8f87d1d8" providerId="LiveId" clId="{B0733B51-8933-4CFC-86D8-DC4427103EFC}" dt="2022-03-25T16:47:42.057" v="550" actId="164"/>
          <ac:grpSpMkLst>
            <pc:docMk/>
            <pc:sldMk cId="4229320213" sldId="346"/>
            <ac:grpSpMk id="36" creationId="{3FCB0186-5BA0-4BA4-B799-BF7DBFD32008}"/>
          </ac:grpSpMkLst>
        </pc:grpChg>
        <pc:graphicFrameChg chg="add del mod">
          <ac:chgData name="Văn Cảnh" userId="3374c81b8f87d1d8" providerId="LiveId" clId="{B0733B51-8933-4CFC-86D8-DC4427103EFC}" dt="2022-03-25T16:48:08.483" v="558"/>
          <ac:graphicFrameMkLst>
            <pc:docMk/>
            <pc:sldMk cId="4229320213" sldId="346"/>
            <ac:graphicFrameMk id="4" creationId="{9E9389C1-B77F-4377-AE63-08FDDFA860D6}"/>
          </ac:graphicFrameMkLst>
        </pc:graphicFrameChg>
        <pc:graphicFrameChg chg="add del mod">
          <ac:chgData name="Văn Cảnh" userId="3374c81b8f87d1d8" providerId="LiveId" clId="{B0733B51-8933-4CFC-86D8-DC4427103EFC}" dt="2022-03-25T16:48:10.969" v="561"/>
          <ac:graphicFrameMkLst>
            <pc:docMk/>
            <pc:sldMk cId="4229320213" sldId="346"/>
            <ac:graphicFrameMk id="5" creationId="{CCC0DCCF-A273-450B-BCF6-42FE5D255779}"/>
          </ac:graphicFrameMkLst>
        </pc:graphicFrameChg>
      </pc:sldChg>
      <pc:sldChg chg="modSp add mod modAnim">
        <pc:chgData name="Văn Cảnh" userId="3374c81b8f87d1d8" providerId="LiveId" clId="{B0733B51-8933-4CFC-86D8-DC4427103EFC}" dt="2022-03-25T17:13:02.914" v="890" actId="1036"/>
        <pc:sldMkLst>
          <pc:docMk/>
          <pc:sldMk cId="2689462240" sldId="347"/>
        </pc:sldMkLst>
        <pc:spChg chg="mod">
          <ac:chgData name="Văn Cảnh" userId="3374c81b8f87d1d8" providerId="LiveId" clId="{B0733B51-8933-4CFC-86D8-DC4427103EFC}" dt="2022-03-25T16:51:21.835" v="607" actId="20577"/>
          <ac:spMkLst>
            <pc:docMk/>
            <pc:sldMk cId="2689462240" sldId="347"/>
            <ac:spMk id="17" creationId="{CE96812B-CA35-423B-AB78-F20B241658E4}"/>
          </ac:spMkLst>
        </pc:spChg>
        <pc:spChg chg="mod">
          <ac:chgData name="Văn Cảnh" userId="3374c81b8f87d1d8" providerId="LiveId" clId="{B0733B51-8933-4CFC-86D8-DC4427103EFC}" dt="2022-03-25T16:51:18.611" v="599" actId="20577"/>
          <ac:spMkLst>
            <pc:docMk/>
            <pc:sldMk cId="2689462240" sldId="347"/>
            <ac:spMk id="21" creationId="{A90995F8-A631-4231-86BB-7D3EBA512F0D}"/>
          </ac:spMkLst>
        </pc:spChg>
        <pc:spChg chg="mod">
          <ac:chgData name="Văn Cảnh" userId="3374c81b8f87d1d8" providerId="LiveId" clId="{B0733B51-8933-4CFC-86D8-DC4427103EFC}" dt="2022-03-25T16:57:28.461" v="620" actId="255"/>
          <ac:spMkLst>
            <pc:docMk/>
            <pc:sldMk cId="2689462240" sldId="347"/>
            <ac:spMk id="29" creationId="{307A7E55-4B67-47D3-A93E-96AF2D5E513E}"/>
          </ac:spMkLst>
        </pc:spChg>
        <pc:spChg chg="mod">
          <ac:chgData name="Văn Cảnh" userId="3374c81b8f87d1d8" providerId="LiveId" clId="{B0733B51-8933-4CFC-86D8-DC4427103EFC}" dt="2022-03-25T16:52:24.452" v="614"/>
          <ac:spMkLst>
            <pc:docMk/>
            <pc:sldMk cId="2689462240" sldId="347"/>
            <ac:spMk id="40" creationId="{C60FB8C3-E24B-42AE-900C-9398E8ED6322}"/>
          </ac:spMkLst>
        </pc:spChg>
        <pc:spChg chg="mod">
          <ac:chgData name="Văn Cảnh" userId="3374c81b8f87d1d8" providerId="LiveId" clId="{B0733B51-8933-4CFC-86D8-DC4427103EFC}" dt="2022-03-25T17:13:02.914" v="890" actId="1036"/>
          <ac:spMkLst>
            <pc:docMk/>
            <pc:sldMk cId="2689462240" sldId="347"/>
            <ac:spMk id="44" creationId="{1A04E56E-94E6-4E9A-83AE-5A713E7E6A56}"/>
          </ac:spMkLst>
        </pc:spChg>
      </pc:sldChg>
      <pc:sldChg chg="addSp delSp modSp add mod modAnim">
        <pc:chgData name="Văn Cảnh" userId="3374c81b8f87d1d8" providerId="LiveId" clId="{B0733B51-8933-4CFC-86D8-DC4427103EFC}" dt="2022-03-25T17:20:05.818" v="1005" actId="123"/>
        <pc:sldMkLst>
          <pc:docMk/>
          <pc:sldMk cId="755920333" sldId="348"/>
        </pc:sldMkLst>
        <pc:spChg chg="add del mod">
          <ac:chgData name="Văn Cảnh" userId="3374c81b8f87d1d8" providerId="LiveId" clId="{B0733B51-8933-4CFC-86D8-DC4427103EFC}" dt="2022-03-25T16:58:27.002" v="625" actId="478"/>
          <ac:spMkLst>
            <pc:docMk/>
            <pc:sldMk cId="755920333" sldId="348"/>
            <ac:spMk id="27" creationId="{424EAD3C-CADB-4FAE-833B-CABB4F6FD8FC}"/>
          </ac:spMkLst>
        </pc:spChg>
        <pc:spChg chg="add del mod">
          <ac:chgData name="Văn Cảnh" userId="3374c81b8f87d1d8" providerId="LiveId" clId="{B0733B51-8933-4CFC-86D8-DC4427103EFC}" dt="2022-03-25T16:58:27.002" v="625" actId="478"/>
          <ac:spMkLst>
            <pc:docMk/>
            <pc:sldMk cId="755920333" sldId="348"/>
            <ac:spMk id="28" creationId="{BEC947F2-B7CA-4158-8B79-5A64F50823B9}"/>
          </ac:spMkLst>
        </pc:spChg>
        <pc:spChg chg="mod">
          <ac:chgData name="Văn Cảnh" userId="3374c81b8f87d1d8" providerId="LiveId" clId="{B0733B51-8933-4CFC-86D8-DC4427103EFC}" dt="2022-03-25T17:20:05.818" v="1005" actId="123"/>
          <ac:spMkLst>
            <pc:docMk/>
            <pc:sldMk cId="755920333" sldId="348"/>
            <ac:spMk id="29" creationId="{307A7E55-4B67-47D3-A93E-96AF2D5E513E}"/>
          </ac:spMkLst>
        </pc:spChg>
        <pc:spChg chg="mod">
          <ac:chgData name="Văn Cảnh" userId="3374c81b8f87d1d8" providerId="LiveId" clId="{B0733B51-8933-4CFC-86D8-DC4427103EFC}" dt="2022-03-25T16:57:09.354" v="618"/>
          <ac:spMkLst>
            <pc:docMk/>
            <pc:sldMk cId="755920333" sldId="348"/>
            <ac:spMk id="40" creationId="{C60FB8C3-E24B-42AE-900C-9398E8ED6322}"/>
          </ac:spMkLst>
        </pc:spChg>
        <pc:spChg chg="mod">
          <ac:chgData name="Văn Cảnh" userId="3374c81b8f87d1d8" providerId="LiveId" clId="{B0733B51-8933-4CFC-86D8-DC4427103EFC}" dt="2022-03-25T16:59:24.106" v="665" actId="14100"/>
          <ac:spMkLst>
            <pc:docMk/>
            <pc:sldMk cId="755920333" sldId="348"/>
            <ac:spMk id="42" creationId="{F63EF953-D96B-467E-91BC-F54285CFDC86}"/>
          </ac:spMkLst>
        </pc:spChg>
        <pc:spChg chg="mod">
          <ac:chgData name="Văn Cảnh" userId="3374c81b8f87d1d8" providerId="LiveId" clId="{B0733B51-8933-4CFC-86D8-DC4427103EFC}" dt="2022-03-25T16:59:26.609" v="666" actId="14100"/>
          <ac:spMkLst>
            <pc:docMk/>
            <pc:sldMk cId="755920333" sldId="348"/>
            <ac:spMk id="43" creationId="{D3BE5B69-071C-4A0A-85BE-54684D172DBD}"/>
          </ac:spMkLst>
        </pc:spChg>
        <pc:spChg chg="mod">
          <ac:chgData name="Văn Cảnh" userId="3374c81b8f87d1d8" providerId="LiveId" clId="{B0733B51-8933-4CFC-86D8-DC4427103EFC}" dt="2022-03-25T17:20:05.032" v="1004" actId="123"/>
          <ac:spMkLst>
            <pc:docMk/>
            <pc:sldMk cId="755920333" sldId="348"/>
            <ac:spMk id="44" creationId="{1A04E56E-94E6-4E9A-83AE-5A713E7E6A56}"/>
          </ac:spMkLst>
        </pc:spChg>
        <pc:spChg chg="mod">
          <ac:chgData name="Văn Cảnh" userId="3374c81b8f87d1d8" providerId="LiveId" clId="{B0733B51-8933-4CFC-86D8-DC4427103EFC}" dt="2022-03-25T16:58:52.173" v="627"/>
          <ac:spMkLst>
            <pc:docMk/>
            <pc:sldMk cId="755920333" sldId="348"/>
            <ac:spMk id="45" creationId="{82C1332A-CC96-48CE-8632-9220D4EB0AB3}"/>
          </ac:spMkLst>
        </pc:spChg>
        <pc:grpChg chg="add del mod">
          <ac:chgData name="Văn Cảnh" userId="3374c81b8f87d1d8" providerId="LiveId" clId="{B0733B51-8933-4CFC-86D8-DC4427103EFC}" dt="2022-03-25T16:59:46.891" v="671" actId="478"/>
          <ac:grpSpMkLst>
            <pc:docMk/>
            <pc:sldMk cId="755920333" sldId="348"/>
            <ac:grpSpMk id="41" creationId="{118C44E3-02B5-4B04-B4B1-47AA6ECAEFD7}"/>
          </ac:grpSpMkLst>
        </pc:grpChg>
        <pc:picChg chg="add del mod">
          <ac:chgData name="Văn Cảnh" userId="3374c81b8f87d1d8" providerId="LiveId" clId="{B0733B51-8933-4CFC-86D8-DC4427103EFC}" dt="2022-03-25T16:58:27.002" v="625" actId="478"/>
          <ac:picMkLst>
            <pc:docMk/>
            <pc:sldMk cId="755920333" sldId="348"/>
            <ac:picMk id="39" creationId="{76CA3623-E758-4C13-B5D9-BAC5BADA91FF}"/>
          </ac:picMkLst>
        </pc:picChg>
        <pc:picChg chg="mod">
          <ac:chgData name="Văn Cảnh" userId="3374c81b8f87d1d8" providerId="LiveId" clId="{B0733B51-8933-4CFC-86D8-DC4427103EFC}" dt="2022-03-25T16:58:52.173" v="627"/>
          <ac:picMkLst>
            <pc:docMk/>
            <pc:sldMk cId="755920333" sldId="348"/>
            <ac:picMk id="46" creationId="{E306FB88-40ED-4C3F-A884-61EB39DDFC91}"/>
          </ac:picMkLst>
        </pc:picChg>
      </pc:sldChg>
      <pc:sldChg chg="addSp delSp modSp add mod delAnim modAnim">
        <pc:chgData name="Văn Cảnh" userId="3374c81b8f87d1d8" providerId="LiveId" clId="{B0733B51-8933-4CFC-86D8-DC4427103EFC}" dt="2022-03-25T17:20:18.632" v="1007" actId="123"/>
        <pc:sldMkLst>
          <pc:docMk/>
          <pc:sldMk cId="1575926242" sldId="349"/>
        </pc:sldMkLst>
        <pc:spChg chg="mod">
          <ac:chgData name="Văn Cảnh" userId="3374c81b8f87d1d8" providerId="LiveId" clId="{B0733B51-8933-4CFC-86D8-DC4427103EFC}" dt="2022-03-25T17:00:30.095" v="700" actId="14100"/>
          <ac:spMkLst>
            <pc:docMk/>
            <pc:sldMk cId="1575926242" sldId="349"/>
            <ac:spMk id="28" creationId="{E080DB3E-6123-4009-BF0E-ED6A4AC1EF63}"/>
          </ac:spMkLst>
        </pc:spChg>
        <pc:spChg chg="del">
          <ac:chgData name="Văn Cảnh" userId="3374c81b8f87d1d8" providerId="LiveId" clId="{B0733B51-8933-4CFC-86D8-DC4427103EFC}" dt="2022-03-25T17:00:09.605" v="679" actId="478"/>
          <ac:spMkLst>
            <pc:docMk/>
            <pc:sldMk cId="1575926242" sldId="349"/>
            <ac:spMk id="29" creationId="{307A7E55-4B67-47D3-A93E-96AF2D5E513E}"/>
          </ac:spMkLst>
        </pc:spChg>
        <pc:spChg chg="mod topLvl">
          <ac:chgData name="Văn Cảnh" userId="3374c81b8f87d1d8" providerId="LiveId" clId="{B0733B51-8933-4CFC-86D8-DC4427103EFC}" dt="2022-03-25T17:01:14.135" v="712" actId="14100"/>
          <ac:spMkLst>
            <pc:docMk/>
            <pc:sldMk cId="1575926242" sldId="349"/>
            <ac:spMk id="31" creationId="{1C9EDFF1-6642-4686-95A1-6E08D6C9618B}"/>
          </ac:spMkLst>
        </pc:spChg>
        <pc:spChg chg="del">
          <ac:chgData name="Văn Cảnh" userId="3374c81b8f87d1d8" providerId="LiveId" clId="{B0733B51-8933-4CFC-86D8-DC4427103EFC}" dt="2022-03-25T17:00:01.130" v="675" actId="478"/>
          <ac:spMkLst>
            <pc:docMk/>
            <pc:sldMk cId="1575926242" sldId="349"/>
            <ac:spMk id="34" creationId="{92410BC4-F69A-4AB6-849D-A70A343FAEE7}"/>
          </ac:spMkLst>
        </pc:spChg>
        <pc:spChg chg="del">
          <ac:chgData name="Văn Cảnh" userId="3374c81b8f87d1d8" providerId="LiveId" clId="{B0733B51-8933-4CFC-86D8-DC4427103EFC}" dt="2022-03-25T16:59:57.529" v="674" actId="478"/>
          <ac:spMkLst>
            <pc:docMk/>
            <pc:sldMk cId="1575926242" sldId="349"/>
            <ac:spMk id="35" creationId="{E02D584A-E99F-4D69-B319-3A1EEC50052F}"/>
          </ac:spMkLst>
        </pc:spChg>
        <pc:spChg chg="del">
          <ac:chgData name="Văn Cảnh" userId="3374c81b8f87d1d8" providerId="LiveId" clId="{B0733B51-8933-4CFC-86D8-DC4427103EFC}" dt="2022-03-25T17:00:02.513" v="676" actId="478"/>
          <ac:spMkLst>
            <pc:docMk/>
            <pc:sldMk cId="1575926242" sldId="349"/>
            <ac:spMk id="36" creationId="{2117C5F5-373A-4B25-98DA-5AF858D6EB8D}"/>
          </ac:spMkLst>
        </pc:spChg>
        <pc:spChg chg="del">
          <ac:chgData name="Văn Cảnh" userId="3374c81b8f87d1d8" providerId="LiveId" clId="{B0733B51-8933-4CFC-86D8-DC4427103EFC}" dt="2022-03-25T17:00:03.714" v="677" actId="478"/>
          <ac:spMkLst>
            <pc:docMk/>
            <pc:sldMk cId="1575926242" sldId="349"/>
            <ac:spMk id="37" creationId="{C872219E-3C27-4A3E-9E42-5FB8A262060A}"/>
          </ac:spMkLst>
        </pc:spChg>
        <pc:spChg chg="del topLvl">
          <ac:chgData name="Văn Cảnh" userId="3374c81b8f87d1d8" providerId="LiveId" clId="{B0733B51-8933-4CFC-86D8-DC4427103EFC}" dt="2022-03-25T17:00:05.945" v="678" actId="478"/>
          <ac:spMkLst>
            <pc:docMk/>
            <pc:sldMk cId="1575926242" sldId="349"/>
            <ac:spMk id="38" creationId="{C702F4CE-1530-4FEA-A237-EFE71CC99CC3}"/>
          </ac:spMkLst>
        </pc:spChg>
        <pc:spChg chg="mod">
          <ac:chgData name="Văn Cảnh" userId="3374c81b8f87d1d8" providerId="LiveId" clId="{B0733B51-8933-4CFC-86D8-DC4427103EFC}" dt="2022-03-25T17:00:32.264" v="701" actId="14100"/>
          <ac:spMkLst>
            <pc:docMk/>
            <pc:sldMk cId="1575926242" sldId="349"/>
            <ac:spMk id="39" creationId="{B64454DD-F8F5-4412-BFD4-3C7371EC9834}"/>
          </ac:spMkLst>
        </pc:spChg>
        <pc:spChg chg="del">
          <ac:chgData name="Văn Cảnh" userId="3374c81b8f87d1d8" providerId="LiveId" clId="{B0733B51-8933-4CFC-86D8-DC4427103EFC}" dt="2022-03-25T17:00:09.605" v="679" actId="478"/>
          <ac:spMkLst>
            <pc:docMk/>
            <pc:sldMk cId="1575926242" sldId="349"/>
            <ac:spMk id="40" creationId="{C60FB8C3-E24B-42AE-900C-9398E8ED6322}"/>
          </ac:spMkLst>
        </pc:spChg>
        <pc:spChg chg="mod">
          <ac:chgData name="Văn Cảnh" userId="3374c81b8f87d1d8" providerId="LiveId" clId="{B0733B51-8933-4CFC-86D8-DC4427103EFC}" dt="2022-03-25T17:00:20.531" v="680"/>
          <ac:spMkLst>
            <pc:docMk/>
            <pc:sldMk cId="1575926242" sldId="349"/>
            <ac:spMk id="41" creationId="{00799F29-1790-4BCD-B5D2-DD3A72D123EE}"/>
          </ac:spMkLst>
        </pc:spChg>
        <pc:spChg chg="add mod">
          <ac:chgData name="Văn Cảnh" userId="3374c81b8f87d1d8" providerId="LiveId" clId="{B0733B51-8933-4CFC-86D8-DC4427103EFC}" dt="2022-03-25T17:20:16.667" v="1006" actId="123"/>
          <ac:spMkLst>
            <pc:docMk/>
            <pc:sldMk cId="1575926242" sldId="349"/>
            <ac:spMk id="43" creationId="{19F508EF-B588-468E-9494-B4D23B0244BF}"/>
          </ac:spMkLst>
        </pc:spChg>
        <pc:spChg chg="del">
          <ac:chgData name="Văn Cảnh" userId="3374c81b8f87d1d8" providerId="LiveId" clId="{B0733B51-8933-4CFC-86D8-DC4427103EFC}" dt="2022-03-25T16:59:54.241" v="673" actId="478"/>
          <ac:spMkLst>
            <pc:docMk/>
            <pc:sldMk cId="1575926242" sldId="349"/>
            <ac:spMk id="44" creationId="{1A04E56E-94E6-4E9A-83AE-5A713E7E6A56}"/>
          </ac:spMkLst>
        </pc:spChg>
        <pc:spChg chg="add mod">
          <ac:chgData name="Văn Cảnh" userId="3374c81b8f87d1d8" providerId="LiveId" clId="{B0733B51-8933-4CFC-86D8-DC4427103EFC}" dt="2022-03-25T17:20:18.632" v="1007" actId="123"/>
          <ac:spMkLst>
            <pc:docMk/>
            <pc:sldMk cId="1575926242" sldId="349"/>
            <ac:spMk id="45" creationId="{65DD7587-DC3C-4240-9A62-866A02381562}"/>
          </ac:spMkLst>
        </pc:spChg>
        <pc:grpChg chg="del">
          <ac:chgData name="Văn Cảnh" userId="3374c81b8f87d1d8" providerId="LiveId" clId="{B0733B51-8933-4CFC-86D8-DC4427103EFC}" dt="2022-03-25T17:00:09.605" v="679" actId="478"/>
          <ac:grpSpMkLst>
            <pc:docMk/>
            <pc:sldMk cId="1575926242" sldId="349"/>
            <ac:grpSpMk id="6" creationId="{77687DC5-F655-4BFF-A963-E977FF6C5946}"/>
          </ac:grpSpMkLst>
        </pc:grpChg>
        <pc:grpChg chg="add mod">
          <ac:chgData name="Văn Cảnh" userId="3374c81b8f87d1d8" providerId="LiveId" clId="{B0733B51-8933-4CFC-86D8-DC4427103EFC}" dt="2022-03-25T17:00:37.839" v="702" actId="1076"/>
          <ac:grpSpMkLst>
            <pc:docMk/>
            <pc:sldMk cId="1575926242" sldId="349"/>
            <ac:grpSpMk id="27" creationId="{D07C67C1-01A6-4F15-92DB-6898FB73822E}"/>
          </ac:grpSpMkLst>
        </pc:grpChg>
        <pc:grpChg chg="del">
          <ac:chgData name="Văn Cảnh" userId="3374c81b8f87d1d8" providerId="LiveId" clId="{B0733B51-8933-4CFC-86D8-DC4427103EFC}" dt="2022-03-25T17:00:05.945" v="678" actId="478"/>
          <ac:grpSpMkLst>
            <pc:docMk/>
            <pc:sldMk cId="1575926242" sldId="349"/>
            <ac:grpSpMk id="30" creationId="{14D93B53-7AC3-4335-951E-C4AD5C121D9D}"/>
          </ac:grpSpMkLst>
        </pc:grpChg>
        <pc:grpChg chg="del">
          <ac:chgData name="Văn Cảnh" userId="3374c81b8f87d1d8" providerId="LiveId" clId="{B0733B51-8933-4CFC-86D8-DC4427103EFC}" dt="2022-03-25T17:00:01.130" v="675" actId="478"/>
          <ac:grpSpMkLst>
            <pc:docMk/>
            <pc:sldMk cId="1575926242" sldId="349"/>
            <ac:grpSpMk id="32" creationId="{EA10DC77-9EC2-45F1-BC4C-4E26ED190F79}"/>
          </ac:grpSpMkLst>
        </pc:grpChg>
        <pc:grpChg chg="del">
          <ac:chgData name="Văn Cảnh" userId="3374c81b8f87d1d8" providerId="LiveId" clId="{B0733B51-8933-4CFC-86D8-DC4427103EFC}" dt="2022-03-25T17:00:03.714" v="677" actId="478"/>
          <ac:grpSpMkLst>
            <pc:docMk/>
            <pc:sldMk cId="1575926242" sldId="349"/>
            <ac:grpSpMk id="33" creationId="{83967FAB-F563-46E0-B9E2-319216364AD1}"/>
          </ac:grpSpMkLst>
        </pc:grpChg>
        <pc:graphicFrameChg chg="add del mod">
          <ac:chgData name="Văn Cảnh" userId="3374c81b8f87d1d8" providerId="LiveId" clId="{B0733B51-8933-4CFC-86D8-DC4427103EFC}" dt="2022-03-25T17:00:51.189" v="705"/>
          <ac:graphicFrameMkLst>
            <pc:docMk/>
            <pc:sldMk cId="1575926242" sldId="349"/>
            <ac:graphicFrameMk id="3" creationId="{E1DA6339-2883-4FCC-A103-AF765A27ED8E}"/>
          </ac:graphicFrameMkLst>
        </pc:graphicFrameChg>
        <pc:graphicFrameChg chg="add del mod">
          <ac:chgData name="Văn Cảnh" userId="3374c81b8f87d1d8" providerId="LiveId" clId="{B0733B51-8933-4CFC-86D8-DC4427103EFC}" dt="2022-03-25T17:01:19.937" v="721"/>
          <ac:graphicFrameMkLst>
            <pc:docMk/>
            <pc:sldMk cId="1575926242" sldId="349"/>
            <ac:graphicFrameMk id="5" creationId="{08862D74-F7A0-4646-B428-E09B7E9D00EF}"/>
          </ac:graphicFrameMkLst>
        </pc:graphicFrameChg>
        <pc:picChg chg="mod">
          <ac:chgData name="Văn Cảnh" userId="3374c81b8f87d1d8" providerId="LiveId" clId="{B0733B51-8933-4CFC-86D8-DC4427103EFC}" dt="2022-03-25T17:00:20.531" v="680"/>
          <ac:picMkLst>
            <pc:docMk/>
            <pc:sldMk cId="1575926242" sldId="349"/>
            <ac:picMk id="42" creationId="{4D117547-C8E7-45C7-A11A-518964E35E0A}"/>
          </ac:picMkLst>
        </pc:picChg>
      </pc:sldChg>
      <pc:sldChg chg="addSp delSp modSp add mod modAnim">
        <pc:chgData name="Văn Cảnh" userId="3374c81b8f87d1d8" providerId="LiveId" clId="{B0733B51-8933-4CFC-86D8-DC4427103EFC}" dt="2022-03-25T17:20:22.603" v="1008" actId="123"/>
        <pc:sldMkLst>
          <pc:docMk/>
          <pc:sldMk cId="3387511391" sldId="350"/>
        </pc:sldMkLst>
        <pc:spChg chg="add mod">
          <ac:chgData name="Văn Cảnh" userId="3374c81b8f87d1d8" providerId="LiveId" clId="{B0733B51-8933-4CFC-86D8-DC4427103EFC}" dt="2022-03-25T17:20:22.603" v="1008" actId="123"/>
          <ac:spMkLst>
            <pc:docMk/>
            <pc:sldMk cId="3387511391" sldId="350"/>
            <ac:spMk id="22" creationId="{D7F447EB-F90E-46DE-BA49-033CCFAB8CD0}"/>
          </ac:spMkLst>
        </pc:spChg>
        <pc:spChg chg="mod">
          <ac:chgData name="Văn Cảnh" userId="3374c81b8f87d1d8" providerId="LiveId" clId="{B0733B51-8933-4CFC-86D8-DC4427103EFC}" dt="2022-03-25T17:02:44.608" v="746" actId="14100"/>
          <ac:spMkLst>
            <pc:docMk/>
            <pc:sldMk cId="3387511391" sldId="350"/>
            <ac:spMk id="28" creationId="{E080DB3E-6123-4009-BF0E-ED6A4AC1EF63}"/>
          </ac:spMkLst>
        </pc:spChg>
        <pc:spChg chg="mod">
          <ac:chgData name="Văn Cảnh" userId="3374c81b8f87d1d8" providerId="LiveId" clId="{B0733B51-8933-4CFC-86D8-DC4427103EFC}" dt="2022-03-25T17:03:41.512" v="764" actId="14100"/>
          <ac:spMkLst>
            <pc:docMk/>
            <pc:sldMk cId="3387511391" sldId="350"/>
            <ac:spMk id="31" creationId="{1C9EDFF1-6642-4686-95A1-6E08D6C9618B}"/>
          </ac:spMkLst>
        </pc:spChg>
        <pc:spChg chg="mod">
          <ac:chgData name="Văn Cảnh" userId="3374c81b8f87d1d8" providerId="LiveId" clId="{B0733B51-8933-4CFC-86D8-DC4427103EFC}" dt="2022-03-25T17:02:42.159" v="745" actId="14100"/>
          <ac:spMkLst>
            <pc:docMk/>
            <pc:sldMk cId="3387511391" sldId="350"/>
            <ac:spMk id="39" creationId="{B64454DD-F8F5-4412-BFD4-3C7371EC9834}"/>
          </ac:spMkLst>
        </pc:spChg>
        <pc:spChg chg="del">
          <ac:chgData name="Văn Cảnh" userId="3374c81b8f87d1d8" providerId="LiveId" clId="{B0733B51-8933-4CFC-86D8-DC4427103EFC}" dt="2022-03-25T17:02:58.039" v="747" actId="478"/>
          <ac:spMkLst>
            <pc:docMk/>
            <pc:sldMk cId="3387511391" sldId="350"/>
            <ac:spMk id="43" creationId="{19F508EF-B588-468E-9494-B4D23B0244BF}"/>
          </ac:spMkLst>
        </pc:spChg>
        <pc:spChg chg="del">
          <ac:chgData name="Văn Cảnh" userId="3374c81b8f87d1d8" providerId="LiveId" clId="{B0733B51-8933-4CFC-86D8-DC4427103EFC}" dt="2022-03-25T17:02:59.768" v="748" actId="478"/>
          <ac:spMkLst>
            <pc:docMk/>
            <pc:sldMk cId="3387511391" sldId="350"/>
            <ac:spMk id="45" creationId="{65DD7587-DC3C-4240-9A62-866A02381562}"/>
          </ac:spMkLst>
        </pc:spChg>
        <pc:grpChg chg="mod">
          <ac:chgData name="Văn Cảnh" userId="3374c81b8f87d1d8" providerId="LiveId" clId="{B0733B51-8933-4CFC-86D8-DC4427103EFC}" dt="2022-03-25T17:02:38.002" v="744" actId="14100"/>
          <ac:grpSpMkLst>
            <pc:docMk/>
            <pc:sldMk cId="3387511391" sldId="350"/>
            <ac:grpSpMk id="27" creationId="{D07C67C1-01A6-4F15-92DB-6898FB73822E}"/>
          </ac:grpSpMkLst>
        </pc:grpChg>
        <pc:graphicFrameChg chg="add del mod">
          <ac:chgData name="Văn Cảnh" userId="3374c81b8f87d1d8" providerId="LiveId" clId="{B0733B51-8933-4CFC-86D8-DC4427103EFC}" dt="2022-03-25T17:03:01.369" v="751"/>
          <ac:graphicFrameMkLst>
            <pc:docMk/>
            <pc:sldMk cId="3387511391" sldId="350"/>
            <ac:graphicFrameMk id="3" creationId="{36A44660-7AE0-4696-8613-5036AAA3D197}"/>
          </ac:graphicFrameMkLst>
        </pc:graphicFrameChg>
      </pc:sldChg>
      <pc:sldChg chg="addSp delSp modSp add mod delAnim modAnim">
        <pc:chgData name="Văn Cảnh" userId="3374c81b8f87d1d8" providerId="LiveId" clId="{B0733B51-8933-4CFC-86D8-DC4427103EFC}" dt="2022-03-25T17:20:25.867" v="1009" actId="123"/>
        <pc:sldMkLst>
          <pc:docMk/>
          <pc:sldMk cId="1849682057" sldId="351"/>
        </pc:sldMkLst>
        <pc:spChg chg="mod">
          <ac:chgData name="Văn Cảnh" userId="3374c81b8f87d1d8" providerId="LiveId" clId="{B0733B51-8933-4CFC-86D8-DC4427103EFC}" dt="2022-03-25T17:20:25.867" v="1009" actId="123"/>
          <ac:spMkLst>
            <pc:docMk/>
            <pc:sldMk cId="1849682057" sldId="351"/>
            <ac:spMk id="3" creationId="{E5C8CF20-A188-40A3-A095-8424A5327F85}"/>
          </ac:spMkLst>
        </pc:spChg>
        <pc:spChg chg="del">
          <ac:chgData name="Văn Cảnh" userId="3374c81b8f87d1d8" providerId="LiveId" clId="{B0733B51-8933-4CFC-86D8-DC4427103EFC}" dt="2022-03-25T17:04:36.489" v="773" actId="478"/>
          <ac:spMkLst>
            <pc:docMk/>
            <pc:sldMk cId="1849682057" sldId="351"/>
            <ac:spMk id="24" creationId="{BA820F67-58D8-4644-8FFA-523A9B7B88A6}"/>
          </ac:spMkLst>
        </pc:spChg>
        <pc:spChg chg="del">
          <ac:chgData name="Văn Cảnh" userId="3374c81b8f87d1d8" providerId="LiveId" clId="{B0733B51-8933-4CFC-86D8-DC4427103EFC}" dt="2022-03-25T17:05:56.462" v="788" actId="478"/>
          <ac:spMkLst>
            <pc:docMk/>
            <pc:sldMk cId="1849682057" sldId="351"/>
            <ac:spMk id="25" creationId="{35C77573-004B-47AB-A06D-169C5ED317A4}"/>
          </ac:spMkLst>
        </pc:spChg>
        <pc:spChg chg="mod">
          <ac:chgData name="Văn Cảnh" userId="3374c81b8f87d1d8" providerId="LiveId" clId="{B0733B51-8933-4CFC-86D8-DC4427103EFC}" dt="2022-03-25T17:04:18.537" v="770"/>
          <ac:spMkLst>
            <pc:docMk/>
            <pc:sldMk cId="1849682057" sldId="351"/>
            <ac:spMk id="27" creationId="{1F86E250-4FA7-4163-8BFB-A39204B83BB2}"/>
          </ac:spMkLst>
        </pc:spChg>
        <pc:spChg chg="mod">
          <ac:chgData name="Văn Cảnh" userId="3374c81b8f87d1d8" providerId="LiveId" clId="{B0733B51-8933-4CFC-86D8-DC4427103EFC}" dt="2022-03-25T17:04:18.537" v="770"/>
          <ac:spMkLst>
            <pc:docMk/>
            <pc:sldMk cId="1849682057" sldId="351"/>
            <ac:spMk id="28" creationId="{53973268-ABB3-4BCF-B6BE-D6810127554F}"/>
          </ac:spMkLst>
        </pc:spChg>
        <pc:spChg chg="mod">
          <ac:chgData name="Văn Cảnh" userId="3374c81b8f87d1d8" providerId="LiveId" clId="{B0733B51-8933-4CFC-86D8-DC4427103EFC}" dt="2022-03-25T17:04:18.537" v="770"/>
          <ac:spMkLst>
            <pc:docMk/>
            <pc:sldMk cId="1849682057" sldId="351"/>
            <ac:spMk id="29" creationId="{71E69410-4275-41F4-9C90-54CBB03AADA6}"/>
          </ac:spMkLst>
        </pc:spChg>
        <pc:spChg chg="mod">
          <ac:chgData name="Văn Cảnh" userId="3374c81b8f87d1d8" providerId="LiveId" clId="{B0733B51-8933-4CFC-86D8-DC4427103EFC}" dt="2022-03-25T17:04:18.537" v="770"/>
          <ac:spMkLst>
            <pc:docMk/>
            <pc:sldMk cId="1849682057" sldId="351"/>
            <ac:spMk id="30" creationId="{9F0CBFB1-3FF6-4A13-9E2B-1E120B0B37E8}"/>
          </ac:spMkLst>
        </pc:spChg>
        <pc:spChg chg="mod">
          <ac:chgData name="Văn Cảnh" userId="3374c81b8f87d1d8" providerId="LiveId" clId="{B0733B51-8933-4CFC-86D8-DC4427103EFC}" dt="2022-03-25T17:04:18.537" v="770"/>
          <ac:spMkLst>
            <pc:docMk/>
            <pc:sldMk cId="1849682057" sldId="351"/>
            <ac:spMk id="31" creationId="{B1290E05-B6FA-4BDF-9C66-53B2D1313C65}"/>
          </ac:spMkLst>
        </pc:spChg>
        <pc:spChg chg="mod topLvl">
          <ac:chgData name="Văn Cảnh" userId="3374c81b8f87d1d8" providerId="LiveId" clId="{B0733B51-8933-4CFC-86D8-DC4427103EFC}" dt="2022-03-25T17:15:16.292" v="919" actId="164"/>
          <ac:spMkLst>
            <pc:docMk/>
            <pc:sldMk cId="1849682057" sldId="351"/>
            <ac:spMk id="35" creationId="{D04F078C-CEB5-4C4F-A97E-1DF03AE09DB2}"/>
          </ac:spMkLst>
        </pc:spChg>
        <pc:spChg chg="mod">
          <ac:chgData name="Văn Cảnh" userId="3374c81b8f87d1d8" providerId="LiveId" clId="{B0733B51-8933-4CFC-86D8-DC4427103EFC}" dt="2022-03-25T17:06:06.342" v="793" actId="165"/>
          <ac:spMkLst>
            <pc:docMk/>
            <pc:sldMk cId="1849682057" sldId="351"/>
            <ac:spMk id="37" creationId="{6A2CB58A-113B-4E6E-BC15-9EFD56D56D70}"/>
          </ac:spMkLst>
        </pc:spChg>
        <pc:spChg chg="mod">
          <ac:chgData name="Văn Cảnh" userId="3374c81b8f87d1d8" providerId="LiveId" clId="{B0733B51-8933-4CFC-86D8-DC4427103EFC}" dt="2022-03-25T17:06:06.342" v="793" actId="165"/>
          <ac:spMkLst>
            <pc:docMk/>
            <pc:sldMk cId="1849682057" sldId="351"/>
            <ac:spMk id="38" creationId="{16B3B9C2-0771-4EE7-BBD9-C8B639D26E0E}"/>
          </ac:spMkLst>
        </pc:spChg>
        <pc:spChg chg="mod">
          <ac:chgData name="Văn Cảnh" userId="3374c81b8f87d1d8" providerId="LiveId" clId="{B0733B51-8933-4CFC-86D8-DC4427103EFC}" dt="2022-03-25T17:06:06.342" v="793" actId="165"/>
          <ac:spMkLst>
            <pc:docMk/>
            <pc:sldMk cId="1849682057" sldId="351"/>
            <ac:spMk id="39" creationId="{6D85C842-0962-4F14-984C-91DBFD130435}"/>
          </ac:spMkLst>
        </pc:spChg>
        <pc:spChg chg="mod">
          <ac:chgData name="Văn Cảnh" userId="3374c81b8f87d1d8" providerId="LiveId" clId="{B0733B51-8933-4CFC-86D8-DC4427103EFC}" dt="2022-03-25T17:06:06.342" v="793" actId="165"/>
          <ac:spMkLst>
            <pc:docMk/>
            <pc:sldMk cId="1849682057" sldId="351"/>
            <ac:spMk id="40" creationId="{7605033E-4E88-46AF-AEBE-7E6490F9F307}"/>
          </ac:spMkLst>
        </pc:spChg>
        <pc:spChg chg="add mod">
          <ac:chgData name="Văn Cảnh" userId="3374c81b8f87d1d8" providerId="LiveId" clId="{B0733B51-8933-4CFC-86D8-DC4427103EFC}" dt="2022-03-25T17:06:31.803" v="803" actId="14100"/>
          <ac:spMkLst>
            <pc:docMk/>
            <pc:sldMk cId="1849682057" sldId="351"/>
            <ac:spMk id="41" creationId="{4D5B1409-7BAD-4E7B-AEEA-7CA71EEB78A9}"/>
          </ac:spMkLst>
        </pc:spChg>
        <pc:spChg chg="add mod">
          <ac:chgData name="Văn Cảnh" userId="3374c81b8f87d1d8" providerId="LiveId" clId="{B0733B51-8933-4CFC-86D8-DC4427103EFC}" dt="2022-03-25T17:07:19.453" v="824" actId="255"/>
          <ac:spMkLst>
            <pc:docMk/>
            <pc:sldMk cId="1849682057" sldId="351"/>
            <ac:spMk id="42" creationId="{B720893A-B1BB-4840-BF85-D2D51AC4D3BE}"/>
          </ac:spMkLst>
        </pc:spChg>
        <pc:spChg chg="mod topLvl">
          <ac:chgData name="Văn Cảnh" userId="3374c81b8f87d1d8" providerId="LiveId" clId="{B0733B51-8933-4CFC-86D8-DC4427103EFC}" dt="2022-03-25T17:05:00.395" v="781" actId="14100"/>
          <ac:spMkLst>
            <pc:docMk/>
            <pc:sldMk cId="1849682057" sldId="351"/>
            <ac:spMk id="52" creationId="{9732CF64-EA0B-4855-B3A1-931E81F57942}"/>
          </ac:spMkLst>
        </pc:spChg>
        <pc:spChg chg="mod">
          <ac:chgData name="Văn Cảnh" userId="3374c81b8f87d1d8" providerId="LiveId" clId="{B0733B51-8933-4CFC-86D8-DC4427103EFC}" dt="2022-03-25T17:04:45.156" v="776" actId="165"/>
          <ac:spMkLst>
            <pc:docMk/>
            <pc:sldMk cId="1849682057" sldId="351"/>
            <ac:spMk id="55" creationId="{4268C6BD-BE2D-4D4E-B360-4A8AC840F897}"/>
          </ac:spMkLst>
        </pc:spChg>
        <pc:spChg chg="mod">
          <ac:chgData name="Văn Cảnh" userId="3374c81b8f87d1d8" providerId="LiveId" clId="{B0733B51-8933-4CFC-86D8-DC4427103EFC}" dt="2022-03-25T17:04:45.156" v="776" actId="165"/>
          <ac:spMkLst>
            <pc:docMk/>
            <pc:sldMk cId="1849682057" sldId="351"/>
            <ac:spMk id="56" creationId="{3C675B4E-2666-471E-B163-5CB1C2C47107}"/>
          </ac:spMkLst>
        </pc:spChg>
        <pc:spChg chg="mod">
          <ac:chgData name="Văn Cảnh" userId="3374c81b8f87d1d8" providerId="LiveId" clId="{B0733B51-8933-4CFC-86D8-DC4427103EFC}" dt="2022-03-25T17:04:45.156" v="776" actId="165"/>
          <ac:spMkLst>
            <pc:docMk/>
            <pc:sldMk cId="1849682057" sldId="351"/>
            <ac:spMk id="57" creationId="{D4E23FE2-1ED3-44F3-9F2C-073D99F5BEC5}"/>
          </ac:spMkLst>
        </pc:spChg>
        <pc:spChg chg="mod">
          <ac:chgData name="Văn Cảnh" userId="3374c81b8f87d1d8" providerId="LiveId" clId="{B0733B51-8933-4CFC-86D8-DC4427103EFC}" dt="2022-03-25T17:04:45.156" v="776" actId="165"/>
          <ac:spMkLst>
            <pc:docMk/>
            <pc:sldMk cId="1849682057" sldId="351"/>
            <ac:spMk id="58" creationId="{F2308666-C4B8-404A-B22F-69AF3044E4D5}"/>
          </ac:spMkLst>
        </pc:spChg>
        <pc:grpChg chg="del">
          <ac:chgData name="Văn Cảnh" userId="3374c81b8f87d1d8" providerId="LiveId" clId="{B0733B51-8933-4CFC-86D8-DC4427103EFC}" dt="2022-03-25T17:04:13.192" v="769" actId="478"/>
          <ac:grpSpMkLst>
            <pc:docMk/>
            <pc:sldMk cId="1849682057" sldId="351"/>
            <ac:grpSpMk id="2" creationId="{2E29BFA7-E12A-4CBB-98F4-7D8BABA5D3DC}"/>
          </ac:grpSpMkLst>
        </pc:grpChg>
        <pc:grpChg chg="add mod">
          <ac:chgData name="Văn Cảnh" userId="3374c81b8f87d1d8" providerId="LiveId" clId="{B0733B51-8933-4CFC-86D8-DC4427103EFC}" dt="2022-03-25T17:15:16.292" v="919" actId="164"/>
          <ac:grpSpMkLst>
            <pc:docMk/>
            <pc:sldMk cId="1849682057" sldId="351"/>
            <ac:grpSpMk id="8" creationId="{B9353CAC-3AE7-4242-9E77-BDCD1520898D}"/>
          </ac:grpSpMkLst>
        </pc:grpChg>
        <pc:grpChg chg="add mod">
          <ac:chgData name="Văn Cảnh" userId="3374c81b8f87d1d8" providerId="LiveId" clId="{B0733B51-8933-4CFC-86D8-DC4427103EFC}" dt="2022-03-25T17:04:18.537" v="770"/>
          <ac:grpSpMkLst>
            <pc:docMk/>
            <pc:sldMk cId="1849682057" sldId="351"/>
            <ac:grpSpMk id="26" creationId="{51DB63CB-2A63-459C-AADD-287525D37EA8}"/>
          </ac:grpSpMkLst>
        </pc:grpChg>
        <pc:grpChg chg="del mod">
          <ac:chgData name="Văn Cảnh" userId="3374c81b8f87d1d8" providerId="LiveId" clId="{B0733B51-8933-4CFC-86D8-DC4427103EFC}" dt="2022-03-25T17:06:06.342" v="793" actId="165"/>
          <ac:grpSpMkLst>
            <pc:docMk/>
            <pc:sldMk cId="1849682057" sldId="351"/>
            <ac:grpSpMk id="34" creationId="{1F4E20C8-2D05-4C40-9288-F9499AF26E6D}"/>
          </ac:grpSpMkLst>
        </pc:grpChg>
        <pc:grpChg chg="mod topLvl">
          <ac:chgData name="Văn Cảnh" userId="3374c81b8f87d1d8" providerId="LiveId" clId="{B0733B51-8933-4CFC-86D8-DC4427103EFC}" dt="2022-03-25T17:15:16.292" v="919" actId="164"/>
          <ac:grpSpMkLst>
            <pc:docMk/>
            <pc:sldMk cId="1849682057" sldId="351"/>
            <ac:grpSpMk id="36" creationId="{3FCB0186-5BA0-4BA4-B799-BF7DBFD32008}"/>
          </ac:grpSpMkLst>
        </pc:grpChg>
        <pc:grpChg chg="del">
          <ac:chgData name="Văn Cảnh" userId="3374c81b8f87d1d8" providerId="LiveId" clId="{B0733B51-8933-4CFC-86D8-DC4427103EFC}" dt="2022-03-25T17:04:45.156" v="776" actId="165"/>
          <ac:grpSpMkLst>
            <pc:docMk/>
            <pc:sldMk cId="1849682057" sldId="351"/>
            <ac:grpSpMk id="51" creationId="{6B2AFC34-1456-4638-8F4F-CAF389D4240D}"/>
          </ac:grpSpMkLst>
        </pc:grpChg>
        <pc:grpChg chg="mod topLvl">
          <ac:chgData name="Văn Cảnh" userId="3374c81b8f87d1d8" providerId="LiveId" clId="{B0733B51-8933-4CFC-86D8-DC4427103EFC}" dt="2022-03-25T17:04:49.007" v="778" actId="14100"/>
          <ac:grpSpMkLst>
            <pc:docMk/>
            <pc:sldMk cId="1849682057" sldId="351"/>
            <ac:grpSpMk id="53" creationId="{BC0C2C08-DEAD-4DBD-A065-EAF40B9D8EB1}"/>
          </ac:grpSpMkLst>
        </pc:grpChg>
        <pc:grpChg chg="mod">
          <ac:chgData name="Văn Cảnh" userId="3374c81b8f87d1d8" providerId="LiveId" clId="{B0733B51-8933-4CFC-86D8-DC4427103EFC}" dt="2022-03-25T17:04:45.156" v="776" actId="165"/>
          <ac:grpSpMkLst>
            <pc:docMk/>
            <pc:sldMk cId="1849682057" sldId="351"/>
            <ac:grpSpMk id="54" creationId="{FD665E8E-59C0-4ACB-A7BF-CBEA6C332230}"/>
          </ac:grpSpMkLst>
        </pc:grpChg>
        <pc:graphicFrameChg chg="add del mod">
          <ac:chgData name="Văn Cảnh" userId="3374c81b8f87d1d8" providerId="LiveId" clId="{B0733B51-8933-4CFC-86D8-DC4427103EFC}" dt="2022-03-25T17:06:17.286" v="797"/>
          <ac:graphicFrameMkLst>
            <pc:docMk/>
            <pc:sldMk cId="1849682057" sldId="351"/>
            <ac:graphicFrameMk id="4" creationId="{D57FEE62-9DA0-486B-B327-3A1D49436A8F}"/>
          </ac:graphicFrameMkLst>
        </pc:graphicFrameChg>
        <pc:graphicFrameChg chg="add del mod">
          <ac:chgData name="Văn Cảnh" userId="3374c81b8f87d1d8" providerId="LiveId" clId="{B0733B51-8933-4CFC-86D8-DC4427103EFC}" dt="2022-03-25T17:06:39.510" v="806"/>
          <ac:graphicFrameMkLst>
            <pc:docMk/>
            <pc:sldMk cId="1849682057" sldId="351"/>
            <ac:graphicFrameMk id="6" creationId="{F7E8A420-4E16-4BC8-9C29-60D3A483A17C}"/>
          </ac:graphicFrameMkLst>
        </pc:graphicFrameChg>
      </pc:sldChg>
      <pc:sldChg chg="addSp delSp modSp add mod delAnim modAnim">
        <pc:chgData name="Văn Cảnh" userId="3374c81b8f87d1d8" providerId="LiveId" clId="{B0733B51-8933-4CFC-86D8-DC4427103EFC}" dt="2022-03-25T17:20:31.739" v="1015" actId="123"/>
        <pc:sldMkLst>
          <pc:docMk/>
          <pc:sldMk cId="3635352603" sldId="352"/>
        </pc:sldMkLst>
        <pc:spChg chg="del">
          <ac:chgData name="Văn Cảnh" userId="3374c81b8f87d1d8" providerId="LiveId" clId="{B0733B51-8933-4CFC-86D8-DC4427103EFC}" dt="2022-03-25T17:08:29.868" v="829" actId="478"/>
          <ac:spMkLst>
            <pc:docMk/>
            <pc:sldMk cId="3635352603" sldId="352"/>
            <ac:spMk id="3" creationId="{E5C8CF20-A188-40A3-A095-8424A5327F85}"/>
          </ac:spMkLst>
        </pc:spChg>
        <pc:spChg chg="del">
          <ac:chgData name="Văn Cảnh" userId="3374c81b8f87d1d8" providerId="LiveId" clId="{B0733B51-8933-4CFC-86D8-DC4427103EFC}" dt="2022-03-25T17:09:32.475" v="851" actId="478"/>
          <ac:spMkLst>
            <pc:docMk/>
            <pc:sldMk cId="3635352603" sldId="352"/>
            <ac:spMk id="25" creationId="{35C77573-004B-47AB-A06D-169C5ED317A4}"/>
          </ac:spMkLst>
        </pc:spChg>
        <pc:spChg chg="mod">
          <ac:chgData name="Văn Cảnh" userId="3374c81b8f87d1d8" providerId="LiveId" clId="{B0733B51-8933-4CFC-86D8-DC4427103EFC}" dt="2022-03-25T17:08:11.946" v="827"/>
          <ac:spMkLst>
            <pc:docMk/>
            <pc:sldMk cId="3635352603" sldId="352"/>
            <ac:spMk id="27" creationId="{5365643F-FA25-4083-BBE1-F7FB2A1D47C0}"/>
          </ac:spMkLst>
        </pc:spChg>
        <pc:spChg chg="mod">
          <ac:chgData name="Văn Cảnh" userId="3374c81b8f87d1d8" providerId="LiveId" clId="{B0733B51-8933-4CFC-86D8-DC4427103EFC}" dt="2022-03-25T17:08:11.946" v="827"/>
          <ac:spMkLst>
            <pc:docMk/>
            <pc:sldMk cId="3635352603" sldId="352"/>
            <ac:spMk id="28" creationId="{B3E801CA-8A1C-4571-BD7F-75230BBAB5CB}"/>
          </ac:spMkLst>
        </pc:spChg>
        <pc:spChg chg="mod">
          <ac:chgData name="Văn Cảnh" userId="3374c81b8f87d1d8" providerId="LiveId" clId="{B0733B51-8933-4CFC-86D8-DC4427103EFC}" dt="2022-03-25T17:08:11.946" v="827"/>
          <ac:spMkLst>
            <pc:docMk/>
            <pc:sldMk cId="3635352603" sldId="352"/>
            <ac:spMk id="29" creationId="{B6722DAF-55BC-41D9-A69C-37464CDB9344}"/>
          </ac:spMkLst>
        </pc:spChg>
        <pc:spChg chg="mod">
          <ac:chgData name="Văn Cảnh" userId="3374c81b8f87d1d8" providerId="LiveId" clId="{B0733B51-8933-4CFC-86D8-DC4427103EFC}" dt="2022-03-25T17:08:11.946" v="827"/>
          <ac:spMkLst>
            <pc:docMk/>
            <pc:sldMk cId="3635352603" sldId="352"/>
            <ac:spMk id="30" creationId="{74DBC0A2-2C57-475D-BA68-2EA89FAE5F87}"/>
          </ac:spMkLst>
        </pc:spChg>
        <pc:spChg chg="mod">
          <ac:chgData name="Văn Cảnh" userId="3374c81b8f87d1d8" providerId="LiveId" clId="{B0733B51-8933-4CFC-86D8-DC4427103EFC}" dt="2022-03-25T17:08:11.946" v="827"/>
          <ac:spMkLst>
            <pc:docMk/>
            <pc:sldMk cId="3635352603" sldId="352"/>
            <ac:spMk id="31" creationId="{498DC4D8-427E-4E2D-B924-BA25DA13F2FB}"/>
          </ac:spMkLst>
        </pc:spChg>
        <pc:spChg chg="add mod">
          <ac:chgData name="Văn Cảnh" userId="3374c81b8f87d1d8" providerId="LiveId" clId="{B0733B51-8933-4CFC-86D8-DC4427103EFC}" dt="2022-03-25T17:20:31.107" v="1014" actId="123"/>
          <ac:spMkLst>
            <pc:docMk/>
            <pc:sldMk cId="3635352603" sldId="352"/>
            <ac:spMk id="34" creationId="{3954783B-697D-4DB7-AE5D-0CE960FCC97A}"/>
          </ac:spMkLst>
        </pc:spChg>
        <pc:spChg chg="mod topLvl">
          <ac:chgData name="Văn Cảnh" userId="3374c81b8f87d1d8" providerId="LiveId" clId="{B0733B51-8933-4CFC-86D8-DC4427103EFC}" dt="2022-03-25T17:16:40.602" v="938" actId="164"/>
          <ac:spMkLst>
            <pc:docMk/>
            <pc:sldMk cId="3635352603" sldId="352"/>
            <ac:spMk id="35" creationId="{D04F078C-CEB5-4C4F-A97E-1DF03AE09DB2}"/>
          </ac:spMkLst>
        </pc:spChg>
        <pc:spChg chg="mod">
          <ac:chgData name="Văn Cảnh" userId="3374c81b8f87d1d8" providerId="LiveId" clId="{B0733B51-8933-4CFC-86D8-DC4427103EFC}" dt="2022-03-25T17:09:01.597" v="843" actId="165"/>
          <ac:spMkLst>
            <pc:docMk/>
            <pc:sldMk cId="3635352603" sldId="352"/>
            <ac:spMk id="37" creationId="{6A2CB58A-113B-4E6E-BC15-9EFD56D56D70}"/>
          </ac:spMkLst>
        </pc:spChg>
        <pc:spChg chg="mod">
          <ac:chgData name="Văn Cảnh" userId="3374c81b8f87d1d8" providerId="LiveId" clId="{B0733B51-8933-4CFC-86D8-DC4427103EFC}" dt="2022-03-25T17:09:01.597" v="843" actId="165"/>
          <ac:spMkLst>
            <pc:docMk/>
            <pc:sldMk cId="3635352603" sldId="352"/>
            <ac:spMk id="38" creationId="{16B3B9C2-0771-4EE7-BBD9-C8B639D26E0E}"/>
          </ac:spMkLst>
        </pc:spChg>
        <pc:spChg chg="mod">
          <ac:chgData name="Văn Cảnh" userId="3374c81b8f87d1d8" providerId="LiveId" clId="{B0733B51-8933-4CFC-86D8-DC4427103EFC}" dt="2022-03-25T17:09:01.597" v="843" actId="165"/>
          <ac:spMkLst>
            <pc:docMk/>
            <pc:sldMk cId="3635352603" sldId="352"/>
            <ac:spMk id="39" creationId="{6D85C842-0962-4F14-984C-91DBFD130435}"/>
          </ac:spMkLst>
        </pc:spChg>
        <pc:spChg chg="mod">
          <ac:chgData name="Văn Cảnh" userId="3374c81b8f87d1d8" providerId="LiveId" clId="{B0733B51-8933-4CFC-86D8-DC4427103EFC}" dt="2022-03-25T17:09:01.597" v="843" actId="165"/>
          <ac:spMkLst>
            <pc:docMk/>
            <pc:sldMk cId="3635352603" sldId="352"/>
            <ac:spMk id="40" creationId="{7605033E-4E88-46AF-AEBE-7E6490F9F307}"/>
          </ac:spMkLst>
        </pc:spChg>
        <pc:spChg chg="del">
          <ac:chgData name="Văn Cảnh" userId="3374c81b8f87d1d8" providerId="LiveId" clId="{B0733B51-8933-4CFC-86D8-DC4427103EFC}" dt="2022-03-25T17:09:31.147" v="850" actId="478"/>
          <ac:spMkLst>
            <pc:docMk/>
            <pc:sldMk cId="3635352603" sldId="352"/>
            <ac:spMk id="45" creationId="{E8C222ED-F799-4911-9001-35707809DBD1}"/>
          </ac:spMkLst>
        </pc:spChg>
        <pc:spChg chg="add mod">
          <ac:chgData name="Văn Cảnh" userId="3374c81b8f87d1d8" providerId="LiveId" clId="{B0733B51-8933-4CFC-86D8-DC4427103EFC}" dt="2022-03-25T17:20:31.739" v="1015" actId="123"/>
          <ac:spMkLst>
            <pc:docMk/>
            <pc:sldMk cId="3635352603" sldId="352"/>
            <ac:spMk id="46" creationId="{87EBB741-CBF2-428D-8482-03407D9413A7}"/>
          </ac:spMkLst>
        </pc:spChg>
        <pc:spChg chg="mod topLvl">
          <ac:chgData name="Văn Cảnh" userId="3374c81b8f87d1d8" providerId="LiveId" clId="{B0733B51-8933-4CFC-86D8-DC4427103EFC}" dt="2022-03-25T17:08:52.994" v="840" actId="14100"/>
          <ac:spMkLst>
            <pc:docMk/>
            <pc:sldMk cId="3635352603" sldId="352"/>
            <ac:spMk id="52" creationId="{9732CF64-EA0B-4855-B3A1-931E81F57942}"/>
          </ac:spMkLst>
        </pc:spChg>
        <pc:spChg chg="mod">
          <ac:chgData name="Văn Cảnh" userId="3374c81b8f87d1d8" providerId="LiveId" clId="{B0733B51-8933-4CFC-86D8-DC4427103EFC}" dt="2022-03-25T17:08:48.578" v="839" actId="165"/>
          <ac:spMkLst>
            <pc:docMk/>
            <pc:sldMk cId="3635352603" sldId="352"/>
            <ac:spMk id="55" creationId="{4268C6BD-BE2D-4D4E-B360-4A8AC840F897}"/>
          </ac:spMkLst>
        </pc:spChg>
        <pc:spChg chg="mod">
          <ac:chgData name="Văn Cảnh" userId="3374c81b8f87d1d8" providerId="LiveId" clId="{B0733B51-8933-4CFC-86D8-DC4427103EFC}" dt="2022-03-25T17:08:48.578" v="839" actId="165"/>
          <ac:spMkLst>
            <pc:docMk/>
            <pc:sldMk cId="3635352603" sldId="352"/>
            <ac:spMk id="56" creationId="{3C675B4E-2666-471E-B163-5CB1C2C47107}"/>
          </ac:spMkLst>
        </pc:spChg>
        <pc:spChg chg="mod">
          <ac:chgData name="Văn Cảnh" userId="3374c81b8f87d1d8" providerId="LiveId" clId="{B0733B51-8933-4CFC-86D8-DC4427103EFC}" dt="2022-03-25T17:08:48.578" v="839" actId="165"/>
          <ac:spMkLst>
            <pc:docMk/>
            <pc:sldMk cId="3635352603" sldId="352"/>
            <ac:spMk id="57" creationId="{D4E23FE2-1ED3-44F3-9F2C-073D99F5BEC5}"/>
          </ac:spMkLst>
        </pc:spChg>
        <pc:spChg chg="mod">
          <ac:chgData name="Văn Cảnh" userId="3374c81b8f87d1d8" providerId="LiveId" clId="{B0733B51-8933-4CFC-86D8-DC4427103EFC}" dt="2022-03-25T17:08:48.578" v="839" actId="165"/>
          <ac:spMkLst>
            <pc:docMk/>
            <pc:sldMk cId="3635352603" sldId="352"/>
            <ac:spMk id="58" creationId="{F2308666-C4B8-404A-B22F-69AF3044E4D5}"/>
          </ac:spMkLst>
        </pc:spChg>
        <pc:grpChg chg="del mod">
          <ac:chgData name="Văn Cảnh" userId="3374c81b8f87d1d8" providerId="LiveId" clId="{B0733B51-8933-4CFC-86D8-DC4427103EFC}" dt="2022-03-25T17:09:01.597" v="843" actId="165"/>
          <ac:grpSpMkLst>
            <pc:docMk/>
            <pc:sldMk cId="3635352603" sldId="352"/>
            <ac:grpSpMk id="2" creationId="{C3861D3C-9C7B-4299-9D0E-9498A204E87B}"/>
          </ac:grpSpMkLst>
        </pc:grpChg>
        <pc:grpChg chg="add mod">
          <ac:chgData name="Văn Cảnh" userId="3374c81b8f87d1d8" providerId="LiveId" clId="{B0733B51-8933-4CFC-86D8-DC4427103EFC}" dt="2022-03-25T17:16:40.602" v="938" actId="164"/>
          <ac:grpSpMkLst>
            <pc:docMk/>
            <pc:sldMk cId="3635352603" sldId="352"/>
            <ac:grpSpMk id="8" creationId="{3620CD01-5CC6-4595-861D-588261E34D01}"/>
          </ac:grpSpMkLst>
        </pc:grpChg>
        <pc:grpChg chg="add mod">
          <ac:chgData name="Văn Cảnh" userId="3374c81b8f87d1d8" providerId="LiveId" clId="{B0733B51-8933-4CFC-86D8-DC4427103EFC}" dt="2022-03-25T17:08:11.946" v="827"/>
          <ac:grpSpMkLst>
            <pc:docMk/>
            <pc:sldMk cId="3635352603" sldId="352"/>
            <ac:grpSpMk id="26" creationId="{738845D2-29B6-4E96-B754-01D434AF6D2D}"/>
          </ac:grpSpMkLst>
        </pc:grpChg>
        <pc:grpChg chg="del">
          <ac:chgData name="Văn Cảnh" userId="3374c81b8f87d1d8" providerId="LiveId" clId="{B0733B51-8933-4CFC-86D8-DC4427103EFC}" dt="2022-03-25T17:08:09.472" v="826" actId="478"/>
          <ac:grpSpMkLst>
            <pc:docMk/>
            <pc:sldMk cId="3635352603" sldId="352"/>
            <ac:grpSpMk id="32" creationId="{C9EB6E73-F8F2-4F17-B2F6-CA9B7D982F3A}"/>
          </ac:grpSpMkLst>
        </pc:grpChg>
        <pc:grpChg chg="mod topLvl">
          <ac:chgData name="Văn Cảnh" userId="3374c81b8f87d1d8" providerId="LiveId" clId="{B0733B51-8933-4CFC-86D8-DC4427103EFC}" dt="2022-03-25T17:16:40.602" v="938" actId="164"/>
          <ac:grpSpMkLst>
            <pc:docMk/>
            <pc:sldMk cId="3635352603" sldId="352"/>
            <ac:grpSpMk id="36" creationId="{3FCB0186-5BA0-4BA4-B799-BF7DBFD32008}"/>
          </ac:grpSpMkLst>
        </pc:grpChg>
        <pc:grpChg chg="del">
          <ac:chgData name="Văn Cảnh" userId="3374c81b8f87d1d8" providerId="LiveId" clId="{B0733B51-8933-4CFC-86D8-DC4427103EFC}" dt="2022-03-25T17:08:48.578" v="839" actId="165"/>
          <ac:grpSpMkLst>
            <pc:docMk/>
            <pc:sldMk cId="3635352603" sldId="352"/>
            <ac:grpSpMk id="51" creationId="{6B2AFC34-1456-4638-8F4F-CAF389D4240D}"/>
          </ac:grpSpMkLst>
        </pc:grpChg>
        <pc:grpChg chg="mod topLvl">
          <ac:chgData name="Văn Cảnh" userId="3374c81b8f87d1d8" providerId="LiveId" clId="{B0733B51-8933-4CFC-86D8-DC4427103EFC}" dt="2022-03-25T17:08:48.578" v="839" actId="165"/>
          <ac:grpSpMkLst>
            <pc:docMk/>
            <pc:sldMk cId="3635352603" sldId="352"/>
            <ac:grpSpMk id="53" creationId="{BC0C2C08-DEAD-4DBD-A065-EAF40B9D8EB1}"/>
          </ac:grpSpMkLst>
        </pc:grpChg>
        <pc:grpChg chg="mod">
          <ac:chgData name="Văn Cảnh" userId="3374c81b8f87d1d8" providerId="LiveId" clId="{B0733B51-8933-4CFC-86D8-DC4427103EFC}" dt="2022-03-25T17:08:48.578" v="839" actId="165"/>
          <ac:grpSpMkLst>
            <pc:docMk/>
            <pc:sldMk cId="3635352603" sldId="352"/>
            <ac:grpSpMk id="54" creationId="{FD665E8E-59C0-4ACB-A7BF-CBEA6C332230}"/>
          </ac:grpSpMkLst>
        </pc:grpChg>
        <pc:graphicFrameChg chg="add del mod">
          <ac:chgData name="Văn Cảnh" userId="3374c81b8f87d1d8" providerId="LiveId" clId="{B0733B51-8933-4CFC-86D8-DC4427103EFC}" dt="2022-03-25T17:08:30.838" v="832"/>
          <ac:graphicFrameMkLst>
            <pc:docMk/>
            <pc:sldMk cId="3635352603" sldId="352"/>
            <ac:graphicFrameMk id="4" creationId="{7BD1DD8B-DEA2-4DD4-A74A-D509CD6B249C}"/>
          </ac:graphicFrameMkLst>
        </pc:graphicFrameChg>
        <pc:graphicFrameChg chg="add del mod">
          <ac:chgData name="Văn Cảnh" userId="3374c81b8f87d1d8" providerId="LiveId" clId="{B0733B51-8933-4CFC-86D8-DC4427103EFC}" dt="2022-03-25T17:09:34.189" v="854"/>
          <ac:graphicFrameMkLst>
            <pc:docMk/>
            <pc:sldMk cId="3635352603" sldId="352"/>
            <ac:graphicFrameMk id="6" creationId="{7DC1140B-EA2C-4B25-8007-1EEA9DE3C245}"/>
          </ac:graphicFrameMkLst>
        </pc:graphicFrameChg>
      </pc:sldChg>
    </pc:docChg>
  </pc:docChgLst>
  <pc:docChgLst>
    <pc:chgData name="Văn Cảnh" userId="3374c81b8f87d1d8" providerId="LiveId" clId="{CD7BC086-2299-4662-B302-B7B3552FFE9A}"/>
    <pc:docChg chg="undo custSel modSld">
      <pc:chgData name="Văn Cảnh" userId="3374c81b8f87d1d8" providerId="LiveId" clId="{CD7BC086-2299-4662-B302-B7B3552FFE9A}" dt="2022-03-24T16:48:05.676" v="31" actId="1076"/>
      <pc:docMkLst>
        <pc:docMk/>
      </pc:docMkLst>
      <pc:sldChg chg="addSp delSp modSp mod modAnim">
        <pc:chgData name="Văn Cảnh" userId="3374c81b8f87d1d8" providerId="LiveId" clId="{CD7BC086-2299-4662-B302-B7B3552FFE9A}" dt="2022-03-24T16:48:05.676" v="31" actId="1076"/>
        <pc:sldMkLst>
          <pc:docMk/>
          <pc:sldMk cId="1781698903" sldId="315"/>
        </pc:sldMkLst>
        <pc:spChg chg="add mod">
          <ac:chgData name="Văn Cảnh" userId="3374c81b8f87d1d8" providerId="LiveId" clId="{CD7BC086-2299-4662-B302-B7B3552FFE9A}" dt="2022-03-24T16:47:01.398" v="18"/>
          <ac:spMkLst>
            <pc:docMk/>
            <pc:sldMk cId="1781698903" sldId="315"/>
            <ac:spMk id="29" creationId="{C71DCC81-63A7-4AE5-9F11-6573DFA35927}"/>
          </ac:spMkLst>
        </pc:spChg>
        <pc:spChg chg="add mod">
          <ac:chgData name="Văn Cảnh" userId="3374c81b8f87d1d8" providerId="LiveId" clId="{CD7BC086-2299-4662-B302-B7B3552FFE9A}" dt="2022-03-24T16:47:01.398" v="18"/>
          <ac:spMkLst>
            <pc:docMk/>
            <pc:sldMk cId="1781698903" sldId="315"/>
            <ac:spMk id="30" creationId="{EF7BE6F1-F6AC-4DC6-8B0A-506BC6BB40BD}"/>
          </ac:spMkLst>
        </pc:spChg>
        <pc:spChg chg="add mod">
          <ac:chgData name="Văn Cảnh" userId="3374c81b8f87d1d8" providerId="LiveId" clId="{CD7BC086-2299-4662-B302-B7B3552FFE9A}" dt="2022-03-24T16:47:01.398" v="18"/>
          <ac:spMkLst>
            <pc:docMk/>
            <pc:sldMk cId="1781698903" sldId="315"/>
            <ac:spMk id="31" creationId="{D8EC4956-7628-4873-9C1F-6D7C98390682}"/>
          </ac:spMkLst>
        </pc:spChg>
        <pc:spChg chg="add mod">
          <ac:chgData name="Văn Cảnh" userId="3374c81b8f87d1d8" providerId="LiveId" clId="{CD7BC086-2299-4662-B302-B7B3552FFE9A}" dt="2022-03-24T16:47:01.398" v="18"/>
          <ac:spMkLst>
            <pc:docMk/>
            <pc:sldMk cId="1781698903" sldId="315"/>
            <ac:spMk id="32" creationId="{2E97E3A2-2ED3-4970-A205-21EDB8C14425}"/>
          </ac:spMkLst>
        </pc:spChg>
        <pc:spChg chg="mod topLvl">
          <ac:chgData name="Văn Cảnh" userId="3374c81b8f87d1d8" providerId="LiveId" clId="{CD7BC086-2299-4662-B302-B7B3552FFE9A}" dt="2022-03-24T16:48:03.451" v="29" actId="165"/>
          <ac:spMkLst>
            <pc:docMk/>
            <pc:sldMk cId="1781698903" sldId="315"/>
            <ac:spMk id="52" creationId="{9732CF64-EA0B-4855-B3A1-931E81F57942}"/>
          </ac:spMkLst>
        </pc:spChg>
        <pc:spChg chg="mod topLvl">
          <ac:chgData name="Văn Cảnh" userId="3374c81b8f87d1d8" providerId="LiveId" clId="{CD7BC086-2299-4662-B302-B7B3552FFE9A}" dt="2022-03-24T16:48:03.451" v="29" actId="165"/>
          <ac:spMkLst>
            <pc:docMk/>
            <pc:sldMk cId="1781698903" sldId="315"/>
            <ac:spMk id="55" creationId="{4268C6BD-BE2D-4D4E-B360-4A8AC840F897}"/>
          </ac:spMkLst>
        </pc:spChg>
        <pc:spChg chg="mod">
          <ac:chgData name="Văn Cảnh" userId="3374c81b8f87d1d8" providerId="LiveId" clId="{CD7BC086-2299-4662-B302-B7B3552FFE9A}" dt="2022-03-24T16:48:03.451" v="29" actId="165"/>
          <ac:spMkLst>
            <pc:docMk/>
            <pc:sldMk cId="1781698903" sldId="315"/>
            <ac:spMk id="56" creationId="{3C675B4E-2666-471E-B163-5CB1C2C47107}"/>
          </ac:spMkLst>
        </pc:spChg>
        <pc:spChg chg="mod">
          <ac:chgData name="Văn Cảnh" userId="3374c81b8f87d1d8" providerId="LiveId" clId="{CD7BC086-2299-4662-B302-B7B3552FFE9A}" dt="2022-03-24T16:48:03.451" v="29" actId="165"/>
          <ac:spMkLst>
            <pc:docMk/>
            <pc:sldMk cId="1781698903" sldId="315"/>
            <ac:spMk id="57" creationId="{D4E23FE2-1ED3-44F3-9F2C-073D99F5BEC5}"/>
          </ac:spMkLst>
        </pc:spChg>
        <pc:spChg chg="mod">
          <ac:chgData name="Văn Cảnh" userId="3374c81b8f87d1d8" providerId="LiveId" clId="{CD7BC086-2299-4662-B302-B7B3552FFE9A}" dt="2022-03-24T16:48:03.451" v="29" actId="165"/>
          <ac:spMkLst>
            <pc:docMk/>
            <pc:sldMk cId="1781698903" sldId="315"/>
            <ac:spMk id="58" creationId="{F2308666-C4B8-404A-B22F-69AF3044E4D5}"/>
          </ac:spMkLst>
        </pc:spChg>
        <pc:grpChg chg="add mod">
          <ac:chgData name="Văn Cảnh" userId="3374c81b8f87d1d8" providerId="LiveId" clId="{CD7BC086-2299-4662-B302-B7B3552FFE9A}" dt="2022-03-24T16:47:01.398" v="18"/>
          <ac:grpSpMkLst>
            <pc:docMk/>
            <pc:sldMk cId="1781698903" sldId="315"/>
            <ac:grpSpMk id="27" creationId="{BFDD035F-00AC-4E4C-9EF4-80128C3E9467}"/>
          </ac:grpSpMkLst>
        </pc:grpChg>
        <pc:grpChg chg="add mod">
          <ac:chgData name="Văn Cảnh" userId="3374c81b8f87d1d8" providerId="LiveId" clId="{CD7BC086-2299-4662-B302-B7B3552FFE9A}" dt="2022-03-24T16:47:01.398" v="18"/>
          <ac:grpSpMkLst>
            <pc:docMk/>
            <pc:sldMk cId="1781698903" sldId="315"/>
            <ac:grpSpMk id="28" creationId="{808035F1-AA58-4425-9A1F-5FA944432995}"/>
          </ac:grpSpMkLst>
        </pc:grpChg>
        <pc:grpChg chg="add del mod">
          <ac:chgData name="Văn Cảnh" userId="3374c81b8f87d1d8" providerId="LiveId" clId="{CD7BC086-2299-4662-B302-B7B3552FFE9A}" dt="2022-03-24T16:48:05.676" v="31" actId="1076"/>
          <ac:grpSpMkLst>
            <pc:docMk/>
            <pc:sldMk cId="1781698903" sldId="315"/>
            <ac:grpSpMk id="51" creationId="{6B2AFC34-1456-4638-8F4F-CAF389D4240D}"/>
          </ac:grpSpMkLst>
        </pc:grpChg>
        <pc:grpChg chg="add del mod topLvl">
          <ac:chgData name="Văn Cảnh" userId="3374c81b8f87d1d8" providerId="LiveId" clId="{CD7BC086-2299-4662-B302-B7B3552FFE9A}" dt="2022-03-24T16:48:03.451" v="29" actId="165"/>
          <ac:grpSpMkLst>
            <pc:docMk/>
            <pc:sldMk cId="1781698903" sldId="315"/>
            <ac:grpSpMk id="53" creationId="{BC0C2C08-DEAD-4DBD-A065-EAF40B9D8EB1}"/>
          </ac:grpSpMkLst>
        </pc:grpChg>
        <pc:grpChg chg="mod topLvl">
          <ac:chgData name="Văn Cảnh" userId="3374c81b8f87d1d8" providerId="LiveId" clId="{CD7BC086-2299-4662-B302-B7B3552FFE9A}" dt="2022-03-24T16:48:03.451" v="29" actId="165"/>
          <ac:grpSpMkLst>
            <pc:docMk/>
            <pc:sldMk cId="1781698903" sldId="315"/>
            <ac:grpSpMk id="54" creationId="{FD665E8E-59C0-4ACB-A7BF-CBEA6C332230}"/>
          </ac:grpSpMkLst>
        </pc:grpChg>
        <pc:graphicFrameChg chg="add del mod">
          <ac:chgData name="Văn Cảnh" userId="3374c81b8f87d1d8" providerId="LiveId" clId="{CD7BC086-2299-4662-B302-B7B3552FFE9A}" dt="2022-03-24T16:47:01.398" v="18"/>
          <ac:graphicFrameMkLst>
            <pc:docMk/>
            <pc:sldMk cId="1781698903" sldId="315"/>
            <ac:graphicFrameMk id="4" creationId="{5EF8A4DB-71A7-46D2-8FF8-F1DDC9C4C294}"/>
          </ac:graphicFrameMkLst>
        </pc:graphicFrameChg>
      </pc:sldChg>
    </pc:docChg>
  </pc:docChgLst>
  <pc:docChgLst>
    <pc:chgData name="Văn Cảnh" userId="3374c81b8f87d1d8" providerId="LiveId" clId="{A572FB9A-64D6-4A46-8CD4-C4F2DAF66D0F}"/>
    <pc:docChg chg="undo redo custSel addSld delSld modSld">
      <pc:chgData name="Văn Cảnh" userId="3374c81b8f87d1d8" providerId="LiveId" clId="{A572FB9A-64D6-4A46-8CD4-C4F2DAF66D0F}" dt="2022-03-24T17:50:55.958" v="536" actId="255"/>
      <pc:docMkLst>
        <pc:docMk/>
      </pc:docMkLst>
      <pc:sldChg chg="modSp mod">
        <pc:chgData name="Văn Cảnh" userId="3374c81b8f87d1d8" providerId="LiveId" clId="{A572FB9A-64D6-4A46-8CD4-C4F2DAF66D0F}" dt="2022-03-24T17:29:05.956" v="384" actId="1076"/>
        <pc:sldMkLst>
          <pc:docMk/>
          <pc:sldMk cId="1757226879" sldId="319"/>
        </pc:sldMkLst>
        <pc:picChg chg="mod">
          <ac:chgData name="Văn Cảnh" userId="3374c81b8f87d1d8" providerId="LiveId" clId="{A572FB9A-64D6-4A46-8CD4-C4F2DAF66D0F}" dt="2022-03-24T17:29:05.956" v="384" actId="1076"/>
          <ac:picMkLst>
            <pc:docMk/>
            <pc:sldMk cId="1757226879" sldId="319"/>
            <ac:picMk id="20" creationId="{99BF6486-DAEE-4215-A932-12720E926F22}"/>
          </ac:picMkLst>
        </pc:picChg>
      </pc:sldChg>
      <pc:sldChg chg="addSp delSp modSp add mod delAnim modAnim">
        <pc:chgData name="Văn Cảnh" userId="3374c81b8f87d1d8" providerId="LiveId" clId="{A572FB9A-64D6-4A46-8CD4-C4F2DAF66D0F}" dt="2022-03-24T17:19:54.428" v="274" actId="1076"/>
        <pc:sldMkLst>
          <pc:docMk/>
          <pc:sldMk cId="3323963086" sldId="333"/>
        </pc:sldMkLst>
        <pc:spChg chg="mod">
          <ac:chgData name="Văn Cảnh" userId="3374c81b8f87d1d8" providerId="LiveId" clId="{A572FB9A-64D6-4A46-8CD4-C4F2DAF66D0F}" dt="2022-03-24T17:19:45.684" v="273" actId="255"/>
          <ac:spMkLst>
            <pc:docMk/>
            <pc:sldMk cId="3323963086" sldId="333"/>
            <ac:spMk id="3" creationId="{E5C8CF20-A188-40A3-A095-8424A5327F85}"/>
          </ac:spMkLst>
        </pc:spChg>
        <pc:spChg chg="del">
          <ac:chgData name="Văn Cảnh" userId="3374c81b8f87d1d8" providerId="LiveId" clId="{A572FB9A-64D6-4A46-8CD4-C4F2DAF66D0F}" dt="2022-03-24T16:51:36.467" v="6" actId="478"/>
          <ac:spMkLst>
            <pc:docMk/>
            <pc:sldMk cId="3323963086" sldId="333"/>
            <ac:spMk id="24" creationId="{BA820F67-58D8-4644-8FFA-523A9B7B88A6}"/>
          </ac:spMkLst>
        </pc:spChg>
        <pc:spChg chg="del">
          <ac:chgData name="Văn Cảnh" userId="3374c81b8f87d1d8" providerId="LiveId" clId="{A572FB9A-64D6-4A46-8CD4-C4F2DAF66D0F}" dt="2022-03-24T16:51:53.847" v="17" actId="478"/>
          <ac:spMkLst>
            <pc:docMk/>
            <pc:sldMk cId="3323963086" sldId="333"/>
            <ac:spMk id="25" creationId="{35C77573-004B-47AB-A06D-169C5ED317A4}"/>
          </ac:spMkLst>
        </pc:spChg>
        <pc:spChg chg="mod topLvl">
          <ac:chgData name="Văn Cảnh" userId="3374c81b8f87d1d8" providerId="LiveId" clId="{A572FB9A-64D6-4A46-8CD4-C4F2DAF66D0F}" dt="2022-03-24T16:55:05.490" v="31" actId="14100"/>
          <ac:spMkLst>
            <pc:docMk/>
            <pc:sldMk cId="3323963086" sldId="333"/>
            <ac:spMk id="52" creationId="{9732CF64-EA0B-4855-B3A1-931E81F57942}"/>
          </ac:spMkLst>
        </pc:spChg>
        <pc:spChg chg="del">
          <ac:chgData name="Văn Cảnh" userId="3374c81b8f87d1d8" providerId="LiveId" clId="{A572FB9A-64D6-4A46-8CD4-C4F2DAF66D0F}" dt="2022-03-24T16:50:45.996" v="1" actId="478"/>
          <ac:spMkLst>
            <pc:docMk/>
            <pc:sldMk cId="3323963086" sldId="333"/>
            <ac:spMk id="55" creationId="{4268C6BD-BE2D-4D4E-B360-4A8AC840F897}"/>
          </ac:spMkLst>
        </pc:spChg>
        <pc:spChg chg="del">
          <ac:chgData name="Văn Cảnh" userId="3374c81b8f87d1d8" providerId="LiveId" clId="{A572FB9A-64D6-4A46-8CD4-C4F2DAF66D0F}" dt="2022-03-24T16:50:49.475" v="3" actId="478"/>
          <ac:spMkLst>
            <pc:docMk/>
            <pc:sldMk cId="3323963086" sldId="333"/>
            <ac:spMk id="56" creationId="{3C675B4E-2666-471E-B163-5CB1C2C47107}"/>
          </ac:spMkLst>
        </pc:spChg>
        <pc:spChg chg="del topLvl">
          <ac:chgData name="Văn Cảnh" userId="3374c81b8f87d1d8" providerId="LiveId" clId="{A572FB9A-64D6-4A46-8CD4-C4F2DAF66D0F}" dt="2022-03-24T16:50:51.286" v="4" actId="478"/>
          <ac:spMkLst>
            <pc:docMk/>
            <pc:sldMk cId="3323963086" sldId="333"/>
            <ac:spMk id="57" creationId="{D4E23FE2-1ED3-44F3-9F2C-073D99F5BEC5}"/>
          </ac:spMkLst>
        </pc:spChg>
        <pc:spChg chg="del">
          <ac:chgData name="Văn Cảnh" userId="3374c81b8f87d1d8" providerId="LiveId" clId="{A572FB9A-64D6-4A46-8CD4-C4F2DAF66D0F}" dt="2022-03-24T16:50:47.851" v="2" actId="478"/>
          <ac:spMkLst>
            <pc:docMk/>
            <pc:sldMk cId="3323963086" sldId="333"/>
            <ac:spMk id="58" creationId="{F2308666-C4B8-404A-B22F-69AF3044E4D5}"/>
          </ac:spMkLst>
        </pc:spChg>
        <pc:grpChg chg="del">
          <ac:chgData name="Văn Cảnh" userId="3374c81b8f87d1d8" providerId="LiveId" clId="{A572FB9A-64D6-4A46-8CD4-C4F2DAF66D0F}" dt="2022-03-24T16:52:04.683" v="19" actId="478"/>
          <ac:grpSpMkLst>
            <pc:docMk/>
            <pc:sldMk cId="3323963086" sldId="333"/>
            <ac:grpSpMk id="2" creationId="{2E29BFA7-E12A-4CBB-98F4-7D8BABA5D3DC}"/>
          </ac:grpSpMkLst>
        </pc:grpChg>
        <pc:grpChg chg="del">
          <ac:chgData name="Văn Cảnh" userId="3374c81b8f87d1d8" providerId="LiveId" clId="{A572FB9A-64D6-4A46-8CD4-C4F2DAF66D0F}" dt="2022-03-24T16:51:54.674" v="18" actId="478"/>
          <ac:grpSpMkLst>
            <pc:docMk/>
            <pc:sldMk cId="3323963086" sldId="333"/>
            <ac:grpSpMk id="34" creationId="{1F4E20C8-2D05-4C40-9288-F9499AF26E6D}"/>
          </ac:grpSpMkLst>
        </pc:grpChg>
        <pc:grpChg chg="del">
          <ac:chgData name="Văn Cảnh" userId="3374c81b8f87d1d8" providerId="LiveId" clId="{A572FB9A-64D6-4A46-8CD4-C4F2DAF66D0F}" dt="2022-03-24T16:50:51.286" v="4" actId="478"/>
          <ac:grpSpMkLst>
            <pc:docMk/>
            <pc:sldMk cId="3323963086" sldId="333"/>
            <ac:grpSpMk id="51" creationId="{6B2AFC34-1456-4638-8F4F-CAF389D4240D}"/>
          </ac:grpSpMkLst>
        </pc:grpChg>
        <pc:grpChg chg="del">
          <ac:chgData name="Văn Cảnh" userId="3374c81b8f87d1d8" providerId="LiveId" clId="{A572FB9A-64D6-4A46-8CD4-C4F2DAF66D0F}" dt="2022-03-24T16:50:45.996" v="1" actId="478"/>
          <ac:grpSpMkLst>
            <pc:docMk/>
            <pc:sldMk cId="3323963086" sldId="333"/>
            <ac:grpSpMk id="53" creationId="{BC0C2C08-DEAD-4DBD-A065-EAF40B9D8EB1}"/>
          </ac:grpSpMkLst>
        </pc:grpChg>
        <pc:grpChg chg="del">
          <ac:chgData name="Văn Cảnh" userId="3374c81b8f87d1d8" providerId="LiveId" clId="{A572FB9A-64D6-4A46-8CD4-C4F2DAF66D0F}" dt="2022-03-24T16:50:49.475" v="3" actId="478"/>
          <ac:grpSpMkLst>
            <pc:docMk/>
            <pc:sldMk cId="3323963086" sldId="333"/>
            <ac:grpSpMk id="54" creationId="{FD665E8E-59C0-4ACB-A7BF-CBEA6C332230}"/>
          </ac:grpSpMkLst>
        </pc:grpChg>
        <pc:graphicFrameChg chg="add del mod">
          <ac:chgData name="Văn Cảnh" userId="3374c81b8f87d1d8" providerId="LiveId" clId="{A572FB9A-64D6-4A46-8CD4-C4F2DAF66D0F}" dt="2022-03-24T16:51:44.417" v="11"/>
          <ac:graphicFrameMkLst>
            <pc:docMk/>
            <pc:sldMk cId="3323963086" sldId="333"/>
            <ac:graphicFrameMk id="4" creationId="{7A33E313-3C2A-436D-8E30-365943042CDE}"/>
          </ac:graphicFrameMkLst>
        </pc:graphicFrameChg>
        <pc:graphicFrameChg chg="add del mod">
          <ac:chgData name="Văn Cảnh" userId="3374c81b8f87d1d8" providerId="LiveId" clId="{A572FB9A-64D6-4A46-8CD4-C4F2DAF66D0F}" dt="2022-03-24T16:51:46.749" v="15"/>
          <ac:graphicFrameMkLst>
            <pc:docMk/>
            <pc:sldMk cId="3323963086" sldId="333"/>
            <ac:graphicFrameMk id="5" creationId="{ED243CD4-B6E4-4930-93FC-1B72D060C6E1}"/>
          </ac:graphicFrameMkLst>
        </pc:graphicFrameChg>
        <pc:picChg chg="add mod">
          <ac:chgData name="Văn Cảnh" userId="3374c81b8f87d1d8" providerId="LiveId" clId="{A572FB9A-64D6-4A46-8CD4-C4F2DAF66D0F}" dt="2022-03-24T17:19:54.428" v="274" actId="1076"/>
          <ac:picMkLst>
            <pc:docMk/>
            <pc:sldMk cId="3323963086" sldId="333"/>
            <ac:picMk id="28" creationId="{25BAC7D8-779F-44A1-92B5-B6C76EC3A691}"/>
          </ac:picMkLst>
        </pc:picChg>
      </pc:sldChg>
      <pc:sldChg chg="addSp delSp modSp add mod delAnim modAnim">
        <pc:chgData name="Văn Cảnh" userId="3374c81b8f87d1d8" providerId="LiveId" clId="{A572FB9A-64D6-4A46-8CD4-C4F2DAF66D0F}" dt="2022-03-24T17:23:41.651" v="322" actId="14100"/>
        <pc:sldMkLst>
          <pc:docMk/>
          <pc:sldMk cId="865952264" sldId="334"/>
        </pc:sldMkLst>
        <pc:spChg chg="del mod">
          <ac:chgData name="Văn Cảnh" userId="3374c81b8f87d1d8" providerId="LiveId" clId="{A572FB9A-64D6-4A46-8CD4-C4F2DAF66D0F}" dt="2022-03-24T16:56:37.279" v="41" actId="478"/>
          <ac:spMkLst>
            <pc:docMk/>
            <pc:sldMk cId="865952264" sldId="334"/>
            <ac:spMk id="3" creationId="{E5C8CF20-A188-40A3-A095-8424A5327F85}"/>
          </ac:spMkLst>
        </pc:spChg>
        <pc:spChg chg="mod">
          <ac:chgData name="Văn Cảnh" userId="3374c81b8f87d1d8" providerId="LiveId" clId="{A572FB9A-64D6-4A46-8CD4-C4F2DAF66D0F}" dt="2022-03-24T16:57:47.501" v="59" actId="6549"/>
          <ac:spMkLst>
            <pc:docMk/>
            <pc:sldMk cId="865952264" sldId="334"/>
            <ac:spMk id="17" creationId="{CE96812B-CA35-423B-AB78-F20B241658E4}"/>
          </ac:spMkLst>
        </pc:spChg>
        <pc:spChg chg="mod">
          <ac:chgData name="Văn Cảnh" userId="3374c81b8f87d1d8" providerId="LiveId" clId="{A572FB9A-64D6-4A46-8CD4-C4F2DAF66D0F}" dt="2022-03-24T16:55:52.695" v="37" actId="20577"/>
          <ac:spMkLst>
            <pc:docMk/>
            <pc:sldMk cId="865952264" sldId="334"/>
            <ac:spMk id="21" creationId="{A90995F8-A631-4231-86BB-7D3EBA512F0D}"/>
          </ac:spMkLst>
        </pc:spChg>
        <pc:spChg chg="del">
          <ac:chgData name="Văn Cảnh" userId="3374c81b8f87d1d8" providerId="LiveId" clId="{A572FB9A-64D6-4A46-8CD4-C4F2DAF66D0F}" dt="2022-03-24T16:56:40.689" v="45" actId="478"/>
          <ac:spMkLst>
            <pc:docMk/>
            <pc:sldMk cId="865952264" sldId="334"/>
            <ac:spMk id="24" creationId="{BA820F67-58D8-4644-8FFA-523A9B7B88A6}"/>
          </ac:spMkLst>
        </pc:spChg>
        <pc:spChg chg="del">
          <ac:chgData name="Văn Cảnh" userId="3374c81b8f87d1d8" providerId="LiveId" clId="{A572FB9A-64D6-4A46-8CD4-C4F2DAF66D0F}" dt="2022-03-24T16:58:24.089" v="69" actId="478"/>
          <ac:spMkLst>
            <pc:docMk/>
            <pc:sldMk cId="865952264" sldId="334"/>
            <ac:spMk id="25" creationId="{35C77573-004B-47AB-A06D-169C5ED317A4}"/>
          </ac:spMkLst>
        </pc:spChg>
        <pc:spChg chg="add mod">
          <ac:chgData name="Văn Cảnh" userId="3374c81b8f87d1d8" providerId="LiveId" clId="{A572FB9A-64D6-4A46-8CD4-C4F2DAF66D0F}" dt="2022-03-24T16:57:10.236" v="54" actId="255"/>
          <ac:spMkLst>
            <pc:docMk/>
            <pc:sldMk cId="865952264" sldId="334"/>
            <ac:spMk id="28" creationId="{20BEBE9F-1E2D-4C56-B3AD-77933A548DBC}"/>
          </ac:spMkLst>
        </pc:spChg>
        <pc:spChg chg="add mod">
          <ac:chgData name="Văn Cảnh" userId="3374c81b8f87d1d8" providerId="LiveId" clId="{A572FB9A-64D6-4A46-8CD4-C4F2DAF66D0F}" dt="2022-03-24T16:56:48.376" v="49"/>
          <ac:spMkLst>
            <pc:docMk/>
            <pc:sldMk cId="865952264" sldId="334"/>
            <ac:spMk id="31" creationId="{7E124328-34C2-40AF-B993-1E66147FDCEA}"/>
          </ac:spMkLst>
        </pc:spChg>
        <pc:spChg chg="add mod">
          <ac:chgData name="Văn Cảnh" userId="3374c81b8f87d1d8" providerId="LiveId" clId="{A572FB9A-64D6-4A46-8CD4-C4F2DAF66D0F}" dt="2022-03-24T16:56:48.376" v="49"/>
          <ac:spMkLst>
            <pc:docMk/>
            <pc:sldMk cId="865952264" sldId="334"/>
            <ac:spMk id="32" creationId="{726C3E01-43B0-4D27-A0DF-33F4A020EA5D}"/>
          </ac:spMkLst>
        </pc:spChg>
        <pc:spChg chg="add del mod">
          <ac:chgData name="Văn Cảnh" userId="3374c81b8f87d1d8" providerId="LiveId" clId="{A572FB9A-64D6-4A46-8CD4-C4F2DAF66D0F}" dt="2022-03-24T16:57:27.499" v="55" actId="478"/>
          <ac:spMkLst>
            <pc:docMk/>
            <pc:sldMk cId="865952264" sldId="334"/>
            <ac:spMk id="33" creationId="{816661AE-91B7-47E4-A89A-79689E48EE6E}"/>
          </ac:spMkLst>
        </pc:spChg>
        <pc:spChg chg="add del mod">
          <ac:chgData name="Văn Cảnh" userId="3374c81b8f87d1d8" providerId="LiveId" clId="{A572FB9A-64D6-4A46-8CD4-C4F2DAF66D0F}" dt="2022-03-24T16:57:29.163" v="56" actId="478"/>
          <ac:spMkLst>
            <pc:docMk/>
            <pc:sldMk cId="865952264" sldId="334"/>
            <ac:spMk id="41" creationId="{86F4CAE5-AF91-43CF-AE96-51DAA9FD8E27}"/>
          </ac:spMkLst>
        </pc:spChg>
        <pc:spChg chg="add del mod">
          <ac:chgData name="Văn Cảnh" userId="3374c81b8f87d1d8" providerId="LiveId" clId="{A572FB9A-64D6-4A46-8CD4-C4F2DAF66D0F}" dt="2022-03-24T16:57:30.547" v="57" actId="478"/>
          <ac:spMkLst>
            <pc:docMk/>
            <pc:sldMk cId="865952264" sldId="334"/>
            <ac:spMk id="42" creationId="{66A66336-C1C6-45A7-8820-1AE308FC41B5}"/>
          </ac:spMkLst>
        </pc:spChg>
        <pc:spChg chg="add mod topLvl">
          <ac:chgData name="Văn Cảnh" userId="3374c81b8f87d1d8" providerId="LiveId" clId="{A572FB9A-64D6-4A46-8CD4-C4F2DAF66D0F}" dt="2022-03-24T17:21:47.067" v="301" actId="255"/>
          <ac:spMkLst>
            <pc:docMk/>
            <pc:sldMk cId="865952264" sldId="334"/>
            <ac:spMk id="44" creationId="{1A04E56E-94E6-4E9A-83AE-5A713E7E6A56}"/>
          </ac:spMkLst>
        </pc:spChg>
        <pc:spChg chg="add mod">
          <ac:chgData name="Văn Cảnh" userId="3374c81b8f87d1d8" providerId="LiveId" clId="{A572FB9A-64D6-4A46-8CD4-C4F2DAF66D0F}" dt="2022-03-24T17:07:05.312" v="133" actId="165"/>
          <ac:spMkLst>
            <pc:docMk/>
            <pc:sldMk cId="865952264" sldId="334"/>
            <ac:spMk id="47" creationId="{231EFF96-6FDB-45EC-AA38-13F6AC1C047C}"/>
          </ac:spMkLst>
        </pc:spChg>
        <pc:spChg chg="add mod">
          <ac:chgData name="Văn Cảnh" userId="3374c81b8f87d1d8" providerId="LiveId" clId="{A572FB9A-64D6-4A46-8CD4-C4F2DAF66D0F}" dt="2022-03-24T17:07:05.312" v="133" actId="165"/>
          <ac:spMkLst>
            <pc:docMk/>
            <pc:sldMk cId="865952264" sldId="334"/>
            <ac:spMk id="48" creationId="{936EA72D-2CC4-4FC5-A11E-C93F82164CDE}"/>
          </ac:spMkLst>
        </pc:spChg>
        <pc:spChg chg="add mod">
          <ac:chgData name="Văn Cảnh" userId="3374c81b8f87d1d8" providerId="LiveId" clId="{A572FB9A-64D6-4A46-8CD4-C4F2DAF66D0F}" dt="2022-03-24T17:07:05.312" v="133" actId="165"/>
          <ac:spMkLst>
            <pc:docMk/>
            <pc:sldMk cId="865952264" sldId="334"/>
            <ac:spMk id="49" creationId="{2F00DEC8-5534-408B-8297-6F5E064EB7A3}"/>
          </ac:spMkLst>
        </pc:spChg>
        <pc:spChg chg="add mod">
          <ac:chgData name="Văn Cảnh" userId="3374c81b8f87d1d8" providerId="LiveId" clId="{A572FB9A-64D6-4A46-8CD4-C4F2DAF66D0F}" dt="2022-03-24T17:07:05.312" v="133" actId="165"/>
          <ac:spMkLst>
            <pc:docMk/>
            <pc:sldMk cId="865952264" sldId="334"/>
            <ac:spMk id="50" creationId="{B2BB3821-36E1-4185-B02D-6219F83C257B}"/>
          </ac:spMkLst>
        </pc:spChg>
        <pc:spChg chg="del topLvl">
          <ac:chgData name="Văn Cảnh" userId="3374c81b8f87d1d8" providerId="LiveId" clId="{A572FB9A-64D6-4A46-8CD4-C4F2DAF66D0F}" dt="2022-03-24T16:56:35.726" v="39" actId="478"/>
          <ac:spMkLst>
            <pc:docMk/>
            <pc:sldMk cId="865952264" sldId="334"/>
            <ac:spMk id="52" creationId="{9732CF64-EA0B-4855-B3A1-931E81F57942}"/>
          </ac:spMkLst>
        </pc:spChg>
        <pc:spChg chg="del mod topLvl">
          <ac:chgData name="Văn Cảnh" userId="3374c81b8f87d1d8" providerId="LiveId" clId="{A572FB9A-64D6-4A46-8CD4-C4F2DAF66D0F}" dt="2022-03-24T16:56:38.523" v="43" actId="478"/>
          <ac:spMkLst>
            <pc:docMk/>
            <pc:sldMk cId="865952264" sldId="334"/>
            <ac:spMk id="55" creationId="{4268C6BD-BE2D-4D4E-B360-4A8AC840F897}"/>
          </ac:spMkLst>
        </pc:spChg>
        <pc:spChg chg="add mod">
          <ac:chgData name="Văn Cảnh" userId="3374c81b8f87d1d8" providerId="LiveId" clId="{A572FB9A-64D6-4A46-8CD4-C4F2DAF66D0F}" dt="2022-03-24T17:07:05.312" v="133" actId="165"/>
          <ac:spMkLst>
            <pc:docMk/>
            <pc:sldMk cId="865952264" sldId="334"/>
            <ac:spMk id="59" creationId="{7A1BC79F-E2C8-4C7C-84BA-DEB51F95102C}"/>
          </ac:spMkLst>
        </pc:spChg>
        <pc:spChg chg="add del mod">
          <ac:chgData name="Văn Cảnh" userId="3374c81b8f87d1d8" providerId="LiveId" clId="{A572FB9A-64D6-4A46-8CD4-C4F2DAF66D0F}" dt="2022-03-24T16:59:37.206" v="80" actId="478"/>
          <ac:spMkLst>
            <pc:docMk/>
            <pc:sldMk cId="865952264" sldId="334"/>
            <ac:spMk id="61" creationId="{BD5EB783-572E-44DD-B1BD-9237878E3E70}"/>
          </ac:spMkLst>
        </pc:spChg>
        <pc:spChg chg="add mod">
          <ac:chgData name="Văn Cảnh" userId="3374c81b8f87d1d8" providerId="LiveId" clId="{A572FB9A-64D6-4A46-8CD4-C4F2DAF66D0F}" dt="2022-03-24T16:59:42.806" v="84"/>
          <ac:spMkLst>
            <pc:docMk/>
            <pc:sldMk cId="865952264" sldId="334"/>
            <ac:spMk id="63" creationId="{E4F82DDF-C0C5-4B00-BEE8-8CFF011D79D3}"/>
          </ac:spMkLst>
        </pc:spChg>
        <pc:spChg chg="add mod">
          <ac:chgData name="Văn Cảnh" userId="3374c81b8f87d1d8" providerId="LiveId" clId="{A572FB9A-64D6-4A46-8CD4-C4F2DAF66D0F}" dt="2022-03-24T16:59:42.806" v="84"/>
          <ac:spMkLst>
            <pc:docMk/>
            <pc:sldMk cId="865952264" sldId="334"/>
            <ac:spMk id="66" creationId="{FEE37EE2-DDE2-46CE-8539-CCD7C79692F5}"/>
          </ac:spMkLst>
        </pc:spChg>
        <pc:spChg chg="add mod">
          <ac:chgData name="Văn Cảnh" userId="3374c81b8f87d1d8" providerId="LiveId" clId="{A572FB9A-64D6-4A46-8CD4-C4F2DAF66D0F}" dt="2022-03-24T16:59:42.806" v="84"/>
          <ac:spMkLst>
            <pc:docMk/>
            <pc:sldMk cId="865952264" sldId="334"/>
            <ac:spMk id="67" creationId="{9FC8E05A-B285-4F3A-BD98-8BA09CA5E854}"/>
          </ac:spMkLst>
        </pc:spChg>
        <pc:spChg chg="add mod">
          <ac:chgData name="Văn Cảnh" userId="3374c81b8f87d1d8" providerId="LiveId" clId="{A572FB9A-64D6-4A46-8CD4-C4F2DAF66D0F}" dt="2022-03-24T16:59:42.806" v="84"/>
          <ac:spMkLst>
            <pc:docMk/>
            <pc:sldMk cId="865952264" sldId="334"/>
            <ac:spMk id="68" creationId="{A31463B5-FA7A-4881-B41A-22CE73B413AE}"/>
          </ac:spMkLst>
        </pc:spChg>
        <pc:spChg chg="add mod">
          <ac:chgData name="Văn Cảnh" userId="3374c81b8f87d1d8" providerId="LiveId" clId="{A572FB9A-64D6-4A46-8CD4-C4F2DAF66D0F}" dt="2022-03-24T16:59:42.806" v="84"/>
          <ac:spMkLst>
            <pc:docMk/>
            <pc:sldMk cId="865952264" sldId="334"/>
            <ac:spMk id="69" creationId="{4B165A49-4F6A-4005-B6A0-1BDEF5C10AD2}"/>
          </ac:spMkLst>
        </pc:spChg>
        <pc:spChg chg="add mod">
          <ac:chgData name="Văn Cảnh" userId="3374c81b8f87d1d8" providerId="LiveId" clId="{A572FB9A-64D6-4A46-8CD4-C4F2DAF66D0F}" dt="2022-03-24T16:59:42.806" v="84"/>
          <ac:spMkLst>
            <pc:docMk/>
            <pc:sldMk cId="865952264" sldId="334"/>
            <ac:spMk id="70" creationId="{EF309645-6646-405F-AAA5-BF4B2914535E}"/>
          </ac:spMkLst>
        </pc:spChg>
        <pc:spChg chg="add mod ord">
          <ac:chgData name="Văn Cảnh" userId="3374c81b8f87d1d8" providerId="LiveId" clId="{A572FB9A-64D6-4A46-8CD4-C4F2DAF66D0F}" dt="2022-03-24T17:23:18.556" v="313" actId="14100"/>
          <ac:spMkLst>
            <pc:docMk/>
            <pc:sldMk cId="865952264" sldId="334"/>
            <ac:spMk id="72" creationId="{E0DF60D7-D16D-4130-8240-C5B4ED3B3931}"/>
          </ac:spMkLst>
        </pc:spChg>
        <pc:spChg chg="mod">
          <ac:chgData name="Văn Cảnh" userId="3374c81b8f87d1d8" providerId="LiveId" clId="{A572FB9A-64D6-4A46-8CD4-C4F2DAF66D0F}" dt="2022-03-24T17:10:54.687" v="155"/>
          <ac:spMkLst>
            <pc:docMk/>
            <pc:sldMk cId="865952264" sldId="334"/>
            <ac:spMk id="74" creationId="{A6C470C3-8BC0-41D7-85C3-6BF08CB76404}"/>
          </ac:spMkLst>
        </pc:spChg>
        <pc:spChg chg="mod">
          <ac:chgData name="Văn Cảnh" userId="3374c81b8f87d1d8" providerId="LiveId" clId="{A572FB9A-64D6-4A46-8CD4-C4F2DAF66D0F}" dt="2022-03-24T17:04:29.862" v="127"/>
          <ac:spMkLst>
            <pc:docMk/>
            <pc:sldMk cId="865952264" sldId="334"/>
            <ac:spMk id="76" creationId="{6CB21E94-AE6B-442B-BFF9-72B0DC40A5FB}"/>
          </ac:spMkLst>
        </pc:spChg>
        <pc:spChg chg="mod">
          <ac:chgData name="Văn Cảnh" userId="3374c81b8f87d1d8" providerId="LiveId" clId="{A572FB9A-64D6-4A46-8CD4-C4F2DAF66D0F}" dt="2022-03-24T17:10:40.975" v="154" actId="207"/>
          <ac:spMkLst>
            <pc:docMk/>
            <pc:sldMk cId="865952264" sldId="334"/>
            <ac:spMk id="77" creationId="{C6E47BA5-0074-4AD1-9999-5245AD15FAA9}"/>
          </ac:spMkLst>
        </pc:spChg>
        <pc:spChg chg="mod">
          <ac:chgData name="Văn Cảnh" userId="3374c81b8f87d1d8" providerId="LiveId" clId="{A572FB9A-64D6-4A46-8CD4-C4F2DAF66D0F}" dt="2022-03-24T17:04:29.862" v="127"/>
          <ac:spMkLst>
            <pc:docMk/>
            <pc:sldMk cId="865952264" sldId="334"/>
            <ac:spMk id="78" creationId="{DC4B01DD-F943-41F7-B7AB-80194AB4C995}"/>
          </ac:spMkLst>
        </pc:spChg>
        <pc:spChg chg="mod">
          <ac:chgData name="Văn Cảnh" userId="3374c81b8f87d1d8" providerId="LiveId" clId="{A572FB9A-64D6-4A46-8CD4-C4F2DAF66D0F}" dt="2022-03-24T17:04:29.862" v="127"/>
          <ac:spMkLst>
            <pc:docMk/>
            <pc:sldMk cId="865952264" sldId="334"/>
            <ac:spMk id="79" creationId="{7537B811-3E9D-4FCF-B714-AD3F3B3A52E9}"/>
          </ac:spMkLst>
        </pc:spChg>
        <pc:grpChg chg="add del mod">
          <ac:chgData name="Văn Cảnh" userId="3374c81b8f87d1d8" providerId="LiveId" clId="{A572FB9A-64D6-4A46-8CD4-C4F2DAF66D0F}" dt="2022-03-24T17:06:57.248" v="130" actId="165"/>
          <ac:grpSpMkLst>
            <pc:docMk/>
            <pc:sldMk cId="865952264" sldId="334"/>
            <ac:grpSpMk id="8" creationId="{F7AC9322-869A-45B4-A6BC-C8A06EED7724}"/>
          </ac:grpSpMkLst>
        </pc:grpChg>
        <pc:grpChg chg="add mod">
          <ac:chgData name="Văn Cảnh" userId="3374c81b8f87d1d8" providerId="LiveId" clId="{A572FB9A-64D6-4A46-8CD4-C4F2DAF66D0F}" dt="2022-03-24T17:04:07.062" v="125" actId="164"/>
          <ac:grpSpMkLst>
            <pc:docMk/>
            <pc:sldMk cId="865952264" sldId="334"/>
            <ac:grpSpMk id="9" creationId="{D90639EF-0285-4AE7-9676-CBAE159F085B}"/>
          </ac:grpSpMkLst>
        </pc:grpChg>
        <pc:grpChg chg="add mod ord">
          <ac:chgData name="Văn Cảnh" userId="3374c81b8f87d1d8" providerId="LiveId" clId="{A572FB9A-64D6-4A46-8CD4-C4F2DAF66D0F}" dt="2022-03-24T17:21:37.220" v="300" actId="1036"/>
          <ac:grpSpMkLst>
            <pc:docMk/>
            <pc:sldMk cId="865952264" sldId="334"/>
            <ac:grpSpMk id="10" creationId="{248A0534-14F9-4423-8FC2-413214AB101B}"/>
          </ac:grpSpMkLst>
        </pc:grpChg>
        <pc:grpChg chg="add mod">
          <ac:chgData name="Văn Cảnh" userId="3374c81b8f87d1d8" providerId="LiveId" clId="{A572FB9A-64D6-4A46-8CD4-C4F2DAF66D0F}" dt="2022-03-24T17:16:09.060" v="228" actId="1076"/>
          <ac:grpSpMkLst>
            <pc:docMk/>
            <pc:sldMk cId="865952264" sldId="334"/>
            <ac:grpSpMk id="11" creationId="{399B70CF-F551-4472-A844-7526DEA3DEC4}"/>
          </ac:grpSpMkLst>
        </pc:grpChg>
        <pc:grpChg chg="add mod">
          <ac:chgData name="Văn Cảnh" userId="3374c81b8f87d1d8" providerId="LiveId" clId="{A572FB9A-64D6-4A46-8CD4-C4F2DAF66D0F}" dt="2022-03-24T17:15:46.020" v="227" actId="1076"/>
          <ac:grpSpMkLst>
            <pc:docMk/>
            <pc:sldMk cId="865952264" sldId="334"/>
            <ac:grpSpMk id="12" creationId="{DADB634B-EC5D-43EB-8F91-C2431BB4945C}"/>
          </ac:grpSpMkLst>
        </pc:grpChg>
        <pc:grpChg chg="add del mod">
          <ac:chgData name="Văn Cảnh" userId="3374c81b8f87d1d8" providerId="LiveId" clId="{A572FB9A-64D6-4A46-8CD4-C4F2DAF66D0F}" dt="2022-03-24T16:57:31.330" v="58" actId="478"/>
          <ac:grpSpMkLst>
            <pc:docMk/>
            <pc:sldMk cId="865952264" sldId="334"/>
            <ac:grpSpMk id="27" creationId="{2943C9C7-16C3-48D4-AAF0-9E1A87BAFB16}"/>
          </ac:grpSpMkLst>
        </pc:grpChg>
        <pc:grpChg chg="add mod">
          <ac:chgData name="Văn Cảnh" userId="3374c81b8f87d1d8" providerId="LiveId" clId="{A572FB9A-64D6-4A46-8CD4-C4F2DAF66D0F}" dt="2022-03-24T16:56:48.376" v="49"/>
          <ac:grpSpMkLst>
            <pc:docMk/>
            <pc:sldMk cId="865952264" sldId="334"/>
            <ac:grpSpMk id="29" creationId="{017900EE-7D4B-4E1B-9105-77BE5DA8F2C7}"/>
          </ac:grpSpMkLst>
        </pc:grpChg>
        <pc:grpChg chg="add del mod">
          <ac:chgData name="Văn Cảnh" userId="3374c81b8f87d1d8" providerId="LiveId" clId="{A572FB9A-64D6-4A46-8CD4-C4F2DAF66D0F}" dt="2022-03-24T16:57:29.163" v="56" actId="478"/>
          <ac:grpSpMkLst>
            <pc:docMk/>
            <pc:sldMk cId="865952264" sldId="334"/>
            <ac:grpSpMk id="30" creationId="{23B04A8E-7418-4932-AC06-B45085D90E66}"/>
          </ac:grpSpMkLst>
        </pc:grpChg>
        <pc:grpChg chg="del">
          <ac:chgData name="Văn Cảnh" userId="3374c81b8f87d1d8" providerId="LiveId" clId="{A572FB9A-64D6-4A46-8CD4-C4F2DAF66D0F}" dt="2022-03-24T16:58:22.863" v="68" actId="478"/>
          <ac:grpSpMkLst>
            <pc:docMk/>
            <pc:sldMk cId="865952264" sldId="334"/>
            <ac:grpSpMk id="34" creationId="{1F4E20C8-2D05-4C40-9288-F9499AF26E6D}"/>
          </ac:grpSpMkLst>
        </pc:grpChg>
        <pc:grpChg chg="add del mod topLvl">
          <ac:chgData name="Văn Cảnh" userId="3374c81b8f87d1d8" providerId="LiveId" clId="{A572FB9A-64D6-4A46-8CD4-C4F2DAF66D0F}" dt="2022-03-24T17:07:05.312" v="133" actId="165"/>
          <ac:grpSpMkLst>
            <pc:docMk/>
            <pc:sldMk cId="865952264" sldId="334"/>
            <ac:grpSpMk id="43" creationId="{1683CE0E-2842-4CE9-BEE6-E60067C4B5E9}"/>
          </ac:grpSpMkLst>
        </pc:grpChg>
        <pc:grpChg chg="add mod topLvl">
          <ac:chgData name="Văn Cảnh" userId="3374c81b8f87d1d8" providerId="LiveId" clId="{A572FB9A-64D6-4A46-8CD4-C4F2DAF66D0F}" dt="2022-03-24T17:07:41.255" v="136" actId="164"/>
          <ac:grpSpMkLst>
            <pc:docMk/>
            <pc:sldMk cId="865952264" sldId="334"/>
            <ac:grpSpMk id="45" creationId="{4E6D5532-96B9-4E24-AFEE-80769DB2B44B}"/>
          </ac:grpSpMkLst>
        </pc:grpChg>
        <pc:grpChg chg="add mod">
          <ac:chgData name="Văn Cảnh" userId="3374c81b8f87d1d8" providerId="LiveId" clId="{A572FB9A-64D6-4A46-8CD4-C4F2DAF66D0F}" dt="2022-03-24T17:07:05.312" v="133" actId="165"/>
          <ac:grpSpMkLst>
            <pc:docMk/>
            <pc:sldMk cId="865952264" sldId="334"/>
            <ac:grpSpMk id="46" creationId="{2D5041F0-3D20-4C63-837F-2E7C92B14989}"/>
          </ac:grpSpMkLst>
        </pc:grpChg>
        <pc:grpChg chg="del">
          <ac:chgData name="Văn Cảnh" userId="3374c81b8f87d1d8" providerId="LiveId" clId="{A572FB9A-64D6-4A46-8CD4-C4F2DAF66D0F}" dt="2022-03-24T16:56:35.726" v="39" actId="478"/>
          <ac:grpSpMkLst>
            <pc:docMk/>
            <pc:sldMk cId="865952264" sldId="334"/>
            <ac:grpSpMk id="51" creationId="{6B2AFC34-1456-4638-8F4F-CAF389D4240D}"/>
          </ac:grpSpMkLst>
        </pc:grpChg>
        <pc:grpChg chg="del topLvl">
          <ac:chgData name="Văn Cảnh" userId="3374c81b8f87d1d8" providerId="LiveId" clId="{A572FB9A-64D6-4A46-8CD4-C4F2DAF66D0F}" dt="2022-03-24T16:56:38.523" v="43" actId="478"/>
          <ac:grpSpMkLst>
            <pc:docMk/>
            <pc:sldMk cId="865952264" sldId="334"/>
            <ac:grpSpMk id="53" creationId="{BC0C2C08-DEAD-4DBD-A065-EAF40B9D8EB1}"/>
          </ac:grpSpMkLst>
        </pc:grpChg>
        <pc:grpChg chg="del topLvl">
          <ac:chgData name="Văn Cảnh" userId="3374c81b8f87d1d8" providerId="LiveId" clId="{A572FB9A-64D6-4A46-8CD4-C4F2DAF66D0F}" dt="2022-03-24T16:56:39.458" v="44" actId="478"/>
          <ac:grpSpMkLst>
            <pc:docMk/>
            <pc:sldMk cId="865952264" sldId="334"/>
            <ac:grpSpMk id="54" creationId="{FD665E8E-59C0-4ACB-A7BF-CBEA6C332230}"/>
          </ac:grpSpMkLst>
        </pc:grpChg>
        <pc:grpChg chg="add del mod">
          <ac:chgData name="Văn Cảnh" userId="3374c81b8f87d1d8" providerId="LiveId" clId="{A572FB9A-64D6-4A46-8CD4-C4F2DAF66D0F}" dt="2022-03-24T16:59:43.883" v="85" actId="478"/>
          <ac:grpSpMkLst>
            <pc:docMk/>
            <pc:sldMk cId="865952264" sldId="334"/>
            <ac:grpSpMk id="62" creationId="{F474BB0E-8EAA-4637-8735-9E2F0DA0902A}"/>
          </ac:grpSpMkLst>
        </pc:grpChg>
        <pc:grpChg chg="add mod">
          <ac:chgData name="Văn Cảnh" userId="3374c81b8f87d1d8" providerId="LiveId" clId="{A572FB9A-64D6-4A46-8CD4-C4F2DAF66D0F}" dt="2022-03-24T16:59:42.806" v="84"/>
          <ac:grpSpMkLst>
            <pc:docMk/>
            <pc:sldMk cId="865952264" sldId="334"/>
            <ac:grpSpMk id="64" creationId="{E3D546B9-E582-470C-A1E3-4E199D7AE1A1}"/>
          </ac:grpSpMkLst>
        </pc:grpChg>
        <pc:grpChg chg="add mod">
          <ac:chgData name="Văn Cảnh" userId="3374c81b8f87d1d8" providerId="LiveId" clId="{A572FB9A-64D6-4A46-8CD4-C4F2DAF66D0F}" dt="2022-03-24T16:59:42.806" v="84"/>
          <ac:grpSpMkLst>
            <pc:docMk/>
            <pc:sldMk cId="865952264" sldId="334"/>
            <ac:grpSpMk id="65" creationId="{5F7C7E9D-95A1-4B39-8D69-5C72FC7DD8E1}"/>
          </ac:grpSpMkLst>
        </pc:grpChg>
        <pc:grpChg chg="add mod">
          <ac:chgData name="Văn Cảnh" userId="3374c81b8f87d1d8" providerId="LiveId" clId="{A572FB9A-64D6-4A46-8CD4-C4F2DAF66D0F}" dt="2022-03-24T17:23:41.651" v="322" actId="14100"/>
          <ac:grpSpMkLst>
            <pc:docMk/>
            <pc:sldMk cId="865952264" sldId="334"/>
            <ac:grpSpMk id="73" creationId="{4AF817D0-6A59-494C-85BC-EC23C8516691}"/>
          </ac:grpSpMkLst>
        </pc:grpChg>
        <pc:grpChg chg="mod">
          <ac:chgData name="Văn Cảnh" userId="3374c81b8f87d1d8" providerId="LiveId" clId="{A572FB9A-64D6-4A46-8CD4-C4F2DAF66D0F}" dt="2022-03-24T17:04:29.862" v="127"/>
          <ac:grpSpMkLst>
            <pc:docMk/>
            <pc:sldMk cId="865952264" sldId="334"/>
            <ac:grpSpMk id="75" creationId="{AFA9C2F5-0037-4884-8375-1EF3BD2B80A8}"/>
          </ac:grpSpMkLst>
        </pc:grpChg>
        <pc:graphicFrameChg chg="add del mod">
          <ac:chgData name="Văn Cảnh" userId="3374c81b8f87d1d8" providerId="LiveId" clId="{A572FB9A-64D6-4A46-8CD4-C4F2DAF66D0F}" dt="2022-03-24T16:56:48.185" v="48"/>
          <ac:graphicFrameMkLst>
            <pc:docMk/>
            <pc:sldMk cId="865952264" sldId="334"/>
            <ac:graphicFrameMk id="4" creationId="{15412D16-E71C-456E-8112-703C30C7C5B4}"/>
          </ac:graphicFrameMkLst>
        </pc:graphicFrameChg>
        <pc:graphicFrameChg chg="add del mod">
          <ac:chgData name="Văn Cảnh" userId="3374c81b8f87d1d8" providerId="LiveId" clId="{A572FB9A-64D6-4A46-8CD4-C4F2DAF66D0F}" dt="2022-03-24T16:57:51.790" v="62"/>
          <ac:graphicFrameMkLst>
            <pc:docMk/>
            <pc:sldMk cId="865952264" sldId="334"/>
            <ac:graphicFrameMk id="5" creationId="{E7958FBD-DAE1-447D-9C06-708805A0B523}"/>
          </ac:graphicFrameMkLst>
        </pc:graphicFrameChg>
        <pc:graphicFrameChg chg="add del mod">
          <ac:chgData name="Văn Cảnh" userId="3374c81b8f87d1d8" providerId="LiveId" clId="{A572FB9A-64D6-4A46-8CD4-C4F2DAF66D0F}" dt="2022-03-24T16:59:34.714" v="77"/>
          <ac:graphicFrameMkLst>
            <pc:docMk/>
            <pc:sldMk cId="865952264" sldId="334"/>
            <ac:graphicFrameMk id="6" creationId="{C6936C79-CF0A-4A1E-9D68-10B8CC44412A}"/>
          </ac:graphicFrameMkLst>
        </pc:graphicFrameChg>
        <pc:graphicFrameChg chg="add del mod">
          <ac:chgData name="Văn Cảnh" userId="3374c81b8f87d1d8" providerId="LiveId" clId="{A572FB9A-64D6-4A46-8CD4-C4F2DAF66D0F}" dt="2022-03-24T16:59:42.609" v="83"/>
          <ac:graphicFrameMkLst>
            <pc:docMk/>
            <pc:sldMk cId="865952264" sldId="334"/>
            <ac:graphicFrameMk id="7" creationId="{4E5E19C7-4504-4633-AAEB-460EF3066063}"/>
          </ac:graphicFrameMkLst>
        </pc:graphicFrameChg>
        <pc:picChg chg="add del mod">
          <ac:chgData name="Văn Cảnh" userId="3374c81b8f87d1d8" providerId="LiveId" clId="{A572FB9A-64D6-4A46-8CD4-C4F2DAF66D0F}" dt="2022-03-24T16:59:45.890" v="86" actId="478"/>
          <ac:picMkLst>
            <pc:docMk/>
            <pc:sldMk cId="865952264" sldId="334"/>
            <ac:picMk id="60" creationId="{66E2D21E-FE7E-40D4-928B-B0D1DDF56800}"/>
          </ac:picMkLst>
        </pc:picChg>
        <pc:picChg chg="add mod topLvl">
          <ac:chgData name="Văn Cảnh" userId="3374c81b8f87d1d8" providerId="LiveId" clId="{A572FB9A-64D6-4A46-8CD4-C4F2DAF66D0F}" dt="2022-03-24T17:23:04.532" v="311" actId="1035"/>
          <ac:picMkLst>
            <pc:docMk/>
            <pc:sldMk cId="865952264" sldId="334"/>
            <ac:picMk id="71" creationId="{C548FFD8-02B2-4C40-A4F0-FF65A4B22B80}"/>
          </ac:picMkLst>
        </pc:picChg>
        <pc:picChg chg="add mod">
          <ac:chgData name="Văn Cảnh" userId="3374c81b8f87d1d8" providerId="LiveId" clId="{A572FB9A-64D6-4A46-8CD4-C4F2DAF66D0F}" dt="2022-03-24T17:12:05.978" v="162" actId="14100"/>
          <ac:picMkLst>
            <pc:docMk/>
            <pc:sldMk cId="865952264" sldId="334"/>
            <ac:picMk id="80" creationId="{6AF3CB89-F54D-4ECD-8D00-8D7CAC8F2503}"/>
          </ac:picMkLst>
        </pc:picChg>
        <pc:picChg chg="add del mod">
          <ac:chgData name="Văn Cảnh" userId="3374c81b8f87d1d8" providerId="LiveId" clId="{A572FB9A-64D6-4A46-8CD4-C4F2DAF66D0F}" dt="2022-03-24T17:12:07.282" v="163" actId="478"/>
          <ac:picMkLst>
            <pc:docMk/>
            <pc:sldMk cId="865952264" sldId="334"/>
            <ac:picMk id="81" creationId="{DC8CE053-8AC6-426F-8AEC-D0849EE5DAAD}"/>
          </ac:picMkLst>
        </pc:picChg>
        <pc:picChg chg="add del mod">
          <ac:chgData name="Văn Cảnh" userId="3374c81b8f87d1d8" providerId="LiveId" clId="{A572FB9A-64D6-4A46-8CD4-C4F2DAF66D0F}" dt="2022-03-24T17:12:07.723" v="164" actId="478"/>
          <ac:picMkLst>
            <pc:docMk/>
            <pc:sldMk cId="865952264" sldId="334"/>
            <ac:picMk id="82" creationId="{AA2AA01A-B578-4F2F-B802-87E0CEA5F63C}"/>
          </ac:picMkLst>
        </pc:picChg>
        <pc:picChg chg="add del mod">
          <ac:chgData name="Văn Cảnh" userId="3374c81b8f87d1d8" providerId="LiveId" clId="{A572FB9A-64D6-4A46-8CD4-C4F2DAF66D0F}" dt="2022-03-24T17:12:18.730" v="168" actId="478"/>
          <ac:picMkLst>
            <pc:docMk/>
            <pc:sldMk cId="865952264" sldId="334"/>
            <ac:picMk id="83" creationId="{7119F2B7-D2EB-4845-806A-4B039FE74A73}"/>
          </ac:picMkLst>
        </pc:picChg>
        <pc:picChg chg="add del mod">
          <ac:chgData name="Văn Cảnh" userId="3374c81b8f87d1d8" providerId="LiveId" clId="{A572FB9A-64D6-4A46-8CD4-C4F2DAF66D0F}" dt="2022-03-24T17:12:18.730" v="168" actId="478"/>
          <ac:picMkLst>
            <pc:docMk/>
            <pc:sldMk cId="865952264" sldId="334"/>
            <ac:picMk id="84" creationId="{DD738F2D-7668-43CC-B667-9C191FD77AD0}"/>
          </ac:picMkLst>
        </pc:picChg>
        <pc:picChg chg="add mod">
          <ac:chgData name="Văn Cảnh" userId="3374c81b8f87d1d8" providerId="LiveId" clId="{A572FB9A-64D6-4A46-8CD4-C4F2DAF66D0F}" dt="2022-03-24T17:14:00.485" v="187" actId="164"/>
          <ac:picMkLst>
            <pc:docMk/>
            <pc:sldMk cId="865952264" sldId="334"/>
            <ac:picMk id="85" creationId="{173D7E3E-56DF-46D3-8BB7-578F519A23F9}"/>
          </ac:picMkLst>
        </pc:picChg>
        <pc:picChg chg="add mod">
          <ac:chgData name="Văn Cảnh" userId="3374c81b8f87d1d8" providerId="LiveId" clId="{A572FB9A-64D6-4A46-8CD4-C4F2DAF66D0F}" dt="2022-03-24T17:14:00.485" v="187" actId="164"/>
          <ac:picMkLst>
            <pc:docMk/>
            <pc:sldMk cId="865952264" sldId="334"/>
            <ac:picMk id="86" creationId="{2B8FB458-A8AE-4FD6-80BD-21E8B007BAF1}"/>
          </ac:picMkLst>
        </pc:picChg>
        <pc:picChg chg="add mod">
          <ac:chgData name="Văn Cảnh" userId="3374c81b8f87d1d8" providerId="LiveId" clId="{A572FB9A-64D6-4A46-8CD4-C4F2DAF66D0F}" dt="2022-03-24T17:14:00.485" v="187" actId="164"/>
          <ac:picMkLst>
            <pc:docMk/>
            <pc:sldMk cId="865952264" sldId="334"/>
            <ac:picMk id="87" creationId="{F98307F4-7E7F-4317-A32B-0F63962CCB6C}"/>
          </ac:picMkLst>
        </pc:picChg>
        <pc:picChg chg="add mod">
          <ac:chgData name="Văn Cảnh" userId="3374c81b8f87d1d8" providerId="LiveId" clId="{A572FB9A-64D6-4A46-8CD4-C4F2DAF66D0F}" dt="2022-03-24T17:14:00.485" v="187" actId="164"/>
          <ac:picMkLst>
            <pc:docMk/>
            <pc:sldMk cId="865952264" sldId="334"/>
            <ac:picMk id="88" creationId="{C6918851-0D44-45C7-AD20-F645218A77A5}"/>
          </ac:picMkLst>
        </pc:picChg>
        <pc:picChg chg="add mod">
          <ac:chgData name="Văn Cảnh" userId="3374c81b8f87d1d8" providerId="LiveId" clId="{A572FB9A-64D6-4A46-8CD4-C4F2DAF66D0F}" dt="2022-03-24T17:15:39.939" v="226" actId="164"/>
          <ac:picMkLst>
            <pc:docMk/>
            <pc:sldMk cId="865952264" sldId="334"/>
            <ac:picMk id="89" creationId="{E7C6E6EA-6CA9-4F50-93DB-0D1B1BF1C906}"/>
          </ac:picMkLst>
        </pc:picChg>
        <pc:picChg chg="add mod">
          <ac:chgData name="Văn Cảnh" userId="3374c81b8f87d1d8" providerId="LiveId" clId="{A572FB9A-64D6-4A46-8CD4-C4F2DAF66D0F}" dt="2022-03-24T17:15:39.939" v="226" actId="164"/>
          <ac:picMkLst>
            <pc:docMk/>
            <pc:sldMk cId="865952264" sldId="334"/>
            <ac:picMk id="90" creationId="{A02730A0-61D3-4BD2-AE0E-A3E00884249F}"/>
          </ac:picMkLst>
        </pc:picChg>
        <pc:picChg chg="add mod">
          <ac:chgData name="Văn Cảnh" userId="3374c81b8f87d1d8" providerId="LiveId" clId="{A572FB9A-64D6-4A46-8CD4-C4F2DAF66D0F}" dt="2022-03-24T17:15:39.939" v="226" actId="164"/>
          <ac:picMkLst>
            <pc:docMk/>
            <pc:sldMk cId="865952264" sldId="334"/>
            <ac:picMk id="91" creationId="{C23A3192-9DF7-48BE-A1E7-0DF0B71B84DA}"/>
          </ac:picMkLst>
        </pc:picChg>
        <pc:picChg chg="add mod">
          <ac:chgData name="Văn Cảnh" userId="3374c81b8f87d1d8" providerId="LiveId" clId="{A572FB9A-64D6-4A46-8CD4-C4F2DAF66D0F}" dt="2022-03-24T17:15:39.939" v="226" actId="164"/>
          <ac:picMkLst>
            <pc:docMk/>
            <pc:sldMk cId="865952264" sldId="334"/>
            <ac:picMk id="92" creationId="{D5B6D5E3-FBDF-47AB-A279-9B653A9D6E5C}"/>
          </ac:picMkLst>
        </pc:picChg>
      </pc:sldChg>
      <pc:sldChg chg="addSp delSp modSp add mod delAnim modAnim">
        <pc:chgData name="Văn Cảnh" userId="3374c81b8f87d1d8" providerId="LiveId" clId="{A572FB9A-64D6-4A46-8CD4-C4F2DAF66D0F}" dt="2022-03-24T17:32:49.223" v="416" actId="1076"/>
        <pc:sldMkLst>
          <pc:docMk/>
          <pc:sldMk cId="2366783613" sldId="335"/>
        </pc:sldMkLst>
        <pc:spChg chg="add del mod">
          <ac:chgData name="Văn Cảnh" userId="3374c81b8f87d1d8" providerId="LiveId" clId="{A572FB9A-64D6-4A46-8CD4-C4F2DAF66D0F}" dt="2022-03-24T17:31:40.443" v="404" actId="478"/>
          <ac:spMkLst>
            <pc:docMk/>
            <pc:sldMk cId="2366783613" sldId="335"/>
            <ac:spMk id="40" creationId="{4624B836-DBD7-448F-8786-0040C23E4562}"/>
          </ac:spMkLst>
        </pc:spChg>
        <pc:spChg chg="mod">
          <ac:chgData name="Văn Cảnh" userId="3374c81b8f87d1d8" providerId="LiveId" clId="{A572FB9A-64D6-4A46-8CD4-C4F2DAF66D0F}" dt="2022-03-24T17:32:49.223" v="416" actId="1076"/>
          <ac:spMkLst>
            <pc:docMk/>
            <pc:sldMk cId="2366783613" sldId="335"/>
            <ac:spMk id="42" creationId="{6261E7D4-EF36-44E2-B14D-C976222A2555}"/>
          </ac:spMkLst>
        </pc:spChg>
        <pc:spChg chg="del">
          <ac:chgData name="Văn Cảnh" userId="3374c81b8f87d1d8" providerId="LiveId" clId="{A572FB9A-64D6-4A46-8CD4-C4F2DAF66D0F}" dt="2022-03-24T17:23:56.629" v="327" actId="478"/>
          <ac:spMkLst>
            <pc:docMk/>
            <pc:sldMk cId="2366783613" sldId="335"/>
            <ac:spMk id="44" creationId="{1A04E56E-94E6-4E9A-83AE-5A713E7E6A56}"/>
          </ac:spMkLst>
        </pc:spChg>
        <pc:spChg chg="mod">
          <ac:chgData name="Văn Cảnh" userId="3374c81b8f87d1d8" providerId="LiveId" clId="{A572FB9A-64D6-4A46-8CD4-C4F2DAF66D0F}" dt="2022-03-24T17:23:50.145" v="324"/>
          <ac:spMkLst>
            <pc:docMk/>
            <pc:sldMk cId="2366783613" sldId="335"/>
            <ac:spMk id="51" creationId="{2D33D6B9-A13D-4FB0-B941-B0D849062C0D}"/>
          </ac:spMkLst>
        </pc:spChg>
        <pc:spChg chg="mod">
          <ac:chgData name="Văn Cảnh" userId="3374c81b8f87d1d8" providerId="LiveId" clId="{A572FB9A-64D6-4A46-8CD4-C4F2DAF66D0F}" dt="2022-03-24T17:23:50.145" v="324"/>
          <ac:spMkLst>
            <pc:docMk/>
            <pc:sldMk cId="2366783613" sldId="335"/>
            <ac:spMk id="52" creationId="{41A3C53F-D869-400C-8EDB-9AAE73FAA1CD}"/>
          </ac:spMkLst>
        </pc:spChg>
        <pc:spChg chg="mod">
          <ac:chgData name="Văn Cảnh" userId="3374c81b8f87d1d8" providerId="LiveId" clId="{A572FB9A-64D6-4A46-8CD4-C4F2DAF66D0F}" dt="2022-03-24T17:23:50.145" v="324"/>
          <ac:spMkLst>
            <pc:docMk/>
            <pc:sldMk cId="2366783613" sldId="335"/>
            <ac:spMk id="53" creationId="{EC407B9C-5004-4A32-9D9A-AED2A971A049}"/>
          </ac:spMkLst>
        </pc:spChg>
        <pc:spChg chg="mod">
          <ac:chgData name="Văn Cảnh" userId="3374c81b8f87d1d8" providerId="LiveId" clId="{A572FB9A-64D6-4A46-8CD4-C4F2DAF66D0F}" dt="2022-03-24T17:23:50.145" v="324"/>
          <ac:spMkLst>
            <pc:docMk/>
            <pc:sldMk cId="2366783613" sldId="335"/>
            <ac:spMk id="54" creationId="{28F6AA0C-07CD-49E2-9A7A-B15B4E2B4ACD}"/>
          </ac:spMkLst>
        </pc:spChg>
        <pc:spChg chg="mod">
          <ac:chgData name="Văn Cảnh" userId="3374c81b8f87d1d8" providerId="LiveId" clId="{A572FB9A-64D6-4A46-8CD4-C4F2DAF66D0F}" dt="2022-03-24T17:24:07.967" v="330"/>
          <ac:spMkLst>
            <pc:docMk/>
            <pc:sldMk cId="2366783613" sldId="335"/>
            <ac:spMk id="56" creationId="{FA9C99F4-432C-4BD9-8301-5E83AB7A264E}"/>
          </ac:spMkLst>
        </pc:spChg>
        <pc:spChg chg="mod">
          <ac:chgData name="Văn Cảnh" userId="3374c81b8f87d1d8" providerId="LiveId" clId="{A572FB9A-64D6-4A46-8CD4-C4F2DAF66D0F}" dt="2022-03-24T17:24:07.967" v="330"/>
          <ac:spMkLst>
            <pc:docMk/>
            <pc:sldMk cId="2366783613" sldId="335"/>
            <ac:spMk id="60" creationId="{5C3F6A5D-8032-4407-8F8F-CC5980D9F5F6}"/>
          </ac:spMkLst>
        </pc:spChg>
        <pc:spChg chg="mod">
          <ac:chgData name="Văn Cảnh" userId="3374c81b8f87d1d8" providerId="LiveId" clId="{A572FB9A-64D6-4A46-8CD4-C4F2DAF66D0F}" dt="2022-03-24T17:24:07.967" v="330"/>
          <ac:spMkLst>
            <pc:docMk/>
            <pc:sldMk cId="2366783613" sldId="335"/>
            <ac:spMk id="61" creationId="{E9FD8A3F-0465-4AC4-B046-FE4E31198845}"/>
          </ac:spMkLst>
        </pc:spChg>
        <pc:spChg chg="mod">
          <ac:chgData name="Văn Cảnh" userId="3374c81b8f87d1d8" providerId="LiveId" clId="{A572FB9A-64D6-4A46-8CD4-C4F2DAF66D0F}" dt="2022-03-24T17:24:07.967" v="330"/>
          <ac:spMkLst>
            <pc:docMk/>
            <pc:sldMk cId="2366783613" sldId="335"/>
            <ac:spMk id="62" creationId="{0F54A8F7-1D78-4CBB-96D7-6196D285102D}"/>
          </ac:spMkLst>
        </pc:spChg>
        <pc:spChg chg="mod">
          <ac:chgData name="Văn Cảnh" userId="3374c81b8f87d1d8" providerId="LiveId" clId="{A572FB9A-64D6-4A46-8CD4-C4F2DAF66D0F}" dt="2022-03-24T17:24:07.967" v="330"/>
          <ac:spMkLst>
            <pc:docMk/>
            <pc:sldMk cId="2366783613" sldId="335"/>
            <ac:spMk id="63" creationId="{D86B616C-B877-45E2-BABA-80B20DAF127E}"/>
          </ac:spMkLst>
        </pc:spChg>
        <pc:spChg chg="mod">
          <ac:chgData name="Văn Cảnh" userId="3374c81b8f87d1d8" providerId="LiveId" clId="{A572FB9A-64D6-4A46-8CD4-C4F2DAF66D0F}" dt="2022-03-24T17:24:07.967" v="330"/>
          <ac:spMkLst>
            <pc:docMk/>
            <pc:sldMk cId="2366783613" sldId="335"/>
            <ac:spMk id="64" creationId="{02D7B93A-6945-4493-BD93-8257D39E2297}"/>
          </ac:spMkLst>
        </pc:spChg>
        <pc:spChg chg="mod">
          <ac:chgData name="Văn Cảnh" userId="3374c81b8f87d1d8" providerId="LiveId" clId="{A572FB9A-64D6-4A46-8CD4-C4F2DAF66D0F}" dt="2022-03-24T17:24:07.967" v="330"/>
          <ac:spMkLst>
            <pc:docMk/>
            <pc:sldMk cId="2366783613" sldId="335"/>
            <ac:spMk id="66" creationId="{04F86028-A5E9-4A56-884D-C219A70B815D}"/>
          </ac:spMkLst>
        </pc:spChg>
        <pc:spChg chg="mod">
          <ac:chgData name="Văn Cảnh" userId="3374c81b8f87d1d8" providerId="LiveId" clId="{A572FB9A-64D6-4A46-8CD4-C4F2DAF66D0F}" dt="2022-03-24T17:24:07.967" v="330"/>
          <ac:spMkLst>
            <pc:docMk/>
            <pc:sldMk cId="2366783613" sldId="335"/>
            <ac:spMk id="67" creationId="{9EC2DC36-A59A-4325-A664-FA1E955F8F20}"/>
          </ac:spMkLst>
        </pc:spChg>
        <pc:spChg chg="mod">
          <ac:chgData name="Văn Cảnh" userId="3374c81b8f87d1d8" providerId="LiveId" clId="{A572FB9A-64D6-4A46-8CD4-C4F2DAF66D0F}" dt="2022-03-24T17:24:07.967" v="330"/>
          <ac:spMkLst>
            <pc:docMk/>
            <pc:sldMk cId="2366783613" sldId="335"/>
            <ac:spMk id="68" creationId="{A318689D-AF99-44A0-B09D-CC913A5CD0DB}"/>
          </ac:spMkLst>
        </pc:spChg>
        <pc:spChg chg="mod">
          <ac:chgData name="Văn Cảnh" userId="3374c81b8f87d1d8" providerId="LiveId" clId="{A572FB9A-64D6-4A46-8CD4-C4F2DAF66D0F}" dt="2022-03-24T17:24:07.967" v="330"/>
          <ac:spMkLst>
            <pc:docMk/>
            <pc:sldMk cId="2366783613" sldId="335"/>
            <ac:spMk id="69" creationId="{B981FF08-42E1-4108-8DD0-1D34E9BB63E2}"/>
          </ac:spMkLst>
        </pc:spChg>
        <pc:spChg chg="mod">
          <ac:chgData name="Văn Cảnh" userId="3374c81b8f87d1d8" providerId="LiveId" clId="{A572FB9A-64D6-4A46-8CD4-C4F2DAF66D0F}" dt="2022-03-24T17:24:07.967" v="330"/>
          <ac:spMkLst>
            <pc:docMk/>
            <pc:sldMk cId="2366783613" sldId="335"/>
            <ac:spMk id="70" creationId="{A9997F11-890A-4A73-BC16-EB07297C552D}"/>
          </ac:spMkLst>
        </pc:spChg>
        <pc:spChg chg="mod">
          <ac:chgData name="Văn Cảnh" userId="3374c81b8f87d1d8" providerId="LiveId" clId="{A572FB9A-64D6-4A46-8CD4-C4F2DAF66D0F}" dt="2022-03-24T17:18:56.057" v="261" actId="21"/>
          <ac:spMkLst>
            <pc:docMk/>
            <pc:sldMk cId="2366783613" sldId="335"/>
            <ac:spMk id="74" creationId="{A6C470C3-8BC0-41D7-85C3-6BF08CB76404}"/>
          </ac:spMkLst>
        </pc:spChg>
        <pc:spChg chg="add mod">
          <ac:chgData name="Văn Cảnh" userId="3374c81b8f87d1d8" providerId="LiveId" clId="{A572FB9A-64D6-4A46-8CD4-C4F2DAF66D0F}" dt="2022-03-24T17:30:57.883" v="395" actId="14100"/>
          <ac:spMkLst>
            <pc:docMk/>
            <pc:sldMk cId="2366783613" sldId="335"/>
            <ac:spMk id="82" creationId="{80776566-E98C-4E3A-8234-F7C108AEFAC6}"/>
          </ac:spMkLst>
        </pc:spChg>
        <pc:spChg chg="add mod">
          <ac:chgData name="Văn Cảnh" userId="3374c81b8f87d1d8" providerId="LiveId" clId="{A572FB9A-64D6-4A46-8CD4-C4F2DAF66D0F}" dt="2022-03-24T17:32:48.751" v="415" actId="1076"/>
          <ac:spMkLst>
            <pc:docMk/>
            <pc:sldMk cId="2366783613" sldId="335"/>
            <ac:spMk id="83" creationId="{3DD30A3B-E42E-4A1F-8AB9-53C0308D9766}"/>
          </ac:spMkLst>
        </pc:spChg>
        <pc:grpChg chg="del">
          <ac:chgData name="Văn Cảnh" userId="3374c81b8f87d1d8" providerId="LiveId" clId="{A572FB9A-64D6-4A46-8CD4-C4F2DAF66D0F}" dt="2022-03-24T17:24:07.067" v="329" actId="478"/>
          <ac:grpSpMkLst>
            <pc:docMk/>
            <pc:sldMk cId="2366783613" sldId="335"/>
            <ac:grpSpMk id="2" creationId="{2E29BFA7-E12A-4CBB-98F4-7D8BABA5D3DC}"/>
          </ac:grpSpMkLst>
        </pc:grpChg>
        <pc:grpChg chg="del mod">
          <ac:chgData name="Văn Cảnh" userId="3374c81b8f87d1d8" providerId="LiveId" clId="{A572FB9A-64D6-4A46-8CD4-C4F2DAF66D0F}" dt="2022-03-24T17:23:53.611" v="326" actId="478"/>
          <ac:grpSpMkLst>
            <pc:docMk/>
            <pc:sldMk cId="2366783613" sldId="335"/>
            <ac:grpSpMk id="10" creationId="{248A0534-14F9-4423-8FC2-413214AB101B}"/>
          </ac:grpSpMkLst>
        </pc:grpChg>
        <pc:grpChg chg="del">
          <ac:chgData name="Văn Cảnh" userId="3374c81b8f87d1d8" providerId="LiveId" clId="{A572FB9A-64D6-4A46-8CD4-C4F2DAF66D0F}" dt="2022-03-24T17:17:59.718" v="239" actId="478"/>
          <ac:grpSpMkLst>
            <pc:docMk/>
            <pc:sldMk cId="2366783613" sldId="335"/>
            <ac:grpSpMk id="11" creationId="{399B70CF-F551-4472-A844-7526DEA3DEC4}"/>
          </ac:grpSpMkLst>
        </pc:grpChg>
        <pc:grpChg chg="del">
          <ac:chgData name="Văn Cảnh" userId="3374c81b8f87d1d8" providerId="LiveId" clId="{A572FB9A-64D6-4A46-8CD4-C4F2DAF66D0F}" dt="2022-03-24T17:18:00.261" v="240" actId="478"/>
          <ac:grpSpMkLst>
            <pc:docMk/>
            <pc:sldMk cId="2366783613" sldId="335"/>
            <ac:grpSpMk id="12" creationId="{DADB634B-EC5D-43EB-8F91-C2431BB4945C}"/>
          </ac:grpSpMkLst>
        </pc:grpChg>
        <pc:grpChg chg="add mod">
          <ac:chgData name="Văn Cảnh" userId="3374c81b8f87d1d8" providerId="LiveId" clId="{A572FB9A-64D6-4A46-8CD4-C4F2DAF66D0F}" dt="2022-03-24T17:31:38.020" v="402" actId="1076"/>
          <ac:grpSpMkLst>
            <pc:docMk/>
            <pc:sldMk cId="2366783613" sldId="335"/>
            <ac:grpSpMk id="41" creationId="{FAD0BC6C-B274-403D-B389-601D352F485A}"/>
          </ac:grpSpMkLst>
        </pc:grpChg>
        <pc:grpChg chg="mod">
          <ac:chgData name="Văn Cảnh" userId="3374c81b8f87d1d8" providerId="LiveId" clId="{A572FB9A-64D6-4A46-8CD4-C4F2DAF66D0F}" dt="2022-03-24T17:23:50.145" v="324"/>
          <ac:grpSpMkLst>
            <pc:docMk/>
            <pc:sldMk cId="2366783613" sldId="335"/>
            <ac:grpSpMk id="43" creationId="{FA209534-7FF3-4484-9EFF-8419F99B832D}"/>
          </ac:grpSpMkLst>
        </pc:grpChg>
        <pc:grpChg chg="add mod">
          <ac:chgData name="Văn Cảnh" userId="3374c81b8f87d1d8" providerId="LiveId" clId="{A572FB9A-64D6-4A46-8CD4-C4F2DAF66D0F}" dt="2022-03-24T17:24:07.967" v="330"/>
          <ac:grpSpMkLst>
            <pc:docMk/>
            <pc:sldMk cId="2366783613" sldId="335"/>
            <ac:grpSpMk id="55" creationId="{752536D1-7643-4731-B685-1F5A52103C6D}"/>
          </ac:grpSpMkLst>
        </pc:grpChg>
        <pc:grpChg chg="mod">
          <ac:chgData name="Văn Cảnh" userId="3374c81b8f87d1d8" providerId="LiveId" clId="{A572FB9A-64D6-4A46-8CD4-C4F2DAF66D0F}" dt="2022-03-24T17:24:07.967" v="330"/>
          <ac:grpSpMkLst>
            <pc:docMk/>
            <pc:sldMk cId="2366783613" sldId="335"/>
            <ac:grpSpMk id="57" creationId="{41C23D19-ACF3-4B0C-A51F-1DD9DF406565}"/>
          </ac:grpSpMkLst>
        </pc:grpChg>
        <pc:grpChg chg="mod">
          <ac:chgData name="Văn Cảnh" userId="3374c81b8f87d1d8" providerId="LiveId" clId="{A572FB9A-64D6-4A46-8CD4-C4F2DAF66D0F}" dt="2022-03-24T17:24:07.967" v="330"/>
          <ac:grpSpMkLst>
            <pc:docMk/>
            <pc:sldMk cId="2366783613" sldId="335"/>
            <ac:grpSpMk id="58" creationId="{B30E074A-7918-433F-83F4-D53FA511526D}"/>
          </ac:grpSpMkLst>
        </pc:grpChg>
        <pc:grpChg chg="add mod">
          <ac:chgData name="Văn Cảnh" userId="3374c81b8f87d1d8" providerId="LiveId" clId="{A572FB9A-64D6-4A46-8CD4-C4F2DAF66D0F}" dt="2022-03-24T17:24:07.967" v="330"/>
          <ac:grpSpMkLst>
            <pc:docMk/>
            <pc:sldMk cId="2366783613" sldId="335"/>
            <ac:grpSpMk id="65" creationId="{70524C28-330B-43E5-9378-84CE4353225F}"/>
          </ac:grpSpMkLst>
        </pc:grpChg>
        <pc:grpChg chg="del">
          <ac:chgData name="Văn Cảnh" userId="3374c81b8f87d1d8" providerId="LiveId" clId="{A572FB9A-64D6-4A46-8CD4-C4F2DAF66D0F}" dt="2022-03-24T17:23:49.406" v="323" actId="478"/>
          <ac:grpSpMkLst>
            <pc:docMk/>
            <pc:sldMk cId="2366783613" sldId="335"/>
            <ac:grpSpMk id="73" creationId="{4AF817D0-6A59-494C-85BC-EC23C8516691}"/>
          </ac:grpSpMkLst>
        </pc:grpChg>
        <pc:graphicFrameChg chg="add del mod">
          <ac:chgData name="Văn Cảnh" userId="3374c81b8f87d1d8" providerId="LiveId" clId="{A572FB9A-64D6-4A46-8CD4-C4F2DAF66D0F}" dt="2022-03-24T17:18:43.472" v="258"/>
          <ac:graphicFrameMkLst>
            <pc:docMk/>
            <pc:sldMk cId="2366783613" sldId="335"/>
            <ac:graphicFrameMk id="3" creationId="{1C5ECBA2-24E6-4759-8676-A6B51A6318C6}"/>
          </ac:graphicFrameMkLst>
        </pc:graphicFrameChg>
        <pc:graphicFrameChg chg="add del mod">
          <ac:chgData name="Văn Cảnh" userId="3374c81b8f87d1d8" providerId="LiveId" clId="{A572FB9A-64D6-4A46-8CD4-C4F2DAF66D0F}" dt="2022-03-24T17:19:02.826" v="264"/>
          <ac:graphicFrameMkLst>
            <pc:docMk/>
            <pc:sldMk cId="2366783613" sldId="335"/>
            <ac:graphicFrameMk id="4" creationId="{B4654643-FF33-44B5-ABD6-9B749C65E70E}"/>
          </ac:graphicFrameMkLst>
        </pc:graphicFrameChg>
        <pc:picChg chg="del">
          <ac:chgData name="Văn Cảnh" userId="3374c81b8f87d1d8" providerId="LiveId" clId="{A572FB9A-64D6-4A46-8CD4-C4F2DAF66D0F}" dt="2022-03-24T17:23:58.411" v="328" actId="478"/>
          <ac:picMkLst>
            <pc:docMk/>
            <pc:sldMk cId="2366783613" sldId="335"/>
            <ac:picMk id="71" creationId="{C548FFD8-02B2-4C40-A4F0-FF65A4B22B80}"/>
          </ac:picMkLst>
        </pc:picChg>
        <pc:picChg chg="del">
          <ac:chgData name="Văn Cảnh" userId="3374c81b8f87d1d8" providerId="LiveId" clId="{A572FB9A-64D6-4A46-8CD4-C4F2DAF66D0F}" dt="2022-03-24T17:17:59.223" v="238" actId="478"/>
          <ac:picMkLst>
            <pc:docMk/>
            <pc:sldMk cId="2366783613" sldId="335"/>
            <ac:picMk id="80" creationId="{6AF3CB89-F54D-4ECD-8D00-8D7CAC8F2503}"/>
          </ac:picMkLst>
        </pc:picChg>
        <pc:picChg chg="add mod">
          <ac:chgData name="Văn Cảnh" userId="3374c81b8f87d1d8" providerId="LiveId" clId="{A572FB9A-64D6-4A46-8CD4-C4F2DAF66D0F}" dt="2022-03-24T17:24:07.967" v="330"/>
          <ac:picMkLst>
            <pc:docMk/>
            <pc:sldMk cId="2366783613" sldId="335"/>
            <ac:picMk id="81" creationId="{4EBC27CF-15B1-4537-B30C-52DA708E8373}"/>
          </ac:picMkLst>
        </pc:picChg>
      </pc:sldChg>
      <pc:sldChg chg="addSp delSp modSp add mod modAnim">
        <pc:chgData name="Văn Cảnh" userId="3374c81b8f87d1d8" providerId="LiveId" clId="{A572FB9A-64D6-4A46-8CD4-C4F2DAF66D0F}" dt="2022-03-24T17:41:23.662" v="460"/>
        <pc:sldMkLst>
          <pc:docMk/>
          <pc:sldMk cId="3235562862" sldId="336"/>
        </pc:sldMkLst>
        <pc:spChg chg="add mod">
          <ac:chgData name="Văn Cảnh" userId="3374c81b8f87d1d8" providerId="LiveId" clId="{A572FB9A-64D6-4A46-8CD4-C4F2DAF66D0F}" dt="2022-03-24T17:33:58.558" v="417" actId="207"/>
          <ac:spMkLst>
            <pc:docMk/>
            <pc:sldMk cId="3235562862" sldId="336"/>
            <ac:spMk id="29" creationId="{7A071807-5160-4448-8C55-CE0309CBCA6E}"/>
          </ac:spMkLst>
        </pc:spChg>
        <pc:spChg chg="del">
          <ac:chgData name="Văn Cảnh" userId="3374c81b8f87d1d8" providerId="LiveId" clId="{A572FB9A-64D6-4A46-8CD4-C4F2DAF66D0F}" dt="2022-03-24T17:32:19.579" v="408" actId="478"/>
          <ac:spMkLst>
            <pc:docMk/>
            <pc:sldMk cId="3235562862" sldId="336"/>
            <ac:spMk id="40" creationId="{4624B836-DBD7-448F-8786-0040C23E4562}"/>
          </ac:spMkLst>
        </pc:spChg>
        <pc:spChg chg="mod">
          <ac:chgData name="Văn Cảnh" userId="3374c81b8f87d1d8" providerId="LiveId" clId="{A572FB9A-64D6-4A46-8CD4-C4F2DAF66D0F}" dt="2022-03-24T17:28:27.653" v="381" actId="571"/>
          <ac:spMkLst>
            <pc:docMk/>
            <pc:sldMk cId="3235562862" sldId="336"/>
            <ac:spMk id="42" creationId="{6261E7D4-EF36-44E2-B14D-C976222A2555}"/>
          </ac:spMkLst>
        </pc:spChg>
        <pc:spChg chg="mod">
          <ac:chgData name="Văn Cảnh" userId="3374c81b8f87d1d8" providerId="LiveId" clId="{A572FB9A-64D6-4A46-8CD4-C4F2DAF66D0F}" dt="2022-03-24T17:28:27.653" v="381" actId="571"/>
          <ac:spMkLst>
            <pc:docMk/>
            <pc:sldMk cId="3235562862" sldId="336"/>
            <ac:spMk id="51" creationId="{2D33D6B9-A13D-4FB0-B941-B0D849062C0D}"/>
          </ac:spMkLst>
        </pc:spChg>
        <pc:spChg chg="del mod">
          <ac:chgData name="Văn Cảnh" userId="3374c81b8f87d1d8" providerId="LiveId" clId="{A572FB9A-64D6-4A46-8CD4-C4F2DAF66D0F}" dt="2022-03-24T17:32:28.259" v="410" actId="478"/>
          <ac:spMkLst>
            <pc:docMk/>
            <pc:sldMk cId="3235562862" sldId="336"/>
            <ac:spMk id="52" creationId="{41A3C53F-D869-400C-8EDB-9AAE73FAA1CD}"/>
          </ac:spMkLst>
        </pc:spChg>
        <pc:spChg chg="add del mod">
          <ac:chgData name="Văn Cảnh" userId="3374c81b8f87d1d8" providerId="LiveId" clId="{A572FB9A-64D6-4A46-8CD4-C4F2DAF66D0F}" dt="2022-03-24T17:40:46.367" v="452" actId="478"/>
          <ac:spMkLst>
            <pc:docMk/>
            <pc:sldMk cId="3235562862" sldId="336"/>
            <ac:spMk id="53" creationId="{EC407B9C-5004-4A32-9D9A-AED2A971A049}"/>
          </ac:spMkLst>
        </pc:spChg>
        <pc:spChg chg="del mod">
          <ac:chgData name="Văn Cảnh" userId="3374c81b8f87d1d8" providerId="LiveId" clId="{A572FB9A-64D6-4A46-8CD4-C4F2DAF66D0F}" dt="2022-03-24T17:40:48.325" v="453" actId="478"/>
          <ac:spMkLst>
            <pc:docMk/>
            <pc:sldMk cId="3235562862" sldId="336"/>
            <ac:spMk id="54" creationId="{28F6AA0C-07CD-49E2-9A7A-B15B4E2B4ACD}"/>
          </ac:spMkLst>
        </pc:spChg>
        <pc:spChg chg="mod">
          <ac:chgData name="Văn Cảnh" userId="3374c81b8f87d1d8" providerId="LiveId" clId="{A572FB9A-64D6-4A46-8CD4-C4F2DAF66D0F}" dt="2022-03-24T17:28:13.396" v="377" actId="14100"/>
          <ac:spMkLst>
            <pc:docMk/>
            <pc:sldMk cId="3235562862" sldId="336"/>
            <ac:spMk id="82" creationId="{80776566-E98C-4E3A-8234-F7C108AEFAC6}"/>
          </ac:spMkLst>
        </pc:spChg>
        <pc:spChg chg="mod">
          <ac:chgData name="Văn Cảnh" userId="3374c81b8f87d1d8" providerId="LiveId" clId="{A572FB9A-64D6-4A46-8CD4-C4F2DAF66D0F}" dt="2022-03-24T17:32:38.994" v="412" actId="1076"/>
          <ac:spMkLst>
            <pc:docMk/>
            <pc:sldMk cId="3235562862" sldId="336"/>
            <ac:spMk id="83" creationId="{3DD30A3B-E42E-4A1F-8AB9-53C0308D9766}"/>
          </ac:spMkLst>
        </pc:spChg>
        <pc:grpChg chg="add mod ord">
          <ac:chgData name="Văn Cảnh" userId="3374c81b8f87d1d8" providerId="LiveId" clId="{A572FB9A-64D6-4A46-8CD4-C4F2DAF66D0F}" dt="2022-03-24T17:41:15.891" v="458" actId="167"/>
          <ac:grpSpMkLst>
            <pc:docMk/>
            <pc:sldMk cId="3235562862" sldId="336"/>
            <ac:grpSpMk id="5" creationId="{0C728639-CFD6-46CB-9C88-0C2B576EC9B6}"/>
          </ac:grpSpMkLst>
        </pc:grpChg>
        <pc:grpChg chg="mod">
          <ac:chgData name="Văn Cảnh" userId="3374c81b8f87d1d8" providerId="LiveId" clId="{A572FB9A-64D6-4A46-8CD4-C4F2DAF66D0F}" dt="2022-03-24T17:41:07.856" v="457" actId="164"/>
          <ac:grpSpMkLst>
            <pc:docMk/>
            <pc:sldMk cId="3235562862" sldId="336"/>
            <ac:grpSpMk id="41" creationId="{FAD0BC6C-B274-403D-B389-601D352F485A}"/>
          </ac:grpSpMkLst>
        </pc:grpChg>
        <pc:grpChg chg="mod">
          <ac:chgData name="Văn Cảnh" userId="3374c81b8f87d1d8" providerId="LiveId" clId="{A572FB9A-64D6-4A46-8CD4-C4F2DAF66D0F}" dt="2022-03-24T17:28:27.653" v="381" actId="571"/>
          <ac:grpSpMkLst>
            <pc:docMk/>
            <pc:sldMk cId="3235562862" sldId="336"/>
            <ac:grpSpMk id="43" creationId="{FA209534-7FF3-4484-9EFF-8419F99B832D}"/>
          </ac:grpSpMkLst>
        </pc:grpChg>
        <pc:grpChg chg="mod">
          <ac:chgData name="Văn Cảnh" userId="3374c81b8f87d1d8" providerId="LiveId" clId="{A572FB9A-64D6-4A46-8CD4-C4F2DAF66D0F}" dt="2022-03-24T17:29:43.622" v="388" actId="1076"/>
          <ac:grpSpMkLst>
            <pc:docMk/>
            <pc:sldMk cId="3235562862" sldId="336"/>
            <ac:grpSpMk id="55" creationId="{752536D1-7643-4731-B685-1F5A52103C6D}"/>
          </ac:grpSpMkLst>
        </pc:grpChg>
        <pc:graphicFrameChg chg="add del mod">
          <ac:chgData name="Văn Cảnh" userId="3374c81b8f87d1d8" providerId="LiveId" clId="{A572FB9A-64D6-4A46-8CD4-C4F2DAF66D0F}" dt="2022-03-24T17:27:32.184" v="367"/>
          <ac:graphicFrameMkLst>
            <pc:docMk/>
            <pc:sldMk cId="3235562862" sldId="336"/>
            <ac:graphicFrameMk id="2" creationId="{93AE1D26-B140-46D5-99FB-465818B23FA2}"/>
          </ac:graphicFrameMkLst>
        </pc:graphicFrameChg>
        <pc:picChg chg="add mod">
          <ac:chgData name="Văn Cảnh" userId="3374c81b8f87d1d8" providerId="LiveId" clId="{A572FB9A-64D6-4A46-8CD4-C4F2DAF66D0F}" dt="2022-03-24T17:41:07.856" v="457" actId="164"/>
          <ac:picMkLst>
            <pc:docMk/>
            <pc:sldMk cId="3235562862" sldId="336"/>
            <ac:picMk id="4" creationId="{835E3A4E-575C-4FB1-AE8D-F9CEEC9792C2}"/>
          </ac:picMkLst>
        </pc:picChg>
        <pc:picChg chg="add del mod">
          <ac:chgData name="Văn Cảnh" userId="3374c81b8f87d1d8" providerId="LiveId" clId="{A572FB9A-64D6-4A46-8CD4-C4F2DAF66D0F}" dt="2022-03-24T17:41:23.662" v="460"/>
          <ac:picMkLst>
            <pc:docMk/>
            <pc:sldMk cId="3235562862" sldId="336"/>
            <ac:picMk id="33" creationId="{97FBA194-A11F-43A4-B091-52D8B83E7807}"/>
          </ac:picMkLst>
        </pc:picChg>
      </pc:sldChg>
      <pc:sldChg chg="addSp delSp modSp add del mod delAnim modAnim">
        <pc:chgData name="Văn Cảnh" userId="3374c81b8f87d1d8" providerId="LiveId" clId="{A572FB9A-64D6-4A46-8CD4-C4F2DAF66D0F}" dt="2022-03-24T17:46:14.500" v="502" actId="2711"/>
        <pc:sldMkLst>
          <pc:docMk/>
          <pc:sldMk cId="4220686012" sldId="337"/>
        </pc:sldMkLst>
        <pc:spChg chg="add mod">
          <ac:chgData name="Văn Cảnh" userId="3374c81b8f87d1d8" providerId="LiveId" clId="{A572FB9A-64D6-4A46-8CD4-C4F2DAF66D0F}" dt="2022-03-24T17:46:14.500" v="502" actId="2711"/>
          <ac:spMkLst>
            <pc:docMk/>
            <pc:sldMk cId="4220686012" sldId="337"/>
            <ac:spMk id="30" creationId="{B2D9CEB9-9E7D-4A97-A94D-2F3FDD715BC7}"/>
          </ac:spMkLst>
        </pc:spChg>
        <pc:spChg chg="add mod">
          <ac:chgData name="Văn Cảnh" userId="3374c81b8f87d1d8" providerId="LiveId" clId="{A572FB9A-64D6-4A46-8CD4-C4F2DAF66D0F}" dt="2022-03-24T17:46:08.526" v="501" actId="2711"/>
          <ac:spMkLst>
            <pc:docMk/>
            <pc:sldMk cId="4220686012" sldId="337"/>
            <ac:spMk id="32" creationId="{2A9EDD5C-FD97-44BB-836A-3EFB3ACACA4E}"/>
          </ac:spMkLst>
        </pc:spChg>
        <pc:spChg chg="mod">
          <ac:chgData name="Văn Cảnh" userId="3374c81b8f87d1d8" providerId="LiveId" clId="{A572FB9A-64D6-4A46-8CD4-C4F2DAF66D0F}" dt="2022-03-24T17:41:39.674" v="461"/>
          <ac:spMkLst>
            <pc:docMk/>
            <pc:sldMk cId="4220686012" sldId="337"/>
            <ac:spMk id="36" creationId="{8F93434A-C28A-497B-8AFA-73EA126A2BCB}"/>
          </ac:spMkLst>
        </pc:spChg>
        <pc:spChg chg="mod">
          <ac:chgData name="Văn Cảnh" userId="3374c81b8f87d1d8" providerId="LiveId" clId="{A572FB9A-64D6-4A46-8CD4-C4F2DAF66D0F}" dt="2022-03-24T17:42:20.579" v="468" actId="14100"/>
          <ac:spMkLst>
            <pc:docMk/>
            <pc:sldMk cId="4220686012" sldId="337"/>
            <ac:spMk id="38" creationId="{CC2B5945-EFCA-4E85-9AD8-F02F6CAA0C36}"/>
          </ac:spMkLst>
        </pc:spChg>
        <pc:spChg chg="mod">
          <ac:chgData name="Văn Cảnh" userId="3374c81b8f87d1d8" providerId="LiveId" clId="{A572FB9A-64D6-4A46-8CD4-C4F2DAF66D0F}" dt="2022-03-24T17:41:39.674" v="461"/>
          <ac:spMkLst>
            <pc:docMk/>
            <pc:sldMk cId="4220686012" sldId="337"/>
            <ac:spMk id="39" creationId="{2D4240F6-D59F-4D44-9AAD-4398C2307E88}"/>
          </ac:spMkLst>
        </pc:spChg>
        <pc:spChg chg="mod">
          <ac:chgData name="Văn Cảnh" userId="3374c81b8f87d1d8" providerId="LiveId" clId="{A572FB9A-64D6-4A46-8CD4-C4F2DAF66D0F}" dt="2022-03-24T17:42:43.821" v="470" actId="6549"/>
          <ac:spMkLst>
            <pc:docMk/>
            <pc:sldMk cId="4220686012" sldId="337"/>
            <ac:spMk id="40" creationId="{5E5EE134-8387-4218-BEC6-160C1DDCF54B}"/>
          </ac:spMkLst>
        </pc:spChg>
        <pc:spChg chg="add mod">
          <ac:chgData name="Văn Cảnh" userId="3374c81b8f87d1d8" providerId="LiveId" clId="{A572FB9A-64D6-4A46-8CD4-C4F2DAF66D0F}" dt="2022-03-24T17:46:04.837" v="500" actId="2711"/>
          <ac:spMkLst>
            <pc:docMk/>
            <pc:sldMk cId="4220686012" sldId="337"/>
            <ac:spMk id="44" creationId="{A406AC78-55FF-41CB-A021-646F0639FB30}"/>
          </ac:spMkLst>
        </pc:spChg>
        <pc:spChg chg="add del mod topLvl">
          <ac:chgData name="Văn Cảnh" userId="3374c81b8f87d1d8" providerId="LiveId" clId="{A572FB9A-64D6-4A46-8CD4-C4F2DAF66D0F}" dt="2022-03-24T17:34:55.551" v="423" actId="478"/>
          <ac:spMkLst>
            <pc:docMk/>
            <pc:sldMk cId="4220686012" sldId="337"/>
            <ac:spMk id="56" creationId="{FA9C99F4-432C-4BD9-8301-5E83AB7A264E}"/>
          </ac:spMkLst>
        </pc:spChg>
        <pc:spChg chg="del">
          <ac:chgData name="Văn Cảnh" userId="3374c81b8f87d1d8" providerId="LiveId" clId="{A572FB9A-64D6-4A46-8CD4-C4F2DAF66D0F}" dt="2022-03-24T17:34:58.988" v="424" actId="478"/>
          <ac:spMkLst>
            <pc:docMk/>
            <pc:sldMk cId="4220686012" sldId="337"/>
            <ac:spMk id="82" creationId="{80776566-E98C-4E3A-8234-F7C108AEFAC6}"/>
          </ac:spMkLst>
        </pc:spChg>
        <pc:spChg chg="del">
          <ac:chgData name="Văn Cảnh" userId="3374c81b8f87d1d8" providerId="LiveId" clId="{A572FB9A-64D6-4A46-8CD4-C4F2DAF66D0F}" dt="2022-03-24T17:35:06.606" v="427" actId="478"/>
          <ac:spMkLst>
            <pc:docMk/>
            <pc:sldMk cId="4220686012" sldId="337"/>
            <ac:spMk id="83" creationId="{3DD30A3B-E42E-4A1F-8AB9-53C0308D9766}"/>
          </ac:spMkLst>
        </pc:spChg>
        <pc:grpChg chg="add mod">
          <ac:chgData name="Văn Cảnh" userId="3374c81b8f87d1d8" providerId="LiveId" clId="{A572FB9A-64D6-4A46-8CD4-C4F2DAF66D0F}" dt="2022-03-24T17:41:39.674" v="461"/>
          <ac:grpSpMkLst>
            <pc:docMk/>
            <pc:sldMk cId="4220686012" sldId="337"/>
            <ac:grpSpMk id="33" creationId="{BE259234-077D-410D-995B-878496063FE7}"/>
          </ac:grpSpMkLst>
        </pc:grpChg>
        <pc:grpChg chg="mod">
          <ac:chgData name="Văn Cảnh" userId="3374c81b8f87d1d8" providerId="LiveId" clId="{A572FB9A-64D6-4A46-8CD4-C4F2DAF66D0F}" dt="2022-03-24T17:41:39.674" v="461"/>
          <ac:grpSpMkLst>
            <pc:docMk/>
            <pc:sldMk cId="4220686012" sldId="337"/>
            <ac:grpSpMk id="34" creationId="{61CDDC45-F4EC-4A23-B359-A8E5FFDF0103}"/>
          </ac:grpSpMkLst>
        </pc:grpChg>
        <pc:grpChg chg="mod">
          <ac:chgData name="Văn Cảnh" userId="3374c81b8f87d1d8" providerId="LiveId" clId="{A572FB9A-64D6-4A46-8CD4-C4F2DAF66D0F}" dt="2022-03-24T17:41:39.674" v="461"/>
          <ac:grpSpMkLst>
            <pc:docMk/>
            <pc:sldMk cId="4220686012" sldId="337"/>
            <ac:grpSpMk id="37" creationId="{58866458-DF01-4D39-AC76-7B21BB1DE20F}"/>
          </ac:grpSpMkLst>
        </pc:grpChg>
        <pc:grpChg chg="del">
          <ac:chgData name="Văn Cảnh" userId="3374c81b8f87d1d8" providerId="LiveId" clId="{A572FB9A-64D6-4A46-8CD4-C4F2DAF66D0F}" dt="2022-03-24T17:35:06.606" v="427" actId="478"/>
          <ac:grpSpMkLst>
            <pc:docMk/>
            <pc:sldMk cId="4220686012" sldId="337"/>
            <ac:grpSpMk id="41" creationId="{FAD0BC6C-B274-403D-B389-601D352F485A}"/>
          </ac:grpSpMkLst>
        </pc:grpChg>
        <pc:grpChg chg="add del">
          <ac:chgData name="Văn Cảnh" userId="3374c81b8f87d1d8" providerId="LiveId" clId="{A572FB9A-64D6-4A46-8CD4-C4F2DAF66D0F}" dt="2022-03-24T17:34:55.551" v="423" actId="478"/>
          <ac:grpSpMkLst>
            <pc:docMk/>
            <pc:sldMk cId="4220686012" sldId="337"/>
            <ac:grpSpMk id="55" creationId="{752536D1-7643-4731-B685-1F5A52103C6D}"/>
          </ac:grpSpMkLst>
        </pc:grpChg>
        <pc:grpChg chg="del mod topLvl">
          <ac:chgData name="Văn Cảnh" userId="3374c81b8f87d1d8" providerId="LiveId" clId="{A572FB9A-64D6-4A46-8CD4-C4F2DAF66D0F}" dt="2022-03-24T17:34:59.828" v="425" actId="478"/>
          <ac:grpSpMkLst>
            <pc:docMk/>
            <pc:sldMk cId="4220686012" sldId="337"/>
            <ac:grpSpMk id="57" creationId="{41C23D19-ACF3-4B0C-A51F-1DD9DF406565}"/>
          </ac:grpSpMkLst>
        </pc:grpChg>
        <pc:graphicFrameChg chg="add del mod">
          <ac:chgData name="Văn Cảnh" userId="3374c81b8f87d1d8" providerId="LiveId" clId="{A572FB9A-64D6-4A46-8CD4-C4F2DAF66D0F}" dt="2022-03-24T17:35:11.809" v="430"/>
          <ac:graphicFrameMkLst>
            <pc:docMk/>
            <pc:sldMk cId="4220686012" sldId="337"/>
            <ac:graphicFrameMk id="2" creationId="{98795790-5E16-463D-95DA-644E52E241D1}"/>
          </ac:graphicFrameMkLst>
        </pc:graphicFrameChg>
        <pc:graphicFrameChg chg="add del mod">
          <ac:chgData name="Văn Cảnh" userId="3374c81b8f87d1d8" providerId="LiveId" clId="{A572FB9A-64D6-4A46-8CD4-C4F2DAF66D0F}" dt="2022-03-24T17:35:14.558" v="433"/>
          <ac:graphicFrameMkLst>
            <pc:docMk/>
            <pc:sldMk cId="4220686012" sldId="337"/>
            <ac:graphicFrameMk id="3" creationId="{4B1347E5-B5AB-4819-8F6E-4FA438354BB3}"/>
          </ac:graphicFrameMkLst>
        </pc:graphicFrameChg>
        <pc:graphicFrameChg chg="add del mod">
          <ac:chgData name="Văn Cảnh" userId="3374c81b8f87d1d8" providerId="LiveId" clId="{A572FB9A-64D6-4A46-8CD4-C4F2DAF66D0F}" dt="2022-03-24T17:35:49.375" v="439"/>
          <ac:graphicFrameMkLst>
            <pc:docMk/>
            <pc:sldMk cId="4220686012" sldId="337"/>
            <ac:graphicFrameMk id="5" creationId="{DC67602E-0E9A-4E6E-97AA-2CC842CC551C}"/>
          </ac:graphicFrameMkLst>
        </pc:graphicFrameChg>
        <pc:graphicFrameChg chg="add del mod">
          <ac:chgData name="Văn Cảnh" userId="3374c81b8f87d1d8" providerId="LiveId" clId="{A572FB9A-64D6-4A46-8CD4-C4F2DAF66D0F}" dt="2022-03-24T17:44:53.517" v="477"/>
          <ac:graphicFrameMkLst>
            <pc:docMk/>
            <pc:sldMk cId="4220686012" sldId="337"/>
            <ac:graphicFrameMk id="6" creationId="{83AEB311-48B1-4546-A5DA-9A4FA05F3241}"/>
          </ac:graphicFrameMkLst>
        </pc:graphicFrameChg>
        <pc:graphicFrameChg chg="add del mod">
          <ac:chgData name="Văn Cảnh" userId="3374c81b8f87d1d8" providerId="LiveId" clId="{A572FB9A-64D6-4A46-8CD4-C4F2DAF66D0F}" dt="2022-03-24T17:45:01.075" v="481"/>
          <ac:graphicFrameMkLst>
            <pc:docMk/>
            <pc:sldMk cId="4220686012" sldId="337"/>
            <ac:graphicFrameMk id="7" creationId="{D00E2913-F653-42FB-A00B-D0B574410E68}"/>
          </ac:graphicFrameMkLst>
        </pc:graphicFrameChg>
        <pc:graphicFrameChg chg="add del mod">
          <ac:chgData name="Văn Cảnh" userId="3374c81b8f87d1d8" providerId="LiveId" clId="{A572FB9A-64D6-4A46-8CD4-C4F2DAF66D0F}" dt="2022-03-24T17:45:16.968" v="485"/>
          <ac:graphicFrameMkLst>
            <pc:docMk/>
            <pc:sldMk cId="4220686012" sldId="337"/>
            <ac:graphicFrameMk id="8" creationId="{B07F6C03-01F2-456E-A857-D99A6185D8F1}"/>
          </ac:graphicFrameMkLst>
        </pc:graphicFrameChg>
        <pc:graphicFrameChg chg="add del mod">
          <ac:chgData name="Văn Cảnh" userId="3374c81b8f87d1d8" providerId="LiveId" clId="{A572FB9A-64D6-4A46-8CD4-C4F2DAF66D0F}" dt="2022-03-24T17:45:28.509" v="489"/>
          <ac:graphicFrameMkLst>
            <pc:docMk/>
            <pc:sldMk cId="4220686012" sldId="337"/>
            <ac:graphicFrameMk id="9" creationId="{58F4042B-ABFA-4E49-A018-CE4024D0E5D2}"/>
          </ac:graphicFrameMkLst>
        </pc:graphicFrameChg>
        <pc:graphicFrameChg chg="add del mod">
          <ac:chgData name="Văn Cảnh" userId="3374c81b8f87d1d8" providerId="LiveId" clId="{A572FB9A-64D6-4A46-8CD4-C4F2DAF66D0F}" dt="2022-03-24T17:45:42.131" v="493"/>
          <ac:graphicFrameMkLst>
            <pc:docMk/>
            <pc:sldMk cId="4220686012" sldId="337"/>
            <ac:graphicFrameMk id="10" creationId="{B721B47B-77BE-4D56-ACEA-61B121F6F736}"/>
          </ac:graphicFrameMkLst>
        </pc:graphicFrameChg>
        <pc:graphicFrameChg chg="add del mod">
          <ac:chgData name="Văn Cảnh" userId="3374c81b8f87d1d8" providerId="LiveId" clId="{A572FB9A-64D6-4A46-8CD4-C4F2DAF66D0F}" dt="2022-03-24T17:45:53.049" v="497"/>
          <ac:graphicFrameMkLst>
            <pc:docMk/>
            <pc:sldMk cId="4220686012" sldId="337"/>
            <ac:graphicFrameMk id="11" creationId="{FA169536-5643-4863-B84A-FE060859D1C7}"/>
          </ac:graphicFrameMkLst>
        </pc:graphicFrameChg>
        <pc:picChg chg="mod">
          <ac:chgData name="Văn Cảnh" userId="3374c81b8f87d1d8" providerId="LiveId" clId="{A572FB9A-64D6-4A46-8CD4-C4F2DAF66D0F}" dt="2022-03-24T17:41:39.674" v="461"/>
          <ac:picMkLst>
            <pc:docMk/>
            <pc:sldMk cId="4220686012" sldId="337"/>
            <ac:picMk id="35" creationId="{7E3B06F2-3761-42D8-8E94-0FA5DF9732B0}"/>
          </ac:picMkLst>
        </pc:picChg>
        <pc:picChg chg="del">
          <ac:chgData name="Văn Cảnh" userId="3374c81b8f87d1d8" providerId="LiveId" clId="{A572FB9A-64D6-4A46-8CD4-C4F2DAF66D0F}" dt="2022-03-24T17:35:00.531" v="426" actId="478"/>
          <ac:picMkLst>
            <pc:docMk/>
            <pc:sldMk cId="4220686012" sldId="337"/>
            <ac:picMk id="81" creationId="{4EBC27CF-15B1-4537-B30C-52DA708E8373}"/>
          </ac:picMkLst>
        </pc:picChg>
      </pc:sldChg>
      <pc:sldChg chg="addSp delSp modSp add mod delAnim modAnim">
        <pc:chgData name="Văn Cảnh" userId="3374c81b8f87d1d8" providerId="LiveId" clId="{A572FB9A-64D6-4A46-8CD4-C4F2DAF66D0F}" dt="2022-03-24T17:48:52.463" v="518"/>
        <pc:sldMkLst>
          <pc:docMk/>
          <pc:sldMk cId="1907991471" sldId="338"/>
        </pc:sldMkLst>
        <pc:spChg chg="mod">
          <ac:chgData name="Văn Cảnh" userId="3374c81b8f87d1d8" providerId="LiveId" clId="{A572FB9A-64D6-4A46-8CD4-C4F2DAF66D0F}" dt="2022-03-24T17:47:41.080" v="505"/>
          <ac:spMkLst>
            <pc:docMk/>
            <pc:sldMk cId="1907991471" sldId="338"/>
            <ac:spMk id="3" creationId="{E5C8CF20-A188-40A3-A095-8424A5327F85}"/>
          </ac:spMkLst>
        </pc:spChg>
        <pc:spChg chg="del">
          <ac:chgData name="Văn Cảnh" userId="3374c81b8f87d1d8" providerId="LiveId" clId="{A572FB9A-64D6-4A46-8CD4-C4F2DAF66D0F}" dt="2022-03-24T17:47:45.572" v="506" actId="478"/>
          <ac:spMkLst>
            <pc:docMk/>
            <pc:sldMk cId="1907991471" sldId="338"/>
            <ac:spMk id="24" creationId="{BA820F67-58D8-4644-8FFA-523A9B7B88A6}"/>
          </ac:spMkLst>
        </pc:spChg>
        <pc:spChg chg="mod">
          <ac:chgData name="Văn Cảnh" userId="3374c81b8f87d1d8" providerId="LiveId" clId="{A572FB9A-64D6-4A46-8CD4-C4F2DAF66D0F}" dt="2022-03-24T17:48:23.815" v="515"/>
          <ac:spMkLst>
            <pc:docMk/>
            <pc:sldMk cId="1907991471" sldId="338"/>
            <ac:spMk id="25" creationId="{35C77573-004B-47AB-A06D-169C5ED317A4}"/>
          </ac:spMkLst>
        </pc:spChg>
        <pc:spChg chg="mod">
          <ac:chgData name="Văn Cảnh" userId="3374c81b8f87d1d8" providerId="LiveId" clId="{A572FB9A-64D6-4A46-8CD4-C4F2DAF66D0F}" dt="2022-03-24T17:47:32.807" v="504" actId="20577"/>
          <ac:spMkLst>
            <pc:docMk/>
            <pc:sldMk cId="1907991471" sldId="338"/>
            <ac:spMk id="55" creationId="{4268C6BD-BE2D-4D4E-B360-4A8AC840F897}"/>
          </ac:spMkLst>
        </pc:spChg>
        <pc:graphicFrameChg chg="add del mod">
          <ac:chgData name="Văn Cảnh" userId="3374c81b8f87d1d8" providerId="LiveId" clId="{A572FB9A-64D6-4A46-8CD4-C4F2DAF66D0F}" dt="2022-03-24T17:48:23.574" v="514"/>
          <ac:graphicFrameMkLst>
            <pc:docMk/>
            <pc:sldMk cId="1907991471" sldId="338"/>
            <ac:graphicFrameMk id="4" creationId="{A330F189-42E9-447F-9DBA-4F7CDA049E00}"/>
          </ac:graphicFrameMkLst>
        </pc:graphicFrameChg>
      </pc:sldChg>
      <pc:sldChg chg="addSp delSp modSp add mod">
        <pc:chgData name="Văn Cảnh" userId="3374c81b8f87d1d8" providerId="LiveId" clId="{A572FB9A-64D6-4A46-8CD4-C4F2DAF66D0F}" dt="2022-03-24T17:50:55.958" v="536" actId="255"/>
        <pc:sldMkLst>
          <pc:docMk/>
          <pc:sldMk cId="453995855" sldId="339"/>
        </pc:sldMkLst>
        <pc:spChg chg="mod">
          <ac:chgData name="Văn Cảnh" userId="3374c81b8f87d1d8" providerId="LiveId" clId="{A572FB9A-64D6-4A46-8CD4-C4F2DAF66D0F}" dt="2022-03-24T17:49:55.429" v="527"/>
          <ac:spMkLst>
            <pc:docMk/>
            <pc:sldMk cId="453995855" sldId="339"/>
            <ac:spMk id="3" creationId="{E5C8CF20-A188-40A3-A095-8424A5327F85}"/>
          </ac:spMkLst>
        </pc:spChg>
        <pc:spChg chg="mod">
          <ac:chgData name="Văn Cảnh" userId="3374c81b8f87d1d8" providerId="LiveId" clId="{A572FB9A-64D6-4A46-8CD4-C4F2DAF66D0F}" dt="2022-03-24T17:50:55.958" v="536" actId="255"/>
          <ac:spMkLst>
            <pc:docMk/>
            <pc:sldMk cId="453995855" sldId="339"/>
            <ac:spMk id="25" creationId="{35C77573-004B-47AB-A06D-169C5ED317A4}"/>
          </ac:spMkLst>
        </pc:spChg>
        <pc:spChg chg="mod">
          <ac:chgData name="Văn Cảnh" userId="3374c81b8f87d1d8" providerId="LiveId" clId="{A572FB9A-64D6-4A46-8CD4-C4F2DAF66D0F}" dt="2022-03-24T17:49:34.348" v="525" actId="14100"/>
          <ac:spMkLst>
            <pc:docMk/>
            <pc:sldMk cId="453995855" sldId="339"/>
            <ac:spMk id="55" creationId="{4268C6BD-BE2D-4D4E-B360-4A8AC840F897}"/>
          </ac:spMkLst>
        </pc:spChg>
        <pc:spChg chg="mod">
          <ac:chgData name="Văn Cảnh" userId="3374c81b8f87d1d8" providerId="LiveId" clId="{A572FB9A-64D6-4A46-8CD4-C4F2DAF66D0F}" dt="2022-03-24T17:49:36.732" v="526" actId="14100"/>
          <ac:spMkLst>
            <pc:docMk/>
            <pc:sldMk cId="453995855" sldId="339"/>
            <ac:spMk id="56" creationId="{3C675B4E-2666-471E-B163-5CB1C2C47107}"/>
          </ac:spMkLst>
        </pc:spChg>
        <pc:graphicFrameChg chg="add del mod">
          <ac:chgData name="Văn Cảnh" userId="3374c81b8f87d1d8" providerId="LiveId" clId="{A572FB9A-64D6-4A46-8CD4-C4F2DAF66D0F}" dt="2022-03-24T17:50:51.294" v="534"/>
          <ac:graphicFrameMkLst>
            <pc:docMk/>
            <pc:sldMk cId="453995855" sldId="339"/>
            <ac:graphicFrameMk id="4" creationId="{03345923-371D-45EA-A014-C0B2F3AA236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8/30/2022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a:t>
            </a:fld>
            <a:endParaRPr lang="en-US"/>
          </a:p>
        </p:txBody>
      </p:sp>
    </p:spTree>
    <p:extLst>
      <p:ext uri="{BB962C8B-B14F-4D97-AF65-F5344CB8AC3E}">
        <p14:creationId xmlns:p14="http://schemas.microsoft.com/office/powerpoint/2010/main" val="1350322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4</a:t>
            </a:fld>
            <a:endParaRPr lang="en-US"/>
          </a:p>
        </p:txBody>
      </p:sp>
    </p:spTree>
    <p:extLst>
      <p:ext uri="{BB962C8B-B14F-4D97-AF65-F5344CB8AC3E}">
        <p14:creationId xmlns:p14="http://schemas.microsoft.com/office/powerpoint/2010/main" val="3445483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5</a:t>
            </a:fld>
            <a:endParaRPr lang="en-US"/>
          </a:p>
        </p:txBody>
      </p:sp>
    </p:spTree>
    <p:extLst>
      <p:ext uri="{BB962C8B-B14F-4D97-AF65-F5344CB8AC3E}">
        <p14:creationId xmlns:p14="http://schemas.microsoft.com/office/powerpoint/2010/main" val="1216730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6</a:t>
            </a:fld>
            <a:endParaRPr lang="en-US"/>
          </a:p>
        </p:txBody>
      </p:sp>
    </p:spTree>
    <p:extLst>
      <p:ext uri="{BB962C8B-B14F-4D97-AF65-F5344CB8AC3E}">
        <p14:creationId xmlns:p14="http://schemas.microsoft.com/office/powerpoint/2010/main" val="236850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7</a:t>
            </a:fld>
            <a:endParaRPr lang="en-US"/>
          </a:p>
        </p:txBody>
      </p:sp>
    </p:spTree>
    <p:extLst>
      <p:ext uri="{BB962C8B-B14F-4D97-AF65-F5344CB8AC3E}">
        <p14:creationId xmlns:p14="http://schemas.microsoft.com/office/powerpoint/2010/main" val="1926825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8</a:t>
            </a:fld>
            <a:endParaRPr lang="en-US"/>
          </a:p>
        </p:txBody>
      </p:sp>
    </p:spTree>
    <p:extLst>
      <p:ext uri="{BB962C8B-B14F-4D97-AF65-F5344CB8AC3E}">
        <p14:creationId xmlns:p14="http://schemas.microsoft.com/office/powerpoint/2010/main" val="3288918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9</a:t>
            </a:fld>
            <a:endParaRPr lang="en-US"/>
          </a:p>
        </p:txBody>
      </p:sp>
    </p:spTree>
    <p:extLst>
      <p:ext uri="{BB962C8B-B14F-4D97-AF65-F5344CB8AC3E}">
        <p14:creationId xmlns:p14="http://schemas.microsoft.com/office/powerpoint/2010/main" val="3244336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10</a:t>
            </a:fld>
            <a:endParaRPr lang="en-US"/>
          </a:p>
        </p:txBody>
      </p:sp>
    </p:spTree>
    <p:extLst>
      <p:ext uri="{BB962C8B-B14F-4D97-AF65-F5344CB8AC3E}">
        <p14:creationId xmlns:p14="http://schemas.microsoft.com/office/powerpoint/2010/main" val="3617690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11</a:t>
            </a:fld>
            <a:endParaRPr lang="en-US"/>
          </a:p>
        </p:txBody>
      </p:sp>
    </p:spTree>
    <p:extLst>
      <p:ext uri="{BB962C8B-B14F-4D97-AF65-F5344CB8AC3E}">
        <p14:creationId xmlns:p14="http://schemas.microsoft.com/office/powerpoint/2010/main" val="1291203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12</a:t>
            </a:fld>
            <a:endParaRPr lang="en-US"/>
          </a:p>
        </p:txBody>
      </p:sp>
    </p:spTree>
    <p:extLst>
      <p:ext uri="{BB962C8B-B14F-4D97-AF65-F5344CB8AC3E}">
        <p14:creationId xmlns:p14="http://schemas.microsoft.com/office/powerpoint/2010/main" val="217935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13</a:t>
            </a:fld>
            <a:endParaRPr lang="en-US"/>
          </a:p>
        </p:txBody>
      </p:sp>
    </p:spTree>
    <p:extLst>
      <p:ext uri="{BB962C8B-B14F-4D97-AF65-F5344CB8AC3E}">
        <p14:creationId xmlns:p14="http://schemas.microsoft.com/office/powerpoint/2010/main" val="426307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14</a:t>
            </a:fld>
            <a:endParaRPr lang="en-US"/>
          </a:p>
        </p:txBody>
      </p:sp>
    </p:spTree>
    <p:extLst>
      <p:ext uri="{BB962C8B-B14F-4D97-AF65-F5344CB8AC3E}">
        <p14:creationId xmlns:p14="http://schemas.microsoft.com/office/powerpoint/2010/main" val="1642815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15</a:t>
            </a:fld>
            <a:endParaRPr lang="en-US"/>
          </a:p>
        </p:txBody>
      </p:sp>
    </p:spTree>
    <p:extLst>
      <p:ext uri="{BB962C8B-B14F-4D97-AF65-F5344CB8AC3E}">
        <p14:creationId xmlns:p14="http://schemas.microsoft.com/office/powerpoint/2010/main" val="3936938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16</a:t>
            </a:fld>
            <a:endParaRPr lang="en-US"/>
          </a:p>
        </p:txBody>
      </p:sp>
    </p:spTree>
    <p:extLst>
      <p:ext uri="{BB962C8B-B14F-4D97-AF65-F5344CB8AC3E}">
        <p14:creationId xmlns:p14="http://schemas.microsoft.com/office/powerpoint/2010/main" val="37465476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17</a:t>
            </a:fld>
            <a:endParaRPr lang="en-US"/>
          </a:p>
        </p:txBody>
      </p:sp>
    </p:spTree>
    <p:extLst>
      <p:ext uri="{BB962C8B-B14F-4D97-AF65-F5344CB8AC3E}">
        <p14:creationId xmlns:p14="http://schemas.microsoft.com/office/powerpoint/2010/main" val="2229177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18</a:t>
            </a:fld>
            <a:endParaRPr lang="en-US"/>
          </a:p>
        </p:txBody>
      </p:sp>
    </p:spTree>
    <p:extLst>
      <p:ext uri="{BB962C8B-B14F-4D97-AF65-F5344CB8AC3E}">
        <p14:creationId xmlns:p14="http://schemas.microsoft.com/office/powerpoint/2010/main" val="879049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19</a:t>
            </a:fld>
            <a:endParaRPr lang="en-US"/>
          </a:p>
        </p:txBody>
      </p:sp>
    </p:spTree>
    <p:extLst>
      <p:ext uri="{BB962C8B-B14F-4D97-AF65-F5344CB8AC3E}">
        <p14:creationId xmlns:p14="http://schemas.microsoft.com/office/powerpoint/2010/main" val="1299330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20</a:t>
            </a:fld>
            <a:endParaRPr lang="en-US"/>
          </a:p>
        </p:txBody>
      </p:sp>
    </p:spTree>
    <p:extLst>
      <p:ext uri="{BB962C8B-B14F-4D97-AF65-F5344CB8AC3E}">
        <p14:creationId xmlns:p14="http://schemas.microsoft.com/office/powerpoint/2010/main" val="646528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21</a:t>
            </a:fld>
            <a:endParaRPr lang="en-US"/>
          </a:p>
        </p:txBody>
      </p:sp>
    </p:spTree>
    <p:extLst>
      <p:ext uri="{BB962C8B-B14F-4D97-AF65-F5344CB8AC3E}">
        <p14:creationId xmlns:p14="http://schemas.microsoft.com/office/powerpoint/2010/main" val="2480274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22</a:t>
            </a:fld>
            <a:endParaRPr lang="en-US"/>
          </a:p>
        </p:txBody>
      </p:sp>
    </p:spTree>
    <p:extLst>
      <p:ext uri="{BB962C8B-B14F-4D97-AF65-F5344CB8AC3E}">
        <p14:creationId xmlns:p14="http://schemas.microsoft.com/office/powerpoint/2010/main" val="42807648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23</a:t>
            </a:fld>
            <a:endParaRPr lang="en-US"/>
          </a:p>
        </p:txBody>
      </p:sp>
    </p:spTree>
    <p:extLst>
      <p:ext uri="{BB962C8B-B14F-4D97-AF65-F5344CB8AC3E}">
        <p14:creationId xmlns:p14="http://schemas.microsoft.com/office/powerpoint/2010/main" val="8784444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24</a:t>
            </a:fld>
            <a:endParaRPr lang="en-US"/>
          </a:p>
        </p:txBody>
      </p:sp>
    </p:spTree>
    <p:extLst>
      <p:ext uri="{BB962C8B-B14F-4D97-AF65-F5344CB8AC3E}">
        <p14:creationId xmlns:p14="http://schemas.microsoft.com/office/powerpoint/2010/main" val="8784444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25</a:t>
            </a:fld>
            <a:endParaRPr lang="en-US"/>
          </a:p>
        </p:txBody>
      </p:sp>
    </p:spTree>
    <p:extLst>
      <p:ext uri="{BB962C8B-B14F-4D97-AF65-F5344CB8AC3E}">
        <p14:creationId xmlns:p14="http://schemas.microsoft.com/office/powerpoint/2010/main" val="20272430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26</a:t>
            </a:fld>
            <a:endParaRPr lang="en-US"/>
          </a:p>
        </p:txBody>
      </p:sp>
    </p:spTree>
    <p:extLst>
      <p:ext uri="{BB962C8B-B14F-4D97-AF65-F5344CB8AC3E}">
        <p14:creationId xmlns:p14="http://schemas.microsoft.com/office/powerpoint/2010/main" val="20924007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27</a:t>
            </a:fld>
            <a:endParaRPr lang="en-US"/>
          </a:p>
        </p:txBody>
      </p:sp>
    </p:spTree>
    <p:extLst>
      <p:ext uri="{BB962C8B-B14F-4D97-AF65-F5344CB8AC3E}">
        <p14:creationId xmlns:p14="http://schemas.microsoft.com/office/powerpoint/2010/main" val="29611867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28</a:t>
            </a:fld>
            <a:endParaRPr lang="en-US"/>
          </a:p>
        </p:txBody>
      </p:sp>
    </p:spTree>
    <p:extLst>
      <p:ext uri="{BB962C8B-B14F-4D97-AF65-F5344CB8AC3E}">
        <p14:creationId xmlns:p14="http://schemas.microsoft.com/office/powerpoint/2010/main" val="16431909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29</a:t>
            </a:fld>
            <a:endParaRPr lang="en-US"/>
          </a:p>
        </p:txBody>
      </p:sp>
    </p:spTree>
    <p:extLst>
      <p:ext uri="{BB962C8B-B14F-4D97-AF65-F5344CB8AC3E}">
        <p14:creationId xmlns:p14="http://schemas.microsoft.com/office/powerpoint/2010/main" val="20581514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30</a:t>
            </a:fld>
            <a:endParaRPr lang="en-US"/>
          </a:p>
        </p:txBody>
      </p:sp>
    </p:spTree>
    <p:extLst>
      <p:ext uri="{BB962C8B-B14F-4D97-AF65-F5344CB8AC3E}">
        <p14:creationId xmlns:p14="http://schemas.microsoft.com/office/powerpoint/2010/main" val="41871023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31</a:t>
            </a:fld>
            <a:endParaRPr lang="en-US"/>
          </a:p>
        </p:txBody>
      </p:sp>
    </p:spTree>
    <p:extLst>
      <p:ext uri="{BB962C8B-B14F-4D97-AF65-F5344CB8AC3E}">
        <p14:creationId xmlns:p14="http://schemas.microsoft.com/office/powerpoint/2010/main" val="20842301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33</a:t>
            </a:fld>
            <a:endParaRPr lang="en-US"/>
          </a:p>
        </p:txBody>
      </p:sp>
    </p:spTree>
    <p:extLst>
      <p:ext uri="{BB962C8B-B14F-4D97-AF65-F5344CB8AC3E}">
        <p14:creationId xmlns:p14="http://schemas.microsoft.com/office/powerpoint/2010/main" val="23938628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34</a:t>
            </a:fld>
            <a:endParaRPr lang="en-US"/>
          </a:p>
        </p:txBody>
      </p:sp>
    </p:spTree>
    <p:extLst>
      <p:ext uri="{BB962C8B-B14F-4D97-AF65-F5344CB8AC3E}">
        <p14:creationId xmlns:p14="http://schemas.microsoft.com/office/powerpoint/2010/main" val="22596716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35</a:t>
            </a:fld>
            <a:endParaRPr lang="en-US"/>
          </a:p>
        </p:txBody>
      </p:sp>
    </p:spTree>
    <p:extLst>
      <p:ext uri="{BB962C8B-B14F-4D97-AF65-F5344CB8AC3E}">
        <p14:creationId xmlns:p14="http://schemas.microsoft.com/office/powerpoint/2010/main" val="18505038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36</a:t>
            </a:fld>
            <a:endParaRPr lang="en-US"/>
          </a:p>
        </p:txBody>
      </p:sp>
    </p:spTree>
    <p:extLst>
      <p:ext uri="{BB962C8B-B14F-4D97-AF65-F5344CB8AC3E}">
        <p14:creationId xmlns:p14="http://schemas.microsoft.com/office/powerpoint/2010/main" val="15626600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37</a:t>
            </a:fld>
            <a:endParaRPr lang="en-US"/>
          </a:p>
        </p:txBody>
      </p:sp>
    </p:spTree>
    <p:extLst>
      <p:ext uri="{BB962C8B-B14F-4D97-AF65-F5344CB8AC3E}">
        <p14:creationId xmlns:p14="http://schemas.microsoft.com/office/powerpoint/2010/main" val="8907457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38</a:t>
            </a:fld>
            <a:endParaRPr lang="en-US"/>
          </a:p>
        </p:txBody>
      </p:sp>
    </p:spTree>
    <p:extLst>
      <p:ext uri="{BB962C8B-B14F-4D97-AF65-F5344CB8AC3E}">
        <p14:creationId xmlns:p14="http://schemas.microsoft.com/office/powerpoint/2010/main" val="376260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9622073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0275080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8219381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712419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624589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007655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820983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210885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08330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a:prstGeom prst="rect">
            <a:avLst/>
          </a:prstGeo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a:prstGeom prst="rect">
            <a:avLst/>
          </a:prstGeo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3178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76400" y="3651250"/>
            <a:ext cx="21031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789615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3815944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5636833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277778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195105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301246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5404811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3237073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1399306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40485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0" y="12712706"/>
            <a:ext cx="5689601" cy="730250"/>
          </a:xfrm>
          <a:prstGeom prst="rect">
            <a:avLst/>
          </a:prstGeom>
        </p:spPr>
        <p:txBody>
          <a:bodyPr lIns="91426" tIns="45713" rIns="91426" bIns="45713"/>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5" y="12712706"/>
            <a:ext cx="7721601" cy="730250"/>
          </a:xfrm>
          <a:prstGeom prst="rect">
            <a:avLst/>
          </a:prstGeom>
        </p:spPr>
        <p:txBody>
          <a:bodyPr lIns="91426" tIns="45713" rIns="91426" bIns="45713"/>
          <a:lstStyle/>
          <a:p>
            <a:endParaRPr lang="en-US"/>
          </a:p>
        </p:txBody>
      </p:sp>
      <p:sp>
        <p:nvSpPr>
          <p:cNvPr id="6" name="Slide Number Placeholder 5"/>
          <p:cNvSpPr>
            <a:spLocks noGrp="1"/>
          </p:cNvSpPr>
          <p:nvPr>
            <p:ph type="sldNum" sz="quarter" idx="12"/>
          </p:nvPr>
        </p:nvSpPr>
        <p:spPr>
          <a:xfrm>
            <a:off x="17475204" y="12712706"/>
            <a:ext cx="5689601" cy="730250"/>
          </a:xfrm>
          <a:prstGeom prst="rect">
            <a:avLst/>
          </a:prstGeom>
        </p:spPr>
        <p:txBody>
          <a:bodyPr lIns="91426" tIns="45713" rIns="91426" bIns="45713"/>
          <a:lstStyle/>
          <a:p>
            <a:fld id="{E56A0A80-8336-46B1-B89F-89FB7E7362A5}" type="slidenum">
              <a:rPr lang="en-US" smtClean="0"/>
              <a:pPr/>
              <a:t>‹#›</a:t>
            </a:fld>
            <a:endParaRPr lang="en-US"/>
          </a:p>
        </p:txBody>
      </p:sp>
    </p:spTree>
    <p:extLst>
      <p:ext uri="{BB962C8B-B14F-4D97-AF65-F5344CB8AC3E}">
        <p14:creationId xmlns:p14="http://schemas.microsoft.com/office/powerpoint/2010/main" val="29488620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2" y="12712702"/>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3423164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4437660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1829813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theme" Target="../theme/theme2.xml"/><Relationship Id="rId17"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0" r:id="rId3"/>
    <p:sldLayoutId id="2147483741" r:id="rId4"/>
    <p:sldLayoutId id="2147483744" r:id="rId5"/>
    <p:sldLayoutId id="2147483745" r:id="rId6"/>
    <p:sldLayoutId id="2147483746" r:id="rId7"/>
    <p:sldLayoutId id="2147483747" r:id="rId8"/>
    <p:sldLayoutId id="2147483748" r:id="rId9"/>
    <p:sldLayoutId id="2147483749" r:id="rId10"/>
    <p:sldLayoutId id="2147483750" r:id="rId11"/>
    <p:sldLayoutId id="2147483782" r:id="rId12"/>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942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5.png"/><Relationship Id="rId5"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5.svg"/><Relationship Id="rId5" Type="http://schemas.openxmlformats.org/officeDocument/2006/relationships/image" Target="../media/image6.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15.svg"/><Relationship Id="rId6"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5.svg"/><Relationship Id="rId5"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5.svg"/><Relationship Id="rId5"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15.svg"/><Relationship Id="rId5" Type="http://schemas.openxmlformats.org/officeDocument/2006/relationships/image" Target="../media/image28.png"/><Relationship Id="rId6"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5.svg"/><Relationship Id="rId5"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36.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16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17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180.png"/><Relationship Id="rId4" Type="http://schemas.openxmlformats.org/officeDocument/2006/relationships/image" Target="../media/image19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200.png"/><Relationship Id="rId4" Type="http://schemas.openxmlformats.org/officeDocument/2006/relationships/image" Target="../media/image2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220.png"/><Relationship Id="rId4" Type="http://schemas.openxmlformats.org/officeDocument/2006/relationships/image" Target="../media/image2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240.png"/><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260.png"/><Relationship Id="rId4" Type="http://schemas.openxmlformats.org/officeDocument/2006/relationships/image" Target="../media/image27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280.png"/><Relationship Id="rId4" Type="http://schemas.openxmlformats.org/officeDocument/2006/relationships/image" Target="../media/image2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Group 5">
            <a:extLst>
              <a:ext uri="{FF2B5EF4-FFF2-40B4-BE49-F238E27FC236}">
                <a16:creationId xmlns:a16="http://schemas.microsoft.com/office/drawing/2014/main" id="{E3FF6797-9084-4088-B03C-F68BB0D6D29D}"/>
              </a:ext>
            </a:extLst>
          </p:cNvPr>
          <p:cNvGrpSpPr/>
          <p:nvPr/>
        </p:nvGrpSpPr>
        <p:grpSpPr>
          <a:xfrm>
            <a:off x="9677400" y="1676400"/>
            <a:ext cx="13944600" cy="11181523"/>
            <a:chOff x="9851187" y="2126503"/>
            <a:chExt cx="13944600" cy="11181523"/>
          </a:xfrm>
        </p:grpSpPr>
        <p:grpSp>
          <p:nvGrpSpPr>
            <p:cNvPr id="8" name="Group 7"/>
            <p:cNvGrpSpPr/>
            <p:nvPr/>
          </p:nvGrpSpPr>
          <p:grpSpPr>
            <a:xfrm>
              <a:off x="9851187" y="2126503"/>
              <a:ext cx="13944600" cy="11181523"/>
              <a:chOff x="1339699" y="3448230"/>
              <a:chExt cx="13944600" cy="11181523"/>
            </a:xfrm>
          </p:grpSpPr>
          <p:sp>
            <p:nvSpPr>
              <p:cNvPr id="10" name="Right Triangle 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1339699" y="3448230"/>
                <a:ext cx="13944600" cy="11181523"/>
                <a:chOff x="1339699" y="3448230"/>
                <a:chExt cx="13944600" cy="11181523"/>
              </a:xfrm>
            </p:grpSpPr>
            <p:sp>
              <p:nvSpPr>
                <p:cNvPr id="12" name="Rounded Rectangle 11"/>
                <p:cNvSpPr/>
                <p:nvPr/>
              </p:nvSpPr>
              <p:spPr>
                <a:xfrm>
                  <a:off x="1339699" y="3696072"/>
                  <a:ext cx="13944600" cy="10933681"/>
                </a:xfrm>
                <a:prstGeom prst="roundRect">
                  <a:avLst>
                    <a:gd name="adj" fmla="val 2374"/>
                  </a:avLst>
                </a:prstGeom>
                <a:solidFill>
                  <a:schemeClr val="accent6">
                    <a:lumMod val="20000"/>
                    <a:lumOff val="80000"/>
                  </a:schemeClr>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14" name="TextBox 13"/>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15" name="Right Triangle 14"/>
            <p:cNvSpPr/>
            <p:nvPr/>
          </p:nvSpPr>
          <p:spPr>
            <a:xfrm flipH="1">
              <a:off x="11477625" y="2164818"/>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p:cNvSpPr/>
            <p:nvPr/>
          </p:nvSpPr>
          <p:spPr>
            <a:xfrm flipV="1">
              <a:off x="11671001" y="2164811"/>
              <a:ext cx="10807999" cy="1333291"/>
            </a:xfrm>
            <a:prstGeom prst="round2Same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6"/>
            <p:cNvSpPr>
              <a:spLocks noChangeArrowheads="1"/>
            </p:cNvSpPr>
            <p:nvPr/>
          </p:nvSpPr>
          <p:spPr bwMode="auto">
            <a:xfrm>
              <a:off x="11146587" y="5288484"/>
              <a:ext cx="12115800" cy="5105401"/>
            </a:xfrm>
            <a:prstGeom prst="rect">
              <a:avLst/>
            </a:prstGeom>
            <a:noFill/>
            <a:ln w="9525">
              <a:noFill/>
              <a:miter lim="800000"/>
              <a:headEnd/>
              <a:tailEnd/>
            </a:ln>
            <a:effectLst/>
          </p:spPr>
          <p:txBody>
            <a:bodyPr/>
            <a:lstStyle/>
            <a:p>
              <a:pPr algn="just">
                <a:lnSpc>
                  <a:spcPct val="150000"/>
                </a:lnSpc>
                <a:spcBef>
                  <a:spcPct val="20000"/>
                </a:spcBef>
                <a:defRPr/>
              </a:pPr>
              <a:r>
                <a:rPr lang="en-US" sz="4800" b="1" dirty="0">
                  <a:solidFill>
                    <a:srgbClr val="0000FF"/>
                  </a:solidFill>
                  <a:latin typeface="Tahoma" pitchFamily="34" charset="0"/>
                  <a:ea typeface="Tahoma" pitchFamily="34" charset="0"/>
                  <a:cs typeface="Tahoma" pitchFamily="34" charset="0"/>
                </a:rPr>
                <a:t>§23. QUY TẮC ĐẾM </a:t>
              </a:r>
            </a:p>
            <a:p>
              <a:pPr algn="just">
                <a:lnSpc>
                  <a:spcPct val="150000"/>
                </a:lnSpc>
                <a:spcBef>
                  <a:spcPct val="20000"/>
                </a:spcBef>
                <a:defRPr/>
              </a:pPr>
              <a:r>
                <a:rPr lang="en-US" sz="4800" b="1" dirty="0">
                  <a:solidFill>
                    <a:srgbClr val="0000FF"/>
                  </a:solidFill>
                  <a:latin typeface="Tahoma" pitchFamily="34" charset="0"/>
                  <a:ea typeface="Tahoma" pitchFamily="34" charset="0"/>
                  <a:cs typeface="Tahoma" pitchFamily="34" charset="0"/>
                </a:rPr>
                <a:t>§24. HOÁN VỊ, CHỈNH HỢP VÀ TỔ HỢP</a:t>
              </a:r>
            </a:p>
            <a:p>
              <a:pPr algn="just">
                <a:lnSpc>
                  <a:spcPct val="150000"/>
                </a:lnSpc>
                <a:spcBef>
                  <a:spcPct val="20000"/>
                </a:spcBef>
                <a:defRPr/>
              </a:pPr>
              <a:r>
                <a:rPr lang="en-US" sz="4800" b="1" dirty="0">
                  <a:solidFill>
                    <a:srgbClr val="0000FF"/>
                  </a:solidFill>
                  <a:latin typeface="Tahoma" pitchFamily="34" charset="0"/>
                  <a:ea typeface="Tahoma" pitchFamily="34" charset="0"/>
                  <a:cs typeface="Tahoma" pitchFamily="34" charset="0"/>
                </a:rPr>
                <a:t>§25. NHỊ THỨC NEWTON </a:t>
              </a:r>
            </a:p>
            <a:p>
              <a:pPr algn="just">
                <a:lnSpc>
                  <a:spcPct val="150000"/>
                </a:lnSpc>
                <a:spcBef>
                  <a:spcPct val="20000"/>
                </a:spcBef>
                <a:defRPr/>
              </a:pPr>
              <a:r>
                <a:rPr lang="en-US" sz="4800" b="1" dirty="0">
                  <a:solidFill>
                    <a:srgbClr val="0000FF"/>
                  </a:solidFill>
                  <a:latin typeface="Tahoma" pitchFamily="34" charset="0"/>
                  <a:ea typeface="Tahoma" pitchFamily="34" charset="0"/>
                  <a:cs typeface="Tahoma" pitchFamily="34" charset="0"/>
                </a:rPr>
                <a:t>BÀI TẬP CUỐI CHƯƠNG VIII</a:t>
              </a:r>
            </a:p>
          </p:txBody>
        </p:sp>
        <p:sp>
          <p:nvSpPr>
            <p:cNvPr id="2" name="TextBox 1"/>
            <p:cNvSpPr txBox="1"/>
            <p:nvPr/>
          </p:nvSpPr>
          <p:spPr>
            <a:xfrm>
              <a:off x="11912450" y="2428363"/>
              <a:ext cx="10325100" cy="830997"/>
            </a:xfrm>
            <a:prstGeom prst="rect">
              <a:avLst/>
            </a:prstGeom>
            <a:noFill/>
          </p:spPr>
          <p:txBody>
            <a:bodyPr wrap="square" rtlCol="0">
              <a:spAutoFit/>
            </a:bodyPr>
            <a:lstStyle/>
            <a:p>
              <a:r>
                <a:rPr lang="vi-VN" sz="4800" b="1" dirty="0">
                  <a:solidFill>
                    <a:schemeClr val="bg1"/>
                  </a:solidFill>
                  <a:latin typeface="+mj-lt"/>
                </a:rPr>
                <a:t>CHƯƠNG VIII. </a:t>
              </a:r>
            </a:p>
          </p:txBody>
        </p:sp>
      </p:grpSp>
      <p:pic>
        <p:nvPicPr>
          <p:cNvPr id="3" name="Picture 2">
            <a:extLst>
              <a:ext uri="{FF2B5EF4-FFF2-40B4-BE49-F238E27FC236}">
                <a16:creationId xmlns:a16="http://schemas.microsoft.com/office/drawing/2014/main" id="{54FF52DF-8AC8-4DAD-B751-39601E57B279}"/>
              </a:ext>
            </a:extLst>
          </p:cNvPr>
          <p:cNvPicPr>
            <a:picLocks noChangeAspect="1"/>
          </p:cNvPicPr>
          <p:nvPr/>
        </p:nvPicPr>
        <p:blipFill>
          <a:blip r:embed="rId2"/>
          <a:stretch>
            <a:fillRect/>
          </a:stretch>
        </p:blipFill>
        <p:spPr>
          <a:xfrm>
            <a:off x="776134" y="1924240"/>
            <a:ext cx="8813299" cy="10933681"/>
          </a:xfrm>
          <a:prstGeom prst="rect">
            <a:avLst/>
          </a:prstGeom>
        </p:spPr>
      </p:pic>
      <p:sp>
        <p:nvSpPr>
          <p:cNvPr id="18" name="Rounded Rectangle 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22" name="TextBox 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140518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Rectangle 12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708C62C3-3138-4092-86C2-85A1567C6E78}"/>
              </a:ext>
            </a:extLst>
          </p:cNvPr>
          <p:cNvGrpSpPr/>
          <p:nvPr/>
        </p:nvGrpSpPr>
        <p:grpSpPr>
          <a:xfrm>
            <a:off x="685800" y="1600200"/>
            <a:ext cx="22808131" cy="11677583"/>
            <a:chOff x="1447796" y="1793813"/>
            <a:chExt cx="22808131" cy="11677583"/>
          </a:xfrm>
        </p:grpSpPr>
        <p:grpSp>
          <p:nvGrpSpPr>
            <p:cNvPr id="2" name="Group 1">
              <a:extLst>
                <a:ext uri="{FF2B5EF4-FFF2-40B4-BE49-F238E27FC236}">
                  <a16:creationId xmlns:a16="http://schemas.microsoft.com/office/drawing/2014/main" id="{E17C9077-2F0E-4830-9CBB-2CF87E745444}"/>
                </a:ext>
              </a:extLst>
            </p:cNvPr>
            <p:cNvGrpSpPr/>
            <p:nvPr/>
          </p:nvGrpSpPr>
          <p:grpSpPr>
            <a:xfrm>
              <a:off x="1447796" y="1793813"/>
              <a:ext cx="22808131" cy="11677583"/>
              <a:chOff x="1447796" y="1793813"/>
              <a:chExt cx="22808131" cy="11677583"/>
            </a:xfrm>
          </p:grpSpPr>
          <p:grpSp>
            <p:nvGrpSpPr>
              <p:cNvPr id="69" name="Group 68"/>
              <p:cNvGrpSpPr/>
              <p:nvPr/>
            </p:nvGrpSpPr>
            <p:grpSpPr>
              <a:xfrm>
                <a:off x="1575873" y="1797127"/>
                <a:ext cx="22680054" cy="11674269"/>
                <a:chOff x="-3538955" y="3448230"/>
                <a:chExt cx="22680054" cy="11674269"/>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3538955" y="3448230"/>
                  <a:ext cx="22680054" cy="11674269"/>
                  <a:chOff x="-3538955" y="3448230"/>
                  <a:chExt cx="22680054" cy="11674269"/>
                </a:xfrm>
              </p:grpSpPr>
              <p:sp>
                <p:nvSpPr>
                  <p:cNvPr id="72" name="Rounded Rectangle 71"/>
                  <p:cNvSpPr/>
                  <p:nvPr/>
                </p:nvSpPr>
                <p:spPr>
                  <a:xfrm>
                    <a:off x="-3538955" y="3592713"/>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74" name="Right Triangle 73"/>
              <p:cNvSpPr/>
              <p:nvPr/>
            </p:nvSpPr>
            <p:spPr>
              <a:xfrm flipH="1">
                <a:off x="7921388" y="1793819"/>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 Same Side Corner Rectangle 95"/>
              <p:cNvSpPr/>
              <p:nvPr/>
            </p:nvSpPr>
            <p:spPr>
              <a:xfrm flipV="1">
                <a:off x="8114764" y="1793813"/>
                <a:ext cx="10807999"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8597663" y="1953929"/>
                <a:ext cx="10325100" cy="830997"/>
              </a:xfrm>
              <a:prstGeom prst="rect">
                <a:avLst/>
              </a:prstGeom>
              <a:noFill/>
            </p:spPr>
            <p:txBody>
              <a:bodyPr wrap="square" rtlCol="0">
                <a:spAutoFit/>
              </a:bodyPr>
              <a:lstStyle/>
              <a:p>
                <a:r>
                  <a:rPr lang="vi-VN" sz="4800" b="1" dirty="0">
                    <a:solidFill>
                      <a:srgbClr val="C00000"/>
                    </a:solidFill>
                    <a:latin typeface="+mj-lt"/>
                  </a:rPr>
                  <a:t>CHƯƠNG VIII. ĐẠI SỐ TỔ HỢP</a:t>
                </a: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56" name="Group 60"/>
              <p:cNvGrpSpPr/>
              <p:nvPr/>
            </p:nvGrpSpPr>
            <p:grpSpPr>
              <a:xfrm>
                <a:off x="1447796" y="7669946"/>
                <a:ext cx="4494283" cy="959281"/>
                <a:chOff x="7459665" y="9492165"/>
                <a:chExt cx="4494803" cy="959391"/>
              </a:xfrm>
            </p:grpSpPr>
            <p:sp>
              <p:nvSpPr>
                <p:cNvPr id="57" name="Rectangle 56"/>
                <p:cNvSpPr/>
                <p:nvPr/>
              </p:nvSpPr>
              <p:spPr>
                <a:xfrm>
                  <a:off x="9092456" y="9635854"/>
                  <a:ext cx="2862012" cy="815702"/>
                </a:xfrm>
                <a:prstGeom prst="rect">
                  <a:avLst/>
                </a:prstGeom>
              </p:spPr>
              <p:txBody>
                <a:bodyPr wrap="none">
                  <a:spAutoFit/>
                </a:bodyPr>
                <a:lstStyle/>
                <a:p>
                  <a:pPr>
                    <a:lnSpc>
                      <a:spcPct val="100000"/>
                    </a:lnSpc>
                    <a:spcBef>
                      <a:spcPct val="0"/>
                    </a:spcBef>
                    <a:buFontTx/>
                    <a:buNone/>
                    <a:defRPr/>
                  </a:pPr>
                  <a:r>
                    <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rPr>
                    <a:t>HOÁN VỊ</a:t>
                  </a:r>
                </a:p>
              </p:txBody>
            </p:sp>
            <p:grpSp>
              <p:nvGrpSpPr>
                <p:cNvPr id="58" name="Group 26"/>
                <p:cNvGrpSpPr/>
                <p:nvPr/>
              </p:nvGrpSpPr>
              <p:grpSpPr>
                <a:xfrm>
                  <a:off x="7459665" y="9492165"/>
                  <a:ext cx="1392614" cy="905771"/>
                  <a:chOff x="7459669" y="9949365"/>
                  <a:chExt cx="1381118" cy="905771"/>
                </a:xfrm>
              </p:grpSpPr>
              <p:sp>
                <p:nvSpPr>
                  <p:cNvPr id="59" name="Isosceles Triangle 44"/>
                  <p:cNvSpPr/>
                  <p:nvPr/>
                </p:nvSpPr>
                <p:spPr>
                  <a:xfrm rot="16200000">
                    <a:off x="7469936" y="9939098"/>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0" name="Group 28"/>
                  <p:cNvGrpSpPr/>
                  <p:nvPr/>
                </p:nvGrpSpPr>
                <p:grpSpPr>
                  <a:xfrm>
                    <a:off x="7469187" y="10123614"/>
                    <a:ext cx="1371600" cy="731522"/>
                    <a:chOff x="7469187" y="10123614"/>
                    <a:chExt cx="1371600" cy="731522"/>
                  </a:xfrm>
                </p:grpSpPr>
                <p:sp>
                  <p:nvSpPr>
                    <p:cNvPr id="61" name="Round Same Side Corner Rectangle 60"/>
                    <p:cNvSpPr/>
                    <p:nvPr/>
                  </p:nvSpPr>
                  <p:spPr>
                    <a:xfrm rot="5400000">
                      <a:off x="7789227" y="9803574"/>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7958807" y="10147168"/>
                      <a:ext cx="507514" cy="707968"/>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1</a:t>
                      </a:r>
                    </a:p>
                  </p:txBody>
                </p:sp>
              </p:grpSp>
            </p:grpSp>
          </p:grpSp>
          <p:grpSp>
            <p:nvGrpSpPr>
              <p:cNvPr id="63" name="Group 67"/>
              <p:cNvGrpSpPr/>
              <p:nvPr/>
            </p:nvGrpSpPr>
            <p:grpSpPr>
              <a:xfrm>
                <a:off x="1447796" y="8814033"/>
                <a:ext cx="5262116" cy="929775"/>
                <a:chOff x="7459670" y="8524495"/>
                <a:chExt cx="5262727" cy="929882"/>
              </a:xfrm>
            </p:grpSpPr>
            <p:sp>
              <p:nvSpPr>
                <p:cNvPr id="75" name="Rectangle 74"/>
                <p:cNvSpPr/>
                <p:nvPr/>
              </p:nvSpPr>
              <p:spPr>
                <a:xfrm>
                  <a:off x="9092456" y="8638675"/>
                  <a:ext cx="3629941" cy="815702"/>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CHỈNH HỢP</a:t>
                  </a:r>
                </a:p>
              </p:txBody>
            </p:sp>
            <p:grpSp>
              <p:nvGrpSpPr>
                <p:cNvPr id="76" name="Group 32"/>
                <p:cNvGrpSpPr/>
                <p:nvPr/>
              </p:nvGrpSpPr>
              <p:grpSpPr>
                <a:xfrm>
                  <a:off x="7459670" y="8524495"/>
                  <a:ext cx="1392615" cy="872846"/>
                  <a:chOff x="7459669" y="7543800"/>
                  <a:chExt cx="1381118" cy="872846"/>
                </a:xfrm>
              </p:grpSpPr>
              <p:sp>
                <p:nvSpPr>
                  <p:cNvPr id="77"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78" name="Group 41"/>
                  <p:cNvGrpSpPr/>
                  <p:nvPr/>
                </p:nvGrpSpPr>
                <p:grpSpPr>
                  <a:xfrm>
                    <a:off x="7469187" y="7685126"/>
                    <a:ext cx="1371600" cy="731520"/>
                    <a:chOff x="7469187" y="7685126"/>
                    <a:chExt cx="1371600" cy="731520"/>
                  </a:xfrm>
                </p:grpSpPr>
                <p:sp>
                  <p:nvSpPr>
                    <p:cNvPr id="79" name="Round Same Side Corner Rectangle 78"/>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0" name="TextBox 79"/>
                    <p:cNvSpPr txBox="1"/>
                    <p:nvPr/>
                  </p:nvSpPr>
                  <p:spPr>
                    <a:xfrm>
                      <a:off x="7958806" y="7688759"/>
                      <a:ext cx="507513" cy="707967"/>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2</a:t>
                      </a:r>
                    </a:p>
                  </p:txBody>
                </p:sp>
              </p:grpSp>
            </p:grpSp>
          </p:grpSp>
          <p:grpSp>
            <p:nvGrpSpPr>
              <p:cNvPr id="83" name="Group 44"/>
              <p:cNvGrpSpPr/>
              <p:nvPr/>
            </p:nvGrpSpPr>
            <p:grpSpPr>
              <a:xfrm>
                <a:off x="1447797" y="11125197"/>
                <a:ext cx="1014914" cy="852829"/>
                <a:chOff x="7459669" y="7543800"/>
                <a:chExt cx="1006652" cy="852928"/>
              </a:xfrm>
            </p:grpSpPr>
            <p:sp>
              <p:nvSpPr>
                <p:cNvPr id="84"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7" name="TextBox 86"/>
                <p:cNvSpPr txBox="1"/>
                <p:nvPr/>
              </p:nvSpPr>
              <p:spPr>
                <a:xfrm>
                  <a:off x="7958808" y="7688760"/>
                  <a:ext cx="507513"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4</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47" name="Group 67"/>
              <p:cNvGrpSpPr/>
              <p:nvPr/>
            </p:nvGrpSpPr>
            <p:grpSpPr>
              <a:xfrm>
                <a:off x="1447801" y="9982200"/>
                <a:ext cx="4042918" cy="956919"/>
                <a:chOff x="7459670" y="8524495"/>
                <a:chExt cx="5227161" cy="957029"/>
              </a:xfrm>
            </p:grpSpPr>
            <p:sp>
              <p:nvSpPr>
                <p:cNvPr id="48" name="Rectangle 47"/>
                <p:cNvSpPr/>
                <p:nvPr/>
              </p:nvSpPr>
              <p:spPr>
                <a:xfrm>
                  <a:off x="9529921" y="8665822"/>
                  <a:ext cx="3156910" cy="815702"/>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TỔ HỢP</a:t>
                  </a:r>
                </a:p>
              </p:txBody>
            </p:sp>
            <p:grpSp>
              <p:nvGrpSpPr>
                <p:cNvPr id="49" name="Group 32"/>
                <p:cNvGrpSpPr/>
                <p:nvPr/>
              </p:nvGrpSpPr>
              <p:grpSpPr>
                <a:xfrm>
                  <a:off x="7459670" y="8524495"/>
                  <a:ext cx="1800329" cy="939706"/>
                  <a:chOff x="7459669" y="7543800"/>
                  <a:chExt cx="1785466" cy="939706"/>
                </a:xfrm>
              </p:grpSpPr>
              <p:sp>
                <p:nvSpPr>
                  <p:cNvPr id="50"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51" name="Group 41"/>
                  <p:cNvGrpSpPr/>
                  <p:nvPr/>
                </p:nvGrpSpPr>
                <p:grpSpPr>
                  <a:xfrm>
                    <a:off x="7469189" y="7685126"/>
                    <a:ext cx="1775946" cy="798380"/>
                    <a:chOff x="7469189" y="7685126"/>
                    <a:chExt cx="1775946" cy="798380"/>
                  </a:xfrm>
                </p:grpSpPr>
                <p:sp>
                  <p:nvSpPr>
                    <p:cNvPr id="52" name="Round Same Side Corner Rectangle 51"/>
                    <p:cNvSpPr/>
                    <p:nvPr/>
                  </p:nvSpPr>
                  <p:spPr>
                    <a:xfrm rot="5400000">
                      <a:off x="7962883" y="7191432"/>
                      <a:ext cx="788557" cy="1775946"/>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3" name="TextBox 52"/>
                    <p:cNvSpPr txBox="1"/>
                    <p:nvPr/>
                  </p:nvSpPr>
                  <p:spPr>
                    <a:xfrm>
                      <a:off x="8251501" y="7775538"/>
                      <a:ext cx="282939" cy="707968"/>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3</a:t>
                      </a:r>
                    </a:p>
                  </p:txBody>
                </p:sp>
              </p:grpSp>
            </p:grpSp>
          </p:grpSp>
          <p:sp>
            <p:nvSpPr>
              <p:cNvPr id="65" name="Isosceles Triangle 44"/>
              <p:cNvSpPr/>
              <p:nvPr/>
            </p:nvSpPr>
            <p:spPr>
              <a:xfrm rot="16200000">
                <a:off x="1458755" y="12246863"/>
                <a:ext cx="143671" cy="165569"/>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103" name="Google Shape;122;p14">
              <a:extLst>
                <a:ext uri="{FF2B5EF4-FFF2-40B4-BE49-F238E27FC236}">
                  <a16:creationId xmlns:a16="http://schemas.microsoft.com/office/drawing/2014/main" id="{FAF7E6E7-D68E-4774-9801-54F6529B128E}"/>
                </a:ext>
              </a:extLst>
            </p:cNvPr>
            <p:cNvSpPr/>
            <p:nvPr/>
          </p:nvSpPr>
          <p:spPr>
            <a:xfrm>
              <a:off x="3165290" y="3009806"/>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600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sym typeface="Baumans"/>
                </a:rPr>
                <a:t>TOÁN ĐẠI SỐ  </a:t>
              </a:r>
              <a:endParaRPr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4441592" y="3900043"/>
              <a:ext cx="1316269" cy="1323399"/>
              <a:chOff x="4902568" y="2922072"/>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02568" y="2922072"/>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bg1"/>
                    </a:solidFill>
                    <a:latin typeface="Yu Gothic UI Semilight" panose="020B0400000000000000" pitchFamily="34" charset="-128"/>
                    <a:ea typeface="Yu Gothic UI Semilight" panose="020B0400000000000000" pitchFamily="34" charset="-128"/>
                  </a:rPr>
                  <a:t>➉</a:t>
                </a:r>
                <a:endParaRPr sz="8000" dirty="0">
                  <a:solidFill>
                    <a:schemeClr val="bg1"/>
                  </a:solidFill>
                </a:endParaRPr>
              </a:p>
            </p:txBody>
          </p:sp>
        </p:grpSp>
      </p:grpSp>
      <p:grpSp>
        <p:nvGrpSpPr>
          <p:cNvPr id="112" name="Group 111">
            <a:extLst>
              <a:ext uri="{FF2B5EF4-FFF2-40B4-BE49-F238E27FC236}">
                <a16:creationId xmlns:a16="http://schemas.microsoft.com/office/drawing/2014/main" id="{1F6311BF-A4CF-4E55-85D0-0A86514BB33B}"/>
              </a:ext>
            </a:extLst>
          </p:cNvPr>
          <p:cNvGrpSpPr/>
          <p:nvPr/>
        </p:nvGrpSpPr>
        <p:grpSpPr>
          <a:xfrm>
            <a:off x="7279296" y="3347059"/>
            <a:ext cx="15809304"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4"/>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057496" y="321094"/>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dirty="0">
                  <a:solidFill>
                    <a:srgbClr val="FCFFEF"/>
                  </a:solidFill>
                  <a:latin typeface="Calibri" panose="020F0502020204030204" pitchFamily="34" charset="0"/>
                  <a:ea typeface="Cascadia Mono" panose="020B0609020000020004" pitchFamily="49" charset="0"/>
                  <a:cs typeface="Times New Roman" panose="02020603050405020304" pitchFamily="18" charset="0"/>
                </a:rPr>
                <a:t>HOÁN VỊ, CHỈNH HỢP VÀ TỔ HỢP</a:t>
              </a:r>
              <a:endParaRPr lang="en-US" sz="5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dirty="0">
                  <a:solidFill>
                    <a:srgbClr val="FFFFFF"/>
                  </a:solidFill>
                  <a:latin typeface="Calibri" panose="020F0502020204030204" pitchFamily="34" charset="0"/>
                  <a:ea typeface="Cascadia Mono" panose="020B0609020000020004" pitchFamily="49" charset="0"/>
                  <a:cs typeface="Times New Roman" panose="02020603050405020304" pitchFamily="18" charset="0"/>
                </a:rPr>
                <a:t>24</a:t>
              </a:r>
              <a:endParaRPr lang="en-US" sz="6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02" name="Rectangle 101">
            <a:extLst>
              <a:ext uri="{FF2B5EF4-FFF2-40B4-BE49-F238E27FC236}">
                <a16:creationId xmlns:a16="http://schemas.microsoft.com/office/drawing/2014/main" id="{97722FBB-848C-4653-8AB3-3BCD62C8D5C5}"/>
              </a:ext>
            </a:extLst>
          </p:cNvPr>
          <p:cNvSpPr/>
          <p:nvPr/>
        </p:nvSpPr>
        <p:spPr>
          <a:xfrm>
            <a:off x="2286000" y="11027735"/>
            <a:ext cx="19648328" cy="815608"/>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ỨNG DỤNG HOÁN VỊ, CHỈNH HỢP, TỔ HỢP VÀO CÁC BÀI TOÁN ĐẾM</a:t>
            </a:r>
          </a:p>
        </p:txBody>
      </p:sp>
      <p:sp>
        <p:nvSpPr>
          <p:cNvPr id="110" name="Round Same Side Corner Rectangle 51">
            <a:extLst>
              <a:ext uri="{FF2B5EF4-FFF2-40B4-BE49-F238E27FC236}">
                <a16:creationId xmlns:a16="http://schemas.microsoft.com/office/drawing/2014/main" id="{08C669F3-0518-4D42-8DA5-DFA0E29D388B}"/>
              </a:ext>
            </a:extLst>
          </p:cNvPr>
          <p:cNvSpPr/>
          <p:nvPr/>
        </p:nvSpPr>
        <p:spPr>
          <a:xfrm rot="5400000">
            <a:off x="990482" y="10750718"/>
            <a:ext cx="788466" cy="138503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11" name="Rectangle 110">
            <a:extLst>
              <a:ext uri="{FF2B5EF4-FFF2-40B4-BE49-F238E27FC236}">
                <a16:creationId xmlns:a16="http://schemas.microsoft.com/office/drawing/2014/main" id="{8135E3F3-4B6B-491B-B801-9BE3C69FAD12}"/>
              </a:ext>
            </a:extLst>
          </p:cNvPr>
          <p:cNvSpPr/>
          <p:nvPr/>
        </p:nvSpPr>
        <p:spPr>
          <a:xfrm>
            <a:off x="2362200" y="12246936"/>
            <a:ext cx="8754320" cy="815608"/>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SỬ DỤNG MÁY TÍNH CẦM TAY</a:t>
            </a:r>
          </a:p>
        </p:txBody>
      </p:sp>
      <p:sp>
        <p:nvSpPr>
          <p:cNvPr id="116" name="Round Same Side Corner Rectangle 51">
            <a:extLst>
              <a:ext uri="{FF2B5EF4-FFF2-40B4-BE49-F238E27FC236}">
                <a16:creationId xmlns:a16="http://schemas.microsoft.com/office/drawing/2014/main" id="{B2AB4CEF-95FC-4DEC-8CC1-77831745EEC9}"/>
              </a:ext>
            </a:extLst>
          </p:cNvPr>
          <p:cNvSpPr/>
          <p:nvPr/>
        </p:nvSpPr>
        <p:spPr>
          <a:xfrm rot="5400000">
            <a:off x="1066682" y="11948653"/>
            <a:ext cx="788466" cy="138503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19" name="TextBox 118">
            <a:extLst>
              <a:ext uri="{FF2B5EF4-FFF2-40B4-BE49-F238E27FC236}">
                <a16:creationId xmlns:a16="http://schemas.microsoft.com/office/drawing/2014/main" id="{E89631BD-CD63-4656-A9AA-F44354D044C8}"/>
              </a:ext>
            </a:extLst>
          </p:cNvPr>
          <p:cNvSpPr txBox="1"/>
          <p:nvPr/>
        </p:nvSpPr>
        <p:spPr>
          <a:xfrm rot="10800000" flipH="1" flipV="1">
            <a:off x="914400" y="11125201"/>
            <a:ext cx="914400"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121" name="TextBox 120">
            <a:extLst>
              <a:ext uri="{FF2B5EF4-FFF2-40B4-BE49-F238E27FC236}">
                <a16:creationId xmlns:a16="http://schemas.microsoft.com/office/drawing/2014/main" id="{607186FA-2A21-406F-A4D8-0EE013791786}"/>
              </a:ext>
            </a:extLst>
          </p:cNvPr>
          <p:cNvSpPr txBox="1"/>
          <p:nvPr/>
        </p:nvSpPr>
        <p:spPr>
          <a:xfrm rot="10800000" flipH="1" flipV="1">
            <a:off x="914400" y="12323136"/>
            <a:ext cx="914400"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5</a:t>
            </a:r>
          </a:p>
        </p:txBody>
      </p:sp>
      <p:sp>
        <p:nvSpPr>
          <p:cNvPr id="123" name="Rounded Rectangle 12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127" name="TextBox 12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18425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19">
            <a:extLst>
              <a:ext uri="{FF2B5EF4-FFF2-40B4-BE49-F238E27FC236}">
                <a16:creationId xmlns:a16="http://schemas.microsoft.com/office/drawing/2014/main" id="{9732CF64-EA0B-4855-B3A1-931E81F57942}"/>
              </a:ext>
            </a:extLst>
          </p:cNvPr>
          <p:cNvSpPr/>
          <p:nvPr/>
        </p:nvSpPr>
        <p:spPr>
          <a:xfrm>
            <a:off x="491839" y="1905000"/>
            <a:ext cx="11700162" cy="1150620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496919" y="2187371"/>
                <a:ext cx="11582400" cy="11172289"/>
              </a:xfrm>
              <a:prstGeom prst="rect">
                <a:avLst/>
              </a:prstGeom>
              <a:noFill/>
            </p:spPr>
            <p:txBody>
              <a:bodyPr wrap="square" rtlCol="0">
                <a:spAutoFit/>
              </a:bodyPr>
              <a:lstStyle/>
              <a:p>
                <a:pPr algn="just">
                  <a:spcBef>
                    <a:spcPts val="600"/>
                  </a:spcBef>
                </a:pPr>
                <a:r>
                  <a:rPr lang="en-US" sz="4800" dirty="0" err="1">
                    <a:latin typeface="Tahoma" panose="020B0604030504040204" pitchFamily="34" charset="0"/>
                    <a:ea typeface="Tahoma" panose="020B0604030504040204" pitchFamily="34" charset="0"/>
                    <a:cs typeface="Tahoma" panose="020B0604030504040204" pitchFamily="34" charset="0"/>
                  </a:rPr>
                  <a:t>Danh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sách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cầu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thủ</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Đội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tuyển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bóng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đá</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quốc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gia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tham</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dự</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một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trận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đấu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quốc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tế</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23</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cầu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thủ</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gồm</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3</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thủ</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môn</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7</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hậu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vệ</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8</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tiền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vệ</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5</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tiền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đạo</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Huấn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luyện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viên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rất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bí</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mật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không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cho</a:t>
                </a:r>
                <a:r>
                  <a:rPr lang="en-US" sz="4800" dirty="0">
                    <a:latin typeface="Tahoma" panose="020B0604030504040204" pitchFamily="34" charset="0"/>
                    <a:ea typeface="Tahoma" panose="020B0604030504040204" pitchFamily="34" charset="0"/>
                    <a:cs typeface="Tahoma" panose="020B0604030504040204" pitchFamily="34" charset="0"/>
                  </a:rPr>
                  <a:t> ai </a:t>
                </a:r>
                <a:r>
                  <a:rPr lang="en-US" sz="4800" dirty="0" err="1">
                    <a:latin typeface="Tahoma" panose="020B0604030504040204" pitchFamily="34" charset="0"/>
                    <a:ea typeface="Tahoma" panose="020B0604030504040204" pitchFamily="34" charset="0"/>
                    <a:cs typeface="Tahoma" panose="020B0604030504040204" pitchFamily="34" charset="0"/>
                  </a:rPr>
                  <a:t>biết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đội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hình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danh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sách</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11</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cầu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thủ</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sẽ</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ra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sân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Trong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cuộc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họp</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báo</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ông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chỉ</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tiết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lộ</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đội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hình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sẽ</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đá</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theo</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sơ</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đồ</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3−4−3</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nghĩa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3</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hậu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vệ</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4</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tiền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vệ</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3</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tiền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đạo</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1</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thủ</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môn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Đối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thủ</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đã</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danh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sách</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23</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cầu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thủ</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tên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và</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vị</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trí</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từng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cầu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thủ</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và</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rất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muốn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dự</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đoán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đội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hình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họ</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xét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hết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khả</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năng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thể</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xảy</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ra.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Hỏi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nếu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đối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thủ</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đã</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dự</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đoán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được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trước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vị</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trí</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thủ</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môn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thì</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họ</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phải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xét</a:t>
                </a:r>
                <a:r>
                  <a:rPr lang="en-US" sz="4800" dirty="0">
                    <a:latin typeface="Tahoma" panose="020B0604030504040204" pitchFamily="34" charset="0"/>
                    <a:ea typeface="Tahoma" panose="020B0604030504040204" pitchFamily="34" charset="0"/>
                    <a:cs typeface="Tahoma" panose="020B0604030504040204" pitchFamily="34" charset="0"/>
                  </a:rPr>
                  <a:t> bao </a:t>
                </a:r>
                <a:r>
                  <a:rPr lang="en-US" sz="4800" dirty="0" err="1">
                    <a:latin typeface="Tahoma" panose="020B0604030504040204" pitchFamily="34" charset="0"/>
                    <a:ea typeface="Tahoma" panose="020B0604030504040204" pitchFamily="34" charset="0"/>
                    <a:cs typeface="Tahoma" panose="020B0604030504040204" pitchFamily="34" charset="0"/>
                  </a:rPr>
                  <a:t>nhiêu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đội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hình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thể</a:t>
                </a:r>
                <a:r>
                  <a:rPr lang="en-US" sz="4800" dirty="0">
                    <a:latin typeface="Tahoma" panose="020B0604030504040204" pitchFamily="34" charset="0"/>
                    <a:ea typeface="Tahoma" panose="020B0604030504040204" pitchFamily="34" charset="0"/>
                    <a:cs typeface="Tahoma" panose="020B0604030504040204" pitchFamily="34" charset="0"/>
                  </a:rPr>
                  <a:t>?</a:t>
                </a:r>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TextBox 2">
                <a:extLst>
                  <a:ext uri="{FF2B5EF4-FFF2-40B4-BE49-F238E27FC236}">
                    <a16:creationId xmlns:a16="http://schemas.microsoft.com/office/drawing/2014/main" id="{E5C8CF20-A188-40A3-A095-8424A5327F85}"/>
                  </a:ext>
                </a:extLst>
              </p:cNvPr>
              <p:cNvSpPr txBox="1">
                <a:spLocks noRot="1" noChangeAspect="1" noMove="1" noResize="1" noEditPoints="1" noAdjustHandles="1" noChangeArrowheads="1" noChangeShapeType="1" noTextEdit="1"/>
              </p:cNvSpPr>
              <p:nvPr/>
            </p:nvSpPr>
            <p:spPr>
              <a:xfrm>
                <a:off x="496919" y="2187371"/>
                <a:ext cx="11582400" cy="11172289"/>
              </a:xfrm>
              <a:prstGeom prst="rect">
                <a:avLst/>
              </a:prstGeom>
              <a:blipFill>
                <a:blip r:embed="rId3"/>
                <a:stretch>
                  <a:fillRect l="-2421" t="-1255" r="-2368" b="-1909"/>
                </a:stretch>
              </a:blipFill>
            </p:spPr>
            <p:txBody>
              <a:bodyPr/>
              <a:lstStyle/>
              <a:p>
                <a:r>
                  <a:rPr lang="en-US">
                    <a:noFill/>
                  </a:rPr>
                  <a:t> </a:t>
                </a:r>
              </a:p>
            </p:txBody>
          </p:sp>
        </mc:Fallback>
      </mc:AlternateContent>
      <p:pic>
        <p:nvPicPr>
          <p:cNvPr id="28" name="Picture 27">
            <a:extLst>
              <a:ext uri="{FF2B5EF4-FFF2-40B4-BE49-F238E27FC236}">
                <a16:creationId xmlns:a16="http://schemas.microsoft.com/office/drawing/2014/main" id="{25BAC7D8-779F-44A1-92B5-B6C76EC3A691}"/>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2496800" y="3579354"/>
            <a:ext cx="11572077" cy="7218772"/>
          </a:xfrm>
          <a:prstGeom prst="rect">
            <a:avLst/>
          </a:prstGeom>
        </p:spPr>
      </p:pic>
      <p:sp>
        <p:nvSpPr>
          <p:cNvPr id="54" name="Rounded Rectangle 5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8" name="TextBox 5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239630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circle(in)">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tangle 9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B4A18748-8EE5-49A7-A5B7-9EB01B49D0A0}"/>
              </a:ext>
            </a:extLst>
          </p:cNvPr>
          <p:cNvGrpSpPr/>
          <p:nvPr/>
        </p:nvGrpSpPr>
        <p:grpSpPr>
          <a:xfrm>
            <a:off x="381000" y="2832537"/>
            <a:ext cx="23622000" cy="5549463"/>
            <a:chOff x="381000" y="2832537"/>
            <a:chExt cx="23622000" cy="5549463"/>
          </a:xfrm>
        </p:grpSpPr>
        <p:sp>
          <p:nvSpPr>
            <p:cNvPr id="72" name="Rounded Rectangle 19">
              <a:extLst>
                <a:ext uri="{FF2B5EF4-FFF2-40B4-BE49-F238E27FC236}">
                  <a16:creationId xmlns:a16="http://schemas.microsoft.com/office/drawing/2014/main" id="{E0DF60D7-D16D-4130-8240-C5B4ED3B3931}"/>
                </a:ext>
              </a:extLst>
            </p:cNvPr>
            <p:cNvSpPr/>
            <p:nvPr/>
          </p:nvSpPr>
          <p:spPr>
            <a:xfrm>
              <a:off x="381000" y="2832537"/>
              <a:ext cx="23622000" cy="554946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5" name="Group 44">
              <a:extLst>
                <a:ext uri="{FF2B5EF4-FFF2-40B4-BE49-F238E27FC236}">
                  <a16:creationId xmlns:a16="http://schemas.microsoft.com/office/drawing/2014/main" id="{4E6D5532-96B9-4E24-AFEE-80769DB2B44B}"/>
                </a:ext>
              </a:extLst>
            </p:cNvPr>
            <p:cNvGrpSpPr/>
            <p:nvPr/>
          </p:nvGrpSpPr>
          <p:grpSpPr>
            <a:xfrm>
              <a:off x="440180" y="3117122"/>
              <a:ext cx="1617502" cy="476161"/>
              <a:chOff x="0" y="92326"/>
              <a:chExt cx="575416" cy="197663"/>
            </a:xfrm>
          </p:grpSpPr>
          <p:grpSp>
            <p:nvGrpSpPr>
              <p:cNvPr id="46" name="Group 45">
                <a:extLst>
                  <a:ext uri="{FF2B5EF4-FFF2-40B4-BE49-F238E27FC236}">
                    <a16:creationId xmlns:a16="http://schemas.microsoft.com/office/drawing/2014/main" id="{2D5041F0-3D20-4C63-837F-2E7C92B14989}"/>
                  </a:ext>
                </a:extLst>
              </p:cNvPr>
              <p:cNvGrpSpPr/>
              <p:nvPr/>
            </p:nvGrpSpPr>
            <p:grpSpPr>
              <a:xfrm>
                <a:off x="0" y="92326"/>
                <a:ext cx="575416" cy="197663"/>
                <a:chOff x="0" y="92326"/>
                <a:chExt cx="644449" cy="302837"/>
              </a:xfrm>
            </p:grpSpPr>
            <p:sp>
              <p:nvSpPr>
                <p:cNvPr id="49" name="Arrow: Pentagon 48">
                  <a:extLst>
                    <a:ext uri="{FF2B5EF4-FFF2-40B4-BE49-F238E27FC236}">
                      <a16:creationId xmlns:a16="http://schemas.microsoft.com/office/drawing/2014/main" id="{2F00DEC8-5534-408B-8297-6F5E064EB7A3}"/>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50" name="Arrow: Chevron 49">
                  <a:extLst>
                    <a:ext uri="{FF2B5EF4-FFF2-40B4-BE49-F238E27FC236}">
                      <a16:creationId xmlns:a16="http://schemas.microsoft.com/office/drawing/2014/main" id="{B2BB3821-36E1-4185-B02D-6219F83C257B}"/>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59" name="Arrow: Chevron 58">
                  <a:extLst>
                    <a:ext uri="{FF2B5EF4-FFF2-40B4-BE49-F238E27FC236}">
                      <a16:creationId xmlns:a16="http://schemas.microsoft.com/office/drawing/2014/main" id="{7A1BC79F-E2C8-4C7C-84BA-DEB51F95102C}"/>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47" name="Flowchart: Terminator 46">
                <a:extLst>
                  <a:ext uri="{FF2B5EF4-FFF2-40B4-BE49-F238E27FC236}">
                    <a16:creationId xmlns:a16="http://schemas.microsoft.com/office/drawing/2014/main" id="{231EFF96-6FDB-45EC-AA38-13F6AC1C047C}"/>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48" name="Oval 47">
                <a:extLst>
                  <a:ext uri="{FF2B5EF4-FFF2-40B4-BE49-F238E27FC236}">
                    <a16:creationId xmlns:a16="http://schemas.microsoft.com/office/drawing/2014/main" id="{936EA72D-2CC4-4FC5-A11E-C93F82164CDE}"/>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HOÁN VỊ</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44" name="TextBox 321">
            <a:extLst>
              <a:ext uri="{FF2B5EF4-FFF2-40B4-BE49-F238E27FC236}">
                <a16:creationId xmlns:a16="http://schemas.microsoft.com/office/drawing/2014/main" id="{1A04E56E-94E6-4E9A-83AE-5A713E7E6A56}"/>
              </a:ext>
            </a:extLst>
          </p:cNvPr>
          <p:cNvSpPr txBox="1"/>
          <p:nvPr/>
        </p:nvSpPr>
        <p:spPr>
          <a:xfrm>
            <a:off x="2220613" y="2784308"/>
            <a:ext cx="21706187" cy="7655092"/>
          </a:xfrm>
          <a:prstGeom prst="rect">
            <a:avLst/>
          </a:prstGeom>
          <a:noFill/>
        </p:spPr>
        <p:txBody>
          <a:bodyPr wrap="square" rtlCol="0">
            <a:noAutofit/>
          </a:bodyPr>
          <a:lstStyle/>
          <a:p>
            <a:pPr marL="0" marR="0" algn="just">
              <a:lnSpc>
                <a:spcPct val="107000"/>
              </a:lnSpc>
              <a:spcBef>
                <a:spcPts val="0"/>
              </a:spcBef>
              <a:spcAft>
                <a:spcPts val="800"/>
              </a:spcAft>
            </a:pPr>
            <a:r>
              <a:rPr lang="en-US" sz="4600" b="1" kern="1200" dirty="0">
                <a:solidFill>
                  <a:srgbClr val="FF0000"/>
                </a:solidFill>
                <a:effectLst/>
                <a:latin typeface="Tahoma" panose="020B0604030504040204" pitchFamily="34" charset="0"/>
                <a:ea typeface="Tahoma" panose="020B0604030504040204" pitchFamily="34" charset="0"/>
                <a:cs typeface="Tahoma" panose="020B0604030504040204" pitchFamily="34" charset="0"/>
              </a:rPr>
              <a:t>HĐ1: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Một</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nhóm</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gồm</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bốn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bạn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Hà</a:t>
            </a:r>
            <a:r>
              <a:rPr lang="en-US" sz="4600" kern="1200" dirty="0">
                <a:effectLst/>
                <a:latin typeface="Tahoma" panose="020B0604030504040204" pitchFamily="34" charset="0"/>
                <a:ea typeface="Tahoma" panose="020B0604030504040204" pitchFamily="34" charset="0"/>
                <a:cs typeface="Tahoma" panose="020B0604030504040204" pitchFamily="34" charset="0"/>
              </a:rPr>
              <a:t>, Mai, Nam,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Đạt</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xếp</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thành</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một</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hàng</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từ</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trái</a:t>
            </a:r>
            <a:r>
              <a:rPr lang="en-US" sz="4600" kern="1200" dirty="0">
                <a:effectLst/>
                <a:latin typeface="Tahoma" panose="020B0604030504040204" pitchFamily="34" charset="0"/>
                <a:ea typeface="Tahoma" panose="020B0604030504040204" pitchFamily="34" charset="0"/>
                <a:cs typeface="Tahoma" panose="020B0604030504040204" pitchFamily="34" charset="0"/>
              </a:rPr>
              <a:t> sang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phải</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để</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tham</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gia</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một</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cuộc</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phỏng</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vấn</a:t>
            </a:r>
            <a:r>
              <a:rPr lang="en-US" sz="4600" kern="1200" dirty="0">
                <a:effectLst/>
                <a:latin typeface="Tahoma" panose="020B0604030504040204" pitchFamily="34" charset="0"/>
                <a:ea typeface="Tahoma" panose="020B0604030504040204" pitchFamily="34" charset="0"/>
                <a:cs typeface="Tahoma" panose="020B0604030504040204" pitchFamily="34" charset="0"/>
              </a:rPr>
              <a:t>.</a:t>
            </a:r>
          </a:p>
          <a:p>
            <a:pPr marL="0" marR="0">
              <a:lnSpc>
                <a:spcPct val="107000"/>
              </a:lnSpc>
              <a:spcBef>
                <a:spcPts val="0"/>
              </a:spcBef>
              <a:spcAft>
                <a:spcPts val="800"/>
              </a:spcAft>
            </a:pPr>
            <a:endParaRPr lang="en-US" sz="4600" dirty="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dirty="0">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dirty="0">
              <a:effectLst/>
              <a:latin typeface="Tahoma" panose="020B0604030504040204" pitchFamily="34" charset="0"/>
              <a:ea typeface="Tahoma" panose="020B0604030504040204" pitchFamily="34" charset="0"/>
              <a:cs typeface="Tahoma" panose="020B0604030504040204" pitchFamily="34" charset="0"/>
            </a:endParaRPr>
          </a:p>
          <a:p>
            <a:pPr marL="0" marR="0" algn="just">
              <a:lnSpc>
                <a:spcPct val="107000"/>
              </a:lnSpc>
              <a:spcBef>
                <a:spcPts val="0"/>
              </a:spcBef>
              <a:spcAft>
                <a:spcPts val="0"/>
              </a:spcAft>
            </a:pPr>
            <a:r>
              <a:rPr lang="en-US" sz="4600" kern="1200" dirty="0">
                <a:effectLst/>
                <a:latin typeface="Tahoma" panose="020B0604030504040204" pitchFamily="34" charset="0"/>
                <a:ea typeface="Tahoma" panose="020B0604030504040204" pitchFamily="34" charset="0"/>
                <a:cs typeface="Tahoma" panose="020B0604030504040204" pitchFamily="34" charset="0"/>
              </a:rPr>
              <a:t>a)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Hãy</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liệt</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kê</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ba</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cách</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sắp</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xếp</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bốn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bạn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trên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theo</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thứ</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tự</a:t>
            </a:r>
            <a:r>
              <a:rPr lang="en-US" sz="4600" kern="1200" dirty="0">
                <a:effectLst/>
                <a:latin typeface="Tahoma" panose="020B0604030504040204" pitchFamily="34" charset="0"/>
                <a:ea typeface="Tahoma" panose="020B0604030504040204" pitchFamily="34" charset="0"/>
                <a:cs typeface="Tahoma" panose="020B0604030504040204" pitchFamily="34" charset="0"/>
              </a:rPr>
              <a:t>.</a:t>
            </a:r>
            <a:endParaRPr lang="en-US" sz="4600" dirty="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0"/>
              </a:spcAft>
            </a:pPr>
            <a:r>
              <a:rPr lang="en-US" sz="4600" kern="1200" dirty="0">
                <a:effectLst/>
                <a:latin typeface="Tahoma" panose="020B0604030504040204" pitchFamily="34" charset="0"/>
                <a:ea typeface="Tahoma" panose="020B0604030504040204" pitchFamily="34" charset="0"/>
                <a:cs typeface="Tahoma" panose="020B0604030504040204" pitchFamily="34" charset="0"/>
              </a:rPr>
              <a:t>b)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Có</a:t>
            </a:r>
            <a:r>
              <a:rPr lang="en-US" sz="4600" kern="1200" dirty="0">
                <a:effectLst/>
                <a:latin typeface="Tahoma" panose="020B0604030504040204" pitchFamily="34" charset="0"/>
                <a:ea typeface="Tahoma" panose="020B0604030504040204" pitchFamily="34" charset="0"/>
                <a:cs typeface="Tahoma" panose="020B0604030504040204" pitchFamily="34" charset="0"/>
              </a:rPr>
              <a:t> bao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nhiêu</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cách</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sắp</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xếp</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thứ</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tự</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bốn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bạn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trên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để</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tham</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gia</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phỏng</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vấn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endParaRPr lang="en-US" sz="4600" dirty="0">
              <a:effectLst/>
              <a:latin typeface="Tahoma" panose="020B0604030504040204" pitchFamily="34" charset="0"/>
              <a:ea typeface="Tahoma" panose="020B0604030504040204" pitchFamily="34" charset="0"/>
              <a:cs typeface="Tahoma" panose="020B0604030504040204" pitchFamily="34" charset="0"/>
            </a:endParaRPr>
          </a:p>
        </p:txBody>
      </p:sp>
      <p:pic>
        <p:nvPicPr>
          <p:cNvPr id="71" name="Picture 70">
            <a:extLst>
              <a:ext uri="{FF2B5EF4-FFF2-40B4-BE49-F238E27FC236}">
                <a16:creationId xmlns:a16="http://schemas.microsoft.com/office/drawing/2014/main" id="{C548FFD8-02B2-4C40-A4F0-FF65A4B22B80}"/>
              </a:ext>
            </a:extLst>
          </p:cNvPr>
          <p:cNvPicPr>
            <a:picLocks noChangeAspect="1"/>
          </p:cNvPicPr>
          <p:nvPr/>
        </p:nvPicPr>
        <p:blipFill>
          <a:blip r:embed="rId3"/>
          <a:stretch>
            <a:fillRect/>
          </a:stretch>
        </p:blipFill>
        <p:spPr>
          <a:xfrm>
            <a:off x="8294529" y="4417143"/>
            <a:ext cx="7794942" cy="2447504"/>
          </a:xfrm>
          <a:prstGeom prst="rect">
            <a:avLst/>
          </a:prstGeom>
        </p:spPr>
      </p:pic>
      <p:grpSp>
        <p:nvGrpSpPr>
          <p:cNvPr id="73" name="Group 72">
            <a:extLst>
              <a:ext uri="{FF2B5EF4-FFF2-40B4-BE49-F238E27FC236}">
                <a16:creationId xmlns:a16="http://schemas.microsoft.com/office/drawing/2014/main" id="{4AF817D0-6A59-494C-85BC-EC23C8516691}"/>
              </a:ext>
            </a:extLst>
          </p:cNvPr>
          <p:cNvGrpSpPr/>
          <p:nvPr/>
        </p:nvGrpSpPr>
        <p:grpSpPr>
          <a:xfrm>
            <a:off x="381000" y="8458200"/>
            <a:ext cx="23696506" cy="5029200"/>
            <a:chOff x="1222851" y="5331410"/>
            <a:chExt cx="23580257" cy="5095247"/>
          </a:xfrm>
        </p:grpSpPr>
        <p:sp>
          <p:nvSpPr>
            <p:cNvPr id="74" name="Rounded Rectangle 34">
              <a:extLst>
                <a:ext uri="{FF2B5EF4-FFF2-40B4-BE49-F238E27FC236}">
                  <a16:creationId xmlns:a16="http://schemas.microsoft.com/office/drawing/2014/main" id="{A6C470C3-8BC0-41D7-85C3-6BF08CB76404}"/>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vi-VN" sz="4600" dirty="0">
                  <a:solidFill>
                    <a:schemeClr val="tx1"/>
                  </a:solidFill>
                  <a:latin typeface="Tahoma" panose="020B0604030504040204" pitchFamily="34" charset="0"/>
                  <a:ea typeface="Tahoma" panose="020B0604030504040204" pitchFamily="34" charset="0"/>
                  <a:cs typeface="Tahoma" panose="020B0604030504040204" pitchFamily="34" charset="0"/>
                </a:rPr>
                <a:t>a) </a:t>
              </a: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75" name="Group 60">
              <a:extLst>
                <a:ext uri="{FF2B5EF4-FFF2-40B4-BE49-F238E27FC236}">
                  <a16:creationId xmlns:a16="http://schemas.microsoft.com/office/drawing/2014/main" id="{AFA9C2F5-0037-4884-8375-1EF3BD2B80A8}"/>
                </a:ext>
              </a:extLst>
            </p:cNvPr>
            <p:cNvGrpSpPr/>
            <p:nvPr/>
          </p:nvGrpSpPr>
          <p:grpSpPr>
            <a:xfrm>
              <a:off x="1222851" y="5331410"/>
              <a:ext cx="3305109" cy="857501"/>
              <a:chOff x="1224542" y="6305967"/>
              <a:chExt cx="3305491" cy="861872"/>
            </a:xfrm>
          </p:grpSpPr>
          <p:sp>
            <p:nvSpPr>
              <p:cNvPr id="76" name="Freeform 20">
                <a:extLst>
                  <a:ext uri="{FF2B5EF4-FFF2-40B4-BE49-F238E27FC236}">
                    <a16:creationId xmlns:a16="http://schemas.microsoft.com/office/drawing/2014/main" id="{6CB21E94-AE6B-442B-BFF9-72B0DC40A5FB}"/>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77" name="TextBox 76">
                <a:extLst>
                  <a:ext uri="{FF2B5EF4-FFF2-40B4-BE49-F238E27FC236}">
                    <a16:creationId xmlns:a16="http://schemas.microsoft.com/office/drawing/2014/main" id="{C6E47BA5-0074-4AD1-9999-5245AD15FAA9}"/>
                  </a:ext>
                </a:extLst>
              </p:cNvPr>
              <p:cNvSpPr txBox="1"/>
              <p:nvPr/>
            </p:nvSpPr>
            <p:spPr>
              <a:xfrm>
                <a:off x="2091562" y="6305967"/>
                <a:ext cx="2185937" cy="861872"/>
              </a:xfrm>
              <a:prstGeom prst="rect">
                <a:avLst/>
              </a:prstGeom>
              <a:noFill/>
            </p:spPr>
            <p:txBody>
              <a:bodyPr wrap="none" rtlCol="0">
                <a:spAutoFit/>
              </a:bodyPr>
              <a:lstStyle/>
              <a:p>
                <a:r>
                  <a:rPr lang="vi-VN" sz="4400" b="1">
                    <a:solidFill>
                      <a:srgbClr val="FF0000"/>
                    </a:solidFill>
                    <a:latin typeface="Tahoma" pitchFamily="34" charset="0"/>
                    <a:ea typeface="Tahoma" pitchFamily="34" charset="0"/>
                    <a:cs typeface="Tahoma" pitchFamily="34" charset="0"/>
                  </a:rPr>
                  <a:t>Trả lời:</a:t>
                </a:r>
                <a:endParaRPr lang="en-US" sz="4400" b="1" dirty="0">
                  <a:solidFill>
                    <a:srgbClr val="FF0000"/>
                  </a:solidFill>
                  <a:latin typeface="Tahoma" pitchFamily="34" charset="0"/>
                  <a:ea typeface="Tahoma" pitchFamily="34" charset="0"/>
                  <a:cs typeface="Tahoma" pitchFamily="34" charset="0"/>
                </a:endParaRPr>
              </a:p>
            </p:txBody>
          </p:sp>
          <p:sp>
            <p:nvSpPr>
              <p:cNvPr id="78" name="Round Diagonal Corner Rectangle 41">
                <a:extLst>
                  <a:ext uri="{FF2B5EF4-FFF2-40B4-BE49-F238E27FC236}">
                    <a16:creationId xmlns:a16="http://schemas.microsoft.com/office/drawing/2014/main" id="{DC4B01DD-F943-41F7-B7AB-80194AB4C99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15">
                <a:extLst>
                  <a:ext uri="{FF2B5EF4-FFF2-40B4-BE49-F238E27FC236}">
                    <a16:creationId xmlns:a16="http://schemas.microsoft.com/office/drawing/2014/main" id="{7537B811-3E9D-4FCF-B714-AD3F3B3A52E9}"/>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pic>
        <p:nvPicPr>
          <p:cNvPr id="80" name="Picture 79">
            <a:extLst>
              <a:ext uri="{FF2B5EF4-FFF2-40B4-BE49-F238E27FC236}">
                <a16:creationId xmlns:a16="http://schemas.microsoft.com/office/drawing/2014/main" id="{6AF3CB89-F54D-4ECD-8D00-8D7CAC8F2503}"/>
              </a:ext>
            </a:extLst>
          </p:cNvPr>
          <p:cNvPicPr>
            <a:picLocks noChangeAspect="1"/>
          </p:cNvPicPr>
          <p:nvPr/>
        </p:nvPicPr>
        <p:blipFill>
          <a:blip r:embed="rId3"/>
          <a:stretch>
            <a:fillRect/>
          </a:stretch>
        </p:blipFill>
        <p:spPr>
          <a:xfrm>
            <a:off x="1379190" y="10121606"/>
            <a:ext cx="7190703" cy="2257886"/>
          </a:xfrm>
          <a:prstGeom prst="rect">
            <a:avLst/>
          </a:prstGeom>
        </p:spPr>
      </p:pic>
      <p:grpSp>
        <p:nvGrpSpPr>
          <p:cNvPr id="11" name="Group 10">
            <a:extLst>
              <a:ext uri="{FF2B5EF4-FFF2-40B4-BE49-F238E27FC236}">
                <a16:creationId xmlns:a16="http://schemas.microsoft.com/office/drawing/2014/main" id="{399B70CF-F551-4472-A844-7526DEA3DEC4}"/>
              </a:ext>
            </a:extLst>
          </p:cNvPr>
          <p:cNvGrpSpPr/>
          <p:nvPr/>
        </p:nvGrpSpPr>
        <p:grpSpPr>
          <a:xfrm>
            <a:off x="10139738" y="10121606"/>
            <a:ext cx="5942687" cy="2259250"/>
            <a:chOff x="9411316" y="10120924"/>
            <a:chExt cx="5942687" cy="2259250"/>
          </a:xfrm>
        </p:grpSpPr>
        <p:pic>
          <p:nvPicPr>
            <p:cNvPr id="85" name="Picture 84">
              <a:extLst>
                <a:ext uri="{FF2B5EF4-FFF2-40B4-BE49-F238E27FC236}">
                  <a16:creationId xmlns:a16="http://schemas.microsoft.com/office/drawing/2014/main" id="{173D7E3E-56DF-46D3-8BB7-578F519A23F9}"/>
                </a:ext>
              </a:extLst>
            </p:cNvPr>
            <p:cNvPicPr>
              <a:picLocks noChangeAspect="1"/>
            </p:cNvPicPr>
            <p:nvPr/>
          </p:nvPicPr>
          <p:blipFill>
            <a:blip r:embed="rId4"/>
            <a:stretch>
              <a:fillRect/>
            </a:stretch>
          </p:blipFill>
          <p:spPr>
            <a:xfrm>
              <a:off x="9411316" y="10121606"/>
              <a:ext cx="1450798" cy="2258568"/>
            </a:xfrm>
            <a:prstGeom prst="rect">
              <a:avLst/>
            </a:prstGeom>
          </p:spPr>
        </p:pic>
        <p:pic>
          <p:nvPicPr>
            <p:cNvPr id="86" name="Picture 85">
              <a:extLst>
                <a:ext uri="{FF2B5EF4-FFF2-40B4-BE49-F238E27FC236}">
                  <a16:creationId xmlns:a16="http://schemas.microsoft.com/office/drawing/2014/main" id="{2B8FB458-A8AE-4FD6-80BD-21E8B007BAF1}"/>
                </a:ext>
              </a:extLst>
            </p:cNvPr>
            <p:cNvPicPr>
              <a:picLocks noChangeAspect="1"/>
            </p:cNvPicPr>
            <p:nvPr/>
          </p:nvPicPr>
          <p:blipFill>
            <a:blip r:embed="rId5"/>
            <a:stretch>
              <a:fillRect/>
            </a:stretch>
          </p:blipFill>
          <p:spPr>
            <a:xfrm>
              <a:off x="10831032" y="10121606"/>
              <a:ext cx="1493312" cy="2258568"/>
            </a:xfrm>
            <a:prstGeom prst="rect">
              <a:avLst/>
            </a:prstGeom>
          </p:spPr>
        </p:pic>
        <p:pic>
          <p:nvPicPr>
            <p:cNvPr id="87" name="Picture 86">
              <a:extLst>
                <a:ext uri="{FF2B5EF4-FFF2-40B4-BE49-F238E27FC236}">
                  <a16:creationId xmlns:a16="http://schemas.microsoft.com/office/drawing/2014/main" id="{F98307F4-7E7F-4317-A32B-0F63962CCB6C}"/>
                </a:ext>
              </a:extLst>
            </p:cNvPr>
            <p:cNvPicPr>
              <a:picLocks noChangeAspect="1"/>
            </p:cNvPicPr>
            <p:nvPr/>
          </p:nvPicPr>
          <p:blipFill>
            <a:blip r:embed="rId6"/>
            <a:stretch>
              <a:fillRect/>
            </a:stretch>
          </p:blipFill>
          <p:spPr>
            <a:xfrm>
              <a:off x="12322470" y="10120924"/>
              <a:ext cx="1458769" cy="2258568"/>
            </a:xfrm>
            <a:prstGeom prst="rect">
              <a:avLst/>
            </a:prstGeom>
          </p:spPr>
        </p:pic>
        <p:pic>
          <p:nvPicPr>
            <p:cNvPr id="88" name="Picture 87">
              <a:extLst>
                <a:ext uri="{FF2B5EF4-FFF2-40B4-BE49-F238E27FC236}">
                  <a16:creationId xmlns:a16="http://schemas.microsoft.com/office/drawing/2014/main" id="{C6918851-0D44-45C7-AD20-F645218A77A5}"/>
                </a:ext>
              </a:extLst>
            </p:cNvPr>
            <p:cNvPicPr>
              <a:picLocks noChangeAspect="1"/>
            </p:cNvPicPr>
            <p:nvPr/>
          </p:nvPicPr>
          <p:blipFill>
            <a:blip r:embed="rId7"/>
            <a:stretch>
              <a:fillRect/>
            </a:stretch>
          </p:blipFill>
          <p:spPr>
            <a:xfrm>
              <a:off x="13778320" y="10120924"/>
              <a:ext cx="1575683" cy="2258568"/>
            </a:xfrm>
            <a:prstGeom prst="rect">
              <a:avLst/>
            </a:prstGeom>
          </p:spPr>
        </p:pic>
      </p:grpSp>
      <p:grpSp>
        <p:nvGrpSpPr>
          <p:cNvPr id="12" name="Group 11">
            <a:extLst>
              <a:ext uri="{FF2B5EF4-FFF2-40B4-BE49-F238E27FC236}">
                <a16:creationId xmlns:a16="http://schemas.microsoft.com/office/drawing/2014/main" id="{DADB634B-EC5D-43EB-8F91-C2431BB4945C}"/>
              </a:ext>
            </a:extLst>
          </p:cNvPr>
          <p:cNvGrpSpPr/>
          <p:nvPr/>
        </p:nvGrpSpPr>
        <p:grpSpPr>
          <a:xfrm>
            <a:off x="17533816" y="10081788"/>
            <a:ext cx="5919621" cy="2265406"/>
            <a:chOff x="16195426" y="10120924"/>
            <a:chExt cx="5919621" cy="2265406"/>
          </a:xfrm>
        </p:grpSpPr>
        <p:pic>
          <p:nvPicPr>
            <p:cNvPr id="89" name="Picture 88">
              <a:extLst>
                <a:ext uri="{FF2B5EF4-FFF2-40B4-BE49-F238E27FC236}">
                  <a16:creationId xmlns:a16="http://schemas.microsoft.com/office/drawing/2014/main" id="{E7C6E6EA-6CA9-4F50-93DB-0D1B1BF1C906}"/>
                </a:ext>
              </a:extLst>
            </p:cNvPr>
            <p:cNvPicPr>
              <a:picLocks noChangeAspect="1"/>
            </p:cNvPicPr>
            <p:nvPr/>
          </p:nvPicPr>
          <p:blipFill>
            <a:blip r:embed="rId4"/>
            <a:stretch>
              <a:fillRect/>
            </a:stretch>
          </p:blipFill>
          <p:spPr>
            <a:xfrm>
              <a:off x="16195426" y="10120924"/>
              <a:ext cx="1450798" cy="2258568"/>
            </a:xfrm>
            <a:prstGeom prst="rect">
              <a:avLst/>
            </a:prstGeom>
          </p:spPr>
        </p:pic>
        <p:pic>
          <p:nvPicPr>
            <p:cNvPr id="90" name="Picture 89">
              <a:extLst>
                <a:ext uri="{FF2B5EF4-FFF2-40B4-BE49-F238E27FC236}">
                  <a16:creationId xmlns:a16="http://schemas.microsoft.com/office/drawing/2014/main" id="{A02730A0-61D3-4BD2-AE0E-A3E00884249F}"/>
                </a:ext>
              </a:extLst>
            </p:cNvPr>
            <p:cNvPicPr>
              <a:picLocks noChangeAspect="1"/>
            </p:cNvPicPr>
            <p:nvPr/>
          </p:nvPicPr>
          <p:blipFill>
            <a:blip r:embed="rId7"/>
            <a:stretch>
              <a:fillRect/>
            </a:stretch>
          </p:blipFill>
          <p:spPr>
            <a:xfrm>
              <a:off x="17643305" y="10127762"/>
              <a:ext cx="1575684" cy="2258568"/>
            </a:xfrm>
            <a:prstGeom prst="rect">
              <a:avLst/>
            </a:prstGeom>
          </p:spPr>
        </p:pic>
        <p:pic>
          <p:nvPicPr>
            <p:cNvPr id="91" name="Picture 90">
              <a:extLst>
                <a:ext uri="{FF2B5EF4-FFF2-40B4-BE49-F238E27FC236}">
                  <a16:creationId xmlns:a16="http://schemas.microsoft.com/office/drawing/2014/main" id="{C23A3192-9DF7-48BE-A1E7-0DF0B71B84DA}"/>
                </a:ext>
              </a:extLst>
            </p:cNvPr>
            <p:cNvPicPr>
              <a:picLocks noChangeAspect="1"/>
            </p:cNvPicPr>
            <p:nvPr/>
          </p:nvPicPr>
          <p:blipFill>
            <a:blip r:embed="rId5"/>
            <a:stretch>
              <a:fillRect/>
            </a:stretch>
          </p:blipFill>
          <p:spPr>
            <a:xfrm>
              <a:off x="19216069" y="10120924"/>
              <a:ext cx="1493312" cy="2258568"/>
            </a:xfrm>
            <a:prstGeom prst="rect">
              <a:avLst/>
            </a:prstGeom>
          </p:spPr>
        </p:pic>
        <p:pic>
          <p:nvPicPr>
            <p:cNvPr id="92" name="Picture 91">
              <a:extLst>
                <a:ext uri="{FF2B5EF4-FFF2-40B4-BE49-F238E27FC236}">
                  <a16:creationId xmlns:a16="http://schemas.microsoft.com/office/drawing/2014/main" id="{D5B6D5E3-FBDF-47AB-A279-9B653A9D6E5C}"/>
                </a:ext>
              </a:extLst>
            </p:cNvPr>
            <p:cNvPicPr>
              <a:picLocks noChangeAspect="1"/>
            </p:cNvPicPr>
            <p:nvPr/>
          </p:nvPicPr>
          <p:blipFill>
            <a:blip r:embed="rId6"/>
            <a:stretch>
              <a:fillRect/>
            </a:stretch>
          </p:blipFill>
          <p:spPr>
            <a:xfrm>
              <a:off x="20656278" y="10120924"/>
              <a:ext cx="1458769" cy="2258568"/>
            </a:xfrm>
            <a:prstGeom prst="rect">
              <a:avLst/>
            </a:prstGeom>
          </p:spPr>
        </p:pic>
      </p:grpSp>
      <p:sp>
        <p:nvSpPr>
          <p:cNvPr id="94" name="Rounded Rectangle 9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98" name="TextBox 9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8659522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
                                            <p:txEl>
                                              <p:pRg st="0" end="0"/>
                                            </p:txEl>
                                          </p:spTgt>
                                        </p:tgtEl>
                                        <p:attrNameLst>
                                          <p:attrName>style.visibility</p:attrName>
                                        </p:attrNameLst>
                                      </p:cBhvr>
                                      <p:to>
                                        <p:strVal val="visible"/>
                                      </p:to>
                                    </p:set>
                                    <p:animEffect transition="in" filter="wipe(left)">
                                      <p:cBhvr>
                                        <p:cTn id="12" dur="500"/>
                                        <p:tgtEl>
                                          <p:spTgt spid="4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wipe(down)">
                                      <p:cBhvr>
                                        <p:cTn id="17" dur="500"/>
                                        <p:tgtEl>
                                          <p:spTgt spid="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4">
                                            <p:txEl>
                                              <p:pRg st="4" end="4"/>
                                            </p:txEl>
                                          </p:spTgt>
                                        </p:tgtEl>
                                        <p:attrNameLst>
                                          <p:attrName>style.visibility</p:attrName>
                                        </p:attrNameLst>
                                      </p:cBhvr>
                                      <p:to>
                                        <p:strVal val="visible"/>
                                      </p:to>
                                    </p:set>
                                    <p:animEffect transition="in" filter="wipe(left)">
                                      <p:cBhvr>
                                        <p:cTn id="22" dur="500"/>
                                        <p:tgtEl>
                                          <p:spTgt spid="4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4">
                                            <p:txEl>
                                              <p:pRg st="5" end="5"/>
                                            </p:txEl>
                                          </p:spTgt>
                                        </p:tgtEl>
                                        <p:attrNameLst>
                                          <p:attrName>style.visibility</p:attrName>
                                        </p:attrNameLst>
                                      </p:cBhvr>
                                      <p:to>
                                        <p:strVal val="visible"/>
                                      </p:to>
                                    </p:set>
                                    <p:animEffect transition="in" filter="wipe(left)">
                                      <p:cBhvr>
                                        <p:cTn id="27" dur="500"/>
                                        <p:tgtEl>
                                          <p:spTgt spid="4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3"/>
                                        </p:tgtEl>
                                        <p:attrNameLst>
                                          <p:attrName>style.visibility</p:attrName>
                                        </p:attrNameLst>
                                      </p:cBhvr>
                                      <p:to>
                                        <p:strVal val="visible"/>
                                      </p:to>
                                    </p:set>
                                    <p:animEffect transition="in" filter="wipe(left)">
                                      <p:cBhvr>
                                        <p:cTn id="32" dur="500"/>
                                        <p:tgtEl>
                                          <p:spTgt spid="7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80"/>
                                        </p:tgtEl>
                                        <p:attrNameLst>
                                          <p:attrName>style.visibility</p:attrName>
                                        </p:attrNameLst>
                                      </p:cBhvr>
                                      <p:to>
                                        <p:strVal val="visible"/>
                                      </p:to>
                                    </p:set>
                                    <p:animEffect transition="in" filter="wipe(down)">
                                      <p:cBhvr>
                                        <p:cTn id="37" dur="500"/>
                                        <p:tgtEl>
                                          <p:spTgt spid="8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7" name="Group 26">
            <a:extLst>
              <a:ext uri="{FF2B5EF4-FFF2-40B4-BE49-F238E27FC236}">
                <a16:creationId xmlns:a16="http://schemas.microsoft.com/office/drawing/2014/main" id="{EB4182A7-1FDA-4E02-8F4E-C7FB717E2595}"/>
              </a:ext>
            </a:extLst>
          </p:cNvPr>
          <p:cNvGrpSpPr/>
          <p:nvPr/>
        </p:nvGrpSpPr>
        <p:grpSpPr>
          <a:xfrm>
            <a:off x="381000" y="2832537"/>
            <a:ext cx="23622000" cy="5549463"/>
            <a:chOff x="381000" y="2832537"/>
            <a:chExt cx="23622000" cy="5549463"/>
          </a:xfrm>
        </p:grpSpPr>
        <p:sp>
          <p:nvSpPr>
            <p:cNvPr id="28" name="Rounded Rectangle 19">
              <a:extLst>
                <a:ext uri="{FF2B5EF4-FFF2-40B4-BE49-F238E27FC236}">
                  <a16:creationId xmlns:a16="http://schemas.microsoft.com/office/drawing/2014/main" id="{C59D410B-35E1-4A26-8323-70876DA10677}"/>
                </a:ext>
              </a:extLst>
            </p:cNvPr>
            <p:cNvSpPr/>
            <p:nvPr/>
          </p:nvSpPr>
          <p:spPr>
            <a:xfrm>
              <a:off x="381000" y="2832537"/>
              <a:ext cx="23622000" cy="554946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9" name="Group 28">
              <a:extLst>
                <a:ext uri="{FF2B5EF4-FFF2-40B4-BE49-F238E27FC236}">
                  <a16:creationId xmlns:a16="http://schemas.microsoft.com/office/drawing/2014/main" id="{249606CF-80BE-441C-872D-705DB9B83BF7}"/>
                </a:ext>
              </a:extLst>
            </p:cNvPr>
            <p:cNvGrpSpPr/>
            <p:nvPr/>
          </p:nvGrpSpPr>
          <p:grpSpPr>
            <a:xfrm>
              <a:off x="440180" y="3117122"/>
              <a:ext cx="1617502" cy="476161"/>
              <a:chOff x="0" y="92326"/>
              <a:chExt cx="575416" cy="197663"/>
            </a:xfrm>
          </p:grpSpPr>
          <p:grpSp>
            <p:nvGrpSpPr>
              <p:cNvPr id="30" name="Group 29">
                <a:extLst>
                  <a:ext uri="{FF2B5EF4-FFF2-40B4-BE49-F238E27FC236}">
                    <a16:creationId xmlns:a16="http://schemas.microsoft.com/office/drawing/2014/main" id="{4FD05A81-8750-45E4-9721-09E961239585}"/>
                  </a:ext>
                </a:extLst>
              </p:cNvPr>
              <p:cNvGrpSpPr/>
              <p:nvPr/>
            </p:nvGrpSpPr>
            <p:grpSpPr>
              <a:xfrm>
                <a:off x="0" y="92326"/>
                <a:ext cx="575416" cy="197663"/>
                <a:chOff x="0" y="92326"/>
                <a:chExt cx="644449" cy="302837"/>
              </a:xfrm>
            </p:grpSpPr>
            <p:sp>
              <p:nvSpPr>
                <p:cNvPr id="33" name="Arrow: Pentagon 32">
                  <a:extLst>
                    <a:ext uri="{FF2B5EF4-FFF2-40B4-BE49-F238E27FC236}">
                      <a16:creationId xmlns:a16="http://schemas.microsoft.com/office/drawing/2014/main" id="{71D3D19F-35E7-4708-9DF9-142726E9C86E}"/>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4" name="Arrow: Chevron 33">
                  <a:extLst>
                    <a:ext uri="{FF2B5EF4-FFF2-40B4-BE49-F238E27FC236}">
                      <a16:creationId xmlns:a16="http://schemas.microsoft.com/office/drawing/2014/main" id="{A06DFB6C-44D4-42B5-9688-F05B32AD1C19}"/>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5" name="Arrow: Chevron 34">
                  <a:extLst>
                    <a:ext uri="{FF2B5EF4-FFF2-40B4-BE49-F238E27FC236}">
                      <a16:creationId xmlns:a16="http://schemas.microsoft.com/office/drawing/2014/main" id="{C40F019E-446E-40F6-BAC5-FFC6BA00BFE4}"/>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31" name="Flowchart: Terminator 30">
                <a:extLst>
                  <a:ext uri="{FF2B5EF4-FFF2-40B4-BE49-F238E27FC236}">
                    <a16:creationId xmlns:a16="http://schemas.microsoft.com/office/drawing/2014/main" id="{D8AED691-2BAE-47F5-8AEB-72A4A5FAB6AA}"/>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2" name="Oval 31">
                <a:extLst>
                  <a:ext uri="{FF2B5EF4-FFF2-40B4-BE49-F238E27FC236}">
                    <a16:creationId xmlns:a16="http://schemas.microsoft.com/office/drawing/2014/main" id="{CFBD15F2-DE98-406E-90F5-D8AE1EE8C7E2}"/>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41" name="Group 40">
            <a:extLst>
              <a:ext uri="{FF2B5EF4-FFF2-40B4-BE49-F238E27FC236}">
                <a16:creationId xmlns:a16="http://schemas.microsoft.com/office/drawing/2014/main" id="{FAD0BC6C-B274-403D-B389-601D352F485A}"/>
              </a:ext>
            </a:extLst>
          </p:cNvPr>
          <p:cNvGrpSpPr/>
          <p:nvPr/>
        </p:nvGrpSpPr>
        <p:grpSpPr>
          <a:xfrm>
            <a:off x="387400" y="8417092"/>
            <a:ext cx="23661853" cy="5022232"/>
            <a:chOff x="1222851" y="5331410"/>
            <a:chExt cx="23552136" cy="5088187"/>
          </a:xfrm>
        </p:grpSpPr>
        <p:sp>
          <p:nvSpPr>
            <p:cNvPr id="42" name="Rounded Rectangle 34">
              <a:extLst>
                <a:ext uri="{FF2B5EF4-FFF2-40B4-BE49-F238E27FC236}">
                  <a16:creationId xmlns:a16="http://schemas.microsoft.com/office/drawing/2014/main" id="{6261E7D4-EF36-44E2-B14D-C976222A2555}"/>
                </a:ext>
              </a:extLst>
            </p:cNvPr>
            <p:cNvSpPr/>
            <p:nvPr/>
          </p:nvSpPr>
          <p:spPr>
            <a:xfrm>
              <a:off x="1232950" y="555807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43" name="Group 60">
              <a:extLst>
                <a:ext uri="{FF2B5EF4-FFF2-40B4-BE49-F238E27FC236}">
                  <a16:creationId xmlns:a16="http://schemas.microsoft.com/office/drawing/2014/main" id="{FA209534-7FF3-4484-9EFF-8419F99B832D}"/>
                </a:ext>
              </a:extLst>
            </p:cNvPr>
            <p:cNvGrpSpPr/>
            <p:nvPr/>
          </p:nvGrpSpPr>
          <p:grpSpPr>
            <a:xfrm>
              <a:off x="1222851" y="5331410"/>
              <a:ext cx="3305109" cy="857501"/>
              <a:chOff x="1224542" y="6305967"/>
              <a:chExt cx="3305491" cy="861872"/>
            </a:xfrm>
          </p:grpSpPr>
          <p:sp>
            <p:nvSpPr>
              <p:cNvPr id="51" name="Freeform 20">
                <a:extLst>
                  <a:ext uri="{FF2B5EF4-FFF2-40B4-BE49-F238E27FC236}">
                    <a16:creationId xmlns:a16="http://schemas.microsoft.com/office/drawing/2014/main" id="{2D33D6B9-A13D-4FB0-B941-B0D849062C0D}"/>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52" name="TextBox 51">
                <a:extLst>
                  <a:ext uri="{FF2B5EF4-FFF2-40B4-BE49-F238E27FC236}">
                    <a16:creationId xmlns:a16="http://schemas.microsoft.com/office/drawing/2014/main" id="{41A3C53F-D869-400C-8EDB-9AAE73FAA1CD}"/>
                  </a:ext>
                </a:extLst>
              </p:cNvPr>
              <p:cNvSpPr txBox="1"/>
              <p:nvPr/>
            </p:nvSpPr>
            <p:spPr>
              <a:xfrm>
                <a:off x="2091562" y="6305967"/>
                <a:ext cx="2185937" cy="861872"/>
              </a:xfrm>
              <a:prstGeom prst="rect">
                <a:avLst/>
              </a:prstGeom>
              <a:noFill/>
            </p:spPr>
            <p:txBody>
              <a:bodyPr wrap="none" rtlCol="0">
                <a:spAutoFit/>
              </a:bodyPr>
              <a:lstStyle/>
              <a:p>
                <a:r>
                  <a:rPr lang="vi-VN" sz="4400" b="1">
                    <a:solidFill>
                      <a:srgbClr val="FF0000"/>
                    </a:solidFill>
                    <a:latin typeface="Tahoma" pitchFamily="34" charset="0"/>
                    <a:ea typeface="Tahoma" pitchFamily="34" charset="0"/>
                    <a:cs typeface="Tahoma" pitchFamily="34" charset="0"/>
                  </a:rPr>
                  <a:t>Trả lời:</a:t>
                </a:r>
                <a:endParaRPr lang="en-US" sz="4400" b="1" dirty="0">
                  <a:solidFill>
                    <a:srgbClr val="FF0000"/>
                  </a:solidFill>
                  <a:latin typeface="Tahoma" pitchFamily="34" charset="0"/>
                  <a:ea typeface="Tahoma" pitchFamily="34" charset="0"/>
                  <a:cs typeface="Tahoma" pitchFamily="34" charset="0"/>
                </a:endParaRPr>
              </a:p>
            </p:txBody>
          </p:sp>
          <p:sp>
            <p:nvSpPr>
              <p:cNvPr id="53" name="Round Diagonal Corner Rectangle 41">
                <a:extLst>
                  <a:ext uri="{FF2B5EF4-FFF2-40B4-BE49-F238E27FC236}">
                    <a16:creationId xmlns:a16="http://schemas.microsoft.com/office/drawing/2014/main" id="{EC407B9C-5004-4A32-9D9A-AED2A971A049}"/>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15">
                <a:extLst>
                  <a:ext uri="{FF2B5EF4-FFF2-40B4-BE49-F238E27FC236}">
                    <a16:creationId xmlns:a16="http://schemas.microsoft.com/office/drawing/2014/main" id="{28F6AA0C-07CD-49E2-9A7A-B15B4E2B4ACD}"/>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65" name="Group 64">
            <a:extLst>
              <a:ext uri="{FF2B5EF4-FFF2-40B4-BE49-F238E27FC236}">
                <a16:creationId xmlns:a16="http://schemas.microsoft.com/office/drawing/2014/main" id="{70524C28-330B-43E5-9378-84CE4353225F}"/>
              </a:ext>
            </a:extLst>
          </p:cNvPr>
          <p:cNvGrpSpPr/>
          <p:nvPr/>
        </p:nvGrpSpPr>
        <p:grpSpPr>
          <a:xfrm>
            <a:off x="381000" y="1904999"/>
            <a:ext cx="23219986" cy="815609"/>
            <a:chOff x="381000" y="1904999"/>
            <a:chExt cx="23219986" cy="815609"/>
          </a:xfrm>
        </p:grpSpPr>
        <p:sp>
          <p:nvSpPr>
            <p:cNvPr id="66" name="Rectangle 65">
              <a:extLst>
                <a:ext uri="{FF2B5EF4-FFF2-40B4-BE49-F238E27FC236}">
                  <a16:creationId xmlns:a16="http://schemas.microsoft.com/office/drawing/2014/main" id="{04F86028-A5E9-4A56-884D-C219A70B815D}"/>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HOÁN VỊ</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67" name="Round Same Side Corner Rectangle 51">
              <a:extLst>
                <a:ext uri="{FF2B5EF4-FFF2-40B4-BE49-F238E27FC236}">
                  <a16:creationId xmlns:a16="http://schemas.microsoft.com/office/drawing/2014/main" id="{9EC2DC36-A59A-4325-A664-FA1E955F8F20}"/>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TextBox 67">
              <a:extLst>
                <a:ext uri="{FF2B5EF4-FFF2-40B4-BE49-F238E27FC236}">
                  <a16:creationId xmlns:a16="http://schemas.microsoft.com/office/drawing/2014/main" id="{A318689D-AF99-44A0-B09D-CC913A5CD0DB}"/>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69" name="Round Same Side Corner Rectangle 51">
              <a:extLst>
                <a:ext uri="{FF2B5EF4-FFF2-40B4-BE49-F238E27FC236}">
                  <a16:creationId xmlns:a16="http://schemas.microsoft.com/office/drawing/2014/main" id="{B981FF08-42E1-4108-8DD0-1D34E9BB63E2}"/>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70" name="TextBox 69">
              <a:extLst>
                <a:ext uri="{FF2B5EF4-FFF2-40B4-BE49-F238E27FC236}">
                  <a16:creationId xmlns:a16="http://schemas.microsoft.com/office/drawing/2014/main" id="{A9997F11-890A-4A73-BC16-EB07297C552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pic>
        <p:nvPicPr>
          <p:cNvPr id="81" name="Picture 80">
            <a:extLst>
              <a:ext uri="{FF2B5EF4-FFF2-40B4-BE49-F238E27FC236}">
                <a16:creationId xmlns:a16="http://schemas.microsoft.com/office/drawing/2014/main" id="{4EBC27CF-15B1-4537-B30C-52DA708E8373}"/>
              </a:ext>
            </a:extLst>
          </p:cNvPr>
          <p:cNvPicPr>
            <a:picLocks noChangeAspect="1"/>
          </p:cNvPicPr>
          <p:nvPr/>
        </p:nvPicPr>
        <p:blipFill>
          <a:blip r:embed="rId3"/>
          <a:stretch>
            <a:fillRect/>
          </a:stretch>
        </p:blipFill>
        <p:spPr>
          <a:xfrm>
            <a:off x="7848600" y="4277828"/>
            <a:ext cx="7794942" cy="2447504"/>
          </a:xfrm>
          <a:prstGeom prst="rect">
            <a:avLst/>
          </a:prstGeom>
        </p:spPr>
      </p:pic>
      <p:sp>
        <p:nvSpPr>
          <p:cNvPr id="82" name="TextBox 321">
            <a:extLst>
              <a:ext uri="{FF2B5EF4-FFF2-40B4-BE49-F238E27FC236}">
                <a16:creationId xmlns:a16="http://schemas.microsoft.com/office/drawing/2014/main" id="{80776566-E98C-4E3A-8234-F7C108AEFAC6}"/>
              </a:ext>
            </a:extLst>
          </p:cNvPr>
          <p:cNvSpPr txBox="1"/>
          <p:nvPr/>
        </p:nvSpPr>
        <p:spPr>
          <a:xfrm>
            <a:off x="2220613" y="2746208"/>
            <a:ext cx="21706187" cy="5587715"/>
          </a:xfrm>
          <a:prstGeom prst="rect">
            <a:avLst/>
          </a:prstGeom>
          <a:noFill/>
        </p:spPr>
        <p:txBody>
          <a:bodyPr wrap="square" rtlCol="0">
            <a:noAutofit/>
          </a:bodyPr>
          <a:lstStyle/>
          <a:p>
            <a:pPr marL="0" marR="0">
              <a:lnSpc>
                <a:spcPct val="107000"/>
              </a:lnSpc>
              <a:spcBef>
                <a:spcPts val="0"/>
              </a:spcBef>
              <a:spcAft>
                <a:spcPts val="800"/>
              </a:spcAft>
            </a:pPr>
            <a:r>
              <a:rPr lang="en-US" sz="4600" b="1" kern="1200" dirty="0">
                <a:solidFill>
                  <a:srgbClr val="FF0000"/>
                </a:solidFill>
                <a:effectLst/>
                <a:latin typeface="Tahoma" panose="020B0604030504040204" pitchFamily="34" charset="0"/>
                <a:ea typeface="Tahoma" panose="020B0604030504040204" pitchFamily="34" charset="0"/>
                <a:cs typeface="Tahoma" panose="020B0604030504040204" pitchFamily="34" charset="0"/>
              </a:rPr>
              <a:t>HĐ1: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Một</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nhóm</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gồm</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bốn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bạn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Hà</a:t>
            </a:r>
            <a:r>
              <a:rPr lang="en-US" sz="4600" kern="1200" dirty="0">
                <a:effectLst/>
                <a:latin typeface="Tahoma" panose="020B0604030504040204" pitchFamily="34" charset="0"/>
                <a:ea typeface="Tahoma" panose="020B0604030504040204" pitchFamily="34" charset="0"/>
                <a:cs typeface="Tahoma" panose="020B0604030504040204" pitchFamily="34" charset="0"/>
              </a:rPr>
              <a:t>, Mai, Nam,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Đạt</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xếp</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thành</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một</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hàng</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từ</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trái</a:t>
            </a:r>
            <a:r>
              <a:rPr lang="en-US" sz="4600" kern="1200" dirty="0">
                <a:effectLst/>
                <a:latin typeface="Tahoma" panose="020B0604030504040204" pitchFamily="34" charset="0"/>
                <a:ea typeface="Tahoma" panose="020B0604030504040204" pitchFamily="34" charset="0"/>
                <a:cs typeface="Tahoma" panose="020B0604030504040204" pitchFamily="34" charset="0"/>
              </a:rPr>
              <a:t> sang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phải</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để</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tham</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gia</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một</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cuộc</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phỏng</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vấn</a:t>
            </a:r>
            <a:r>
              <a:rPr lang="en-US" sz="4600" kern="1200" dirty="0">
                <a:effectLst/>
                <a:latin typeface="Tahoma" panose="020B0604030504040204" pitchFamily="34" charset="0"/>
                <a:ea typeface="Tahoma" panose="020B0604030504040204" pitchFamily="34" charset="0"/>
                <a:cs typeface="Tahoma" panose="020B0604030504040204" pitchFamily="34" charset="0"/>
              </a:rPr>
              <a:t>.</a:t>
            </a:r>
          </a:p>
          <a:p>
            <a:pPr marL="0" marR="0">
              <a:lnSpc>
                <a:spcPct val="107000"/>
              </a:lnSpc>
              <a:spcBef>
                <a:spcPts val="0"/>
              </a:spcBef>
              <a:spcAft>
                <a:spcPts val="800"/>
              </a:spcAft>
            </a:pPr>
            <a:endParaRPr lang="en-US" sz="4600" dirty="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dirty="0">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dirty="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0"/>
              </a:spcAft>
            </a:pPr>
            <a:r>
              <a:rPr lang="en-US" sz="4600" kern="1200" dirty="0">
                <a:effectLst/>
                <a:latin typeface="Tahoma" panose="020B0604030504040204" pitchFamily="34" charset="0"/>
                <a:ea typeface="Tahoma" panose="020B0604030504040204" pitchFamily="34" charset="0"/>
                <a:cs typeface="Tahoma" panose="020B0604030504040204" pitchFamily="34" charset="0"/>
              </a:rPr>
              <a:t>a)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Hãy</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liệt</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kê</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ba</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cách</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sắp</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xếp</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bốn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bạn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trên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theo</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thứ</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tự</a:t>
            </a:r>
            <a:r>
              <a:rPr lang="en-US" sz="4600" kern="1200" dirty="0">
                <a:effectLst/>
                <a:latin typeface="Tahoma" panose="020B0604030504040204" pitchFamily="34" charset="0"/>
                <a:ea typeface="Tahoma" panose="020B0604030504040204" pitchFamily="34" charset="0"/>
                <a:cs typeface="Tahoma" panose="020B0604030504040204" pitchFamily="34" charset="0"/>
              </a:rPr>
              <a:t>.</a:t>
            </a:r>
            <a:endParaRPr lang="en-US" sz="4600" dirty="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0"/>
              </a:spcAft>
            </a:pPr>
            <a:r>
              <a:rPr lang="en-US" sz="4600" kern="1200" dirty="0">
                <a:effectLst/>
                <a:latin typeface="Tahoma" panose="020B0604030504040204" pitchFamily="34" charset="0"/>
                <a:ea typeface="Tahoma" panose="020B0604030504040204" pitchFamily="34" charset="0"/>
                <a:cs typeface="Tahoma" panose="020B0604030504040204" pitchFamily="34" charset="0"/>
              </a:rPr>
              <a:t>b)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Có</a:t>
            </a:r>
            <a:r>
              <a:rPr lang="en-US" sz="4600" kern="1200" dirty="0">
                <a:effectLst/>
                <a:latin typeface="Tahoma" panose="020B0604030504040204" pitchFamily="34" charset="0"/>
                <a:ea typeface="Tahoma" panose="020B0604030504040204" pitchFamily="34" charset="0"/>
                <a:cs typeface="Tahoma" panose="020B0604030504040204" pitchFamily="34" charset="0"/>
              </a:rPr>
              <a:t> bao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nhiêu</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cách</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sắp</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xếp</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thứ</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tự</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bốn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bạn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trên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để</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tham</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gia</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phỏng</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vấn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endParaRPr lang="en-US" sz="4600" dirty="0">
              <a:effectLst/>
              <a:latin typeface="Tahoma" panose="020B0604030504040204" pitchFamily="34" charset="0"/>
              <a:ea typeface="Tahoma" panose="020B0604030504040204" pitchFamily="34" charset="0"/>
              <a:cs typeface="Tahoma" panose="020B0604030504040204" pitchFamily="34" charset="0"/>
            </a:endParaRPr>
          </a:p>
        </p:txBody>
      </p:sp>
      <p:sp>
        <p:nvSpPr>
          <p:cNvPr id="83" name="TextBox 82">
            <a:extLst>
              <a:ext uri="{FF2B5EF4-FFF2-40B4-BE49-F238E27FC236}">
                <a16:creationId xmlns:a16="http://schemas.microsoft.com/office/drawing/2014/main" id="{3DD30A3B-E42E-4A1F-8AB9-53C0308D9766}"/>
              </a:ext>
            </a:extLst>
          </p:cNvPr>
          <p:cNvSpPr txBox="1"/>
          <p:nvPr/>
        </p:nvSpPr>
        <p:spPr>
          <a:xfrm>
            <a:off x="540491" y="9228006"/>
            <a:ext cx="23411570" cy="4078039"/>
          </a:xfrm>
          <a:prstGeom prst="rect">
            <a:avLst/>
          </a:prstGeom>
          <a:noFill/>
        </p:spPr>
        <p:txBody>
          <a:bodyPr wrap="square">
            <a:spAutoFit/>
          </a:bodyPr>
          <a:lstStyle/>
          <a:p>
            <a:pPr algn="just"/>
            <a:r>
              <a:rPr lang="en-US" sz="4400" dirty="0">
                <a:effectLst/>
                <a:latin typeface="Tahoma" panose="020B0604030504040204" pitchFamily="34" charset="0"/>
                <a:ea typeface="Tahoma" panose="020B0604030504040204" pitchFamily="34" charset="0"/>
                <a:cs typeface="Tahoma" panose="020B0604030504040204" pitchFamily="34" charset="0"/>
              </a:rPr>
              <a:t>b) </a:t>
            </a:r>
            <a:r>
              <a:rPr lang="en-US" sz="4400" dirty="0" err="1">
                <a:effectLst/>
                <a:latin typeface="Tahoma" panose="020B0604030504040204" pitchFamily="34" charset="0"/>
                <a:ea typeface="Tahoma" panose="020B0604030504040204" pitchFamily="34" charset="0"/>
                <a:cs typeface="Tahoma" panose="020B0604030504040204" pitchFamily="34" charset="0"/>
              </a:rPr>
              <a:t>Đánh</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số</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thứ</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tự</a:t>
            </a:r>
            <a:r>
              <a:rPr lang="en-US" sz="4400" dirty="0">
                <a:effectLst/>
                <a:latin typeface="Tahoma" panose="020B0604030504040204" pitchFamily="34" charset="0"/>
                <a:ea typeface="Tahoma" panose="020B0604030504040204" pitchFamily="34" charset="0"/>
                <a:cs typeface="Tahoma" panose="020B0604030504040204" pitchFamily="34" charset="0"/>
              </a:rPr>
              <a:t> 1, 2, 3, 4 </a:t>
            </a:r>
            <a:r>
              <a:rPr lang="en-US" sz="4400" dirty="0" err="1">
                <a:effectLst/>
                <a:latin typeface="Tahoma" panose="020B0604030504040204" pitchFamily="34" charset="0"/>
                <a:ea typeface="Tahoma" panose="020B0604030504040204" pitchFamily="34" charset="0"/>
                <a:cs typeface="Tahoma" panose="020B0604030504040204" pitchFamily="34" charset="0"/>
              </a:rPr>
              <a:t>trong</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hàng</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từ</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trái</a:t>
            </a:r>
            <a:r>
              <a:rPr lang="en-US" sz="4400" dirty="0">
                <a:effectLst/>
                <a:latin typeface="Tahoma" panose="020B0604030504040204" pitchFamily="34" charset="0"/>
                <a:ea typeface="Tahoma" panose="020B0604030504040204" pitchFamily="34" charset="0"/>
                <a:cs typeface="Tahoma" panose="020B0604030504040204" pitchFamily="34" charset="0"/>
              </a:rPr>
              <a:t> sang </a:t>
            </a:r>
            <a:r>
              <a:rPr lang="en-US" sz="4400" dirty="0" err="1">
                <a:effectLst/>
                <a:latin typeface="Tahoma" panose="020B0604030504040204" pitchFamily="34" charset="0"/>
                <a:ea typeface="Tahoma" panose="020B0604030504040204" pitchFamily="34" charset="0"/>
                <a:cs typeface="Tahoma" panose="020B0604030504040204" pitchFamily="34" charset="0"/>
              </a:rPr>
              <a:t>phải</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rồi</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thực</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hiện</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các</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công</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đoạn</a:t>
            </a: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dirty="0" err="1">
                <a:effectLst/>
                <a:latin typeface="Tahoma" panose="020B0604030504040204" pitchFamily="34" charset="0"/>
                <a:ea typeface="Tahoma" panose="020B0604030504040204" pitchFamily="34" charset="0"/>
                <a:cs typeface="Tahoma" panose="020B0604030504040204" pitchFamily="34" charset="0"/>
              </a:rPr>
              <a:t>sau</a:t>
            </a:r>
            <a:r>
              <a:rPr lang="en-US" sz="4400" dirty="0">
                <a:effectLst/>
                <a:latin typeface="Tahoma" panose="020B0604030504040204" pitchFamily="34" charset="0"/>
                <a:ea typeface="Tahoma" panose="020B0604030504040204" pitchFamily="34" charset="0"/>
                <a:cs typeface="Tahoma" panose="020B0604030504040204" pitchFamily="34" charset="0"/>
              </a:rPr>
              <a:t>:</a:t>
            </a:r>
          </a:p>
          <a:p>
            <a:pPr algn="just"/>
            <a:r>
              <a:rPr lang="en-US" dirty="0">
                <a:latin typeface="Tahoma" panose="020B0604030504040204" pitchFamily="34" charset="0"/>
                <a:ea typeface="Tahoma" panose="020B0604030504040204" pitchFamily="34" charset="0"/>
                <a:cs typeface="Tahoma" panose="020B0604030504040204" pitchFamily="34" charset="0"/>
              </a:rPr>
              <a:t>1. </a:t>
            </a:r>
            <a:r>
              <a:rPr lang="en-US" dirty="0" err="1">
                <a:latin typeface="Tahoma" panose="020B0604030504040204" pitchFamily="34" charset="0"/>
                <a:ea typeface="Tahoma" panose="020B0604030504040204" pitchFamily="34" charset="0"/>
                <a:cs typeface="Tahoma" panose="020B0604030504040204" pitchFamily="34" charset="0"/>
              </a:rPr>
              <a:t>Chọn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một</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bạn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trong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bốn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bạn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xếp</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vào</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vị</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trí</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số</a:t>
            </a:r>
            <a:r>
              <a:rPr lang="en-US" dirty="0">
                <a:latin typeface="Tahoma" panose="020B0604030504040204" pitchFamily="34" charset="0"/>
                <a:ea typeface="Tahoma" panose="020B0604030504040204" pitchFamily="34" charset="0"/>
                <a:cs typeface="Tahoma" panose="020B0604030504040204" pitchFamily="34" charset="0"/>
              </a:rPr>
              <a:t> 1: </a:t>
            </a:r>
            <a:r>
              <a:rPr lang="en-US" dirty="0" err="1">
                <a:latin typeface="Tahoma" panose="020B0604030504040204" pitchFamily="34" charset="0"/>
                <a:ea typeface="Tahoma" panose="020B0604030504040204" pitchFamily="34" charset="0"/>
                <a:cs typeface="Tahoma" panose="020B0604030504040204" pitchFamily="34" charset="0"/>
              </a:rPr>
              <a:t>có</a:t>
            </a:r>
            <a:r>
              <a:rPr lang="en-US" dirty="0">
                <a:latin typeface="Tahoma" panose="020B0604030504040204" pitchFamily="34" charset="0"/>
                <a:ea typeface="Tahoma" panose="020B0604030504040204" pitchFamily="34" charset="0"/>
                <a:cs typeface="Tahoma" panose="020B0604030504040204" pitchFamily="34" charset="0"/>
              </a:rPr>
              <a:t> 4 (</a:t>
            </a:r>
            <a:r>
              <a:rPr lang="en-US" dirty="0" err="1">
                <a:latin typeface="Tahoma" panose="020B0604030504040204" pitchFamily="34" charset="0"/>
                <a:ea typeface="Tahoma" panose="020B0604030504040204" pitchFamily="34" charset="0"/>
                <a:cs typeface="Tahoma" panose="020B0604030504040204" pitchFamily="34" charset="0"/>
              </a:rPr>
              <a:t>cách</a:t>
            </a:r>
            <a:r>
              <a:rPr lang="en-US" dirty="0">
                <a:latin typeface="Tahoma" panose="020B0604030504040204" pitchFamily="34" charset="0"/>
                <a:ea typeface="Tahoma" panose="020B0604030504040204" pitchFamily="34" charset="0"/>
                <a:cs typeface="Tahoma" panose="020B0604030504040204" pitchFamily="34" charset="0"/>
              </a:rPr>
              <a:t>).</a:t>
            </a:r>
          </a:p>
          <a:p>
            <a:r>
              <a:rPr lang="en-US" dirty="0">
                <a:latin typeface="Tahoma" panose="020B0604030504040204" pitchFamily="34" charset="0"/>
                <a:ea typeface="Tahoma" panose="020B0604030504040204" pitchFamily="34" charset="0"/>
                <a:cs typeface="Tahoma" panose="020B0604030504040204" pitchFamily="34" charset="0"/>
              </a:rPr>
              <a:t>2. </a:t>
            </a:r>
            <a:r>
              <a:rPr lang="en-US" dirty="0" err="1">
                <a:latin typeface="Tahoma" panose="020B0604030504040204" pitchFamily="34" charset="0"/>
                <a:ea typeface="Tahoma" panose="020B0604030504040204" pitchFamily="34" charset="0"/>
                <a:cs typeface="Tahoma" panose="020B0604030504040204" pitchFamily="34" charset="0"/>
              </a:rPr>
              <a:t>Chọn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một</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bạn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trong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ba</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bạn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còn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lại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xếp</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vào</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vị</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trí</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số</a:t>
            </a:r>
            <a:r>
              <a:rPr lang="en-US" dirty="0">
                <a:latin typeface="Tahoma" panose="020B0604030504040204" pitchFamily="34" charset="0"/>
                <a:ea typeface="Tahoma" panose="020B0604030504040204" pitchFamily="34" charset="0"/>
                <a:cs typeface="Tahoma" panose="020B0604030504040204" pitchFamily="34" charset="0"/>
              </a:rPr>
              <a:t> 2: </a:t>
            </a:r>
            <a:r>
              <a:rPr lang="en-US" dirty="0" err="1">
                <a:latin typeface="Tahoma" panose="020B0604030504040204" pitchFamily="34" charset="0"/>
                <a:ea typeface="Tahoma" panose="020B0604030504040204" pitchFamily="34" charset="0"/>
                <a:cs typeface="Tahoma" panose="020B0604030504040204" pitchFamily="34" charset="0"/>
              </a:rPr>
              <a:t>có</a:t>
            </a:r>
            <a:r>
              <a:rPr lang="en-US" dirty="0">
                <a:latin typeface="Tahoma" panose="020B0604030504040204" pitchFamily="34" charset="0"/>
                <a:ea typeface="Tahoma" panose="020B0604030504040204" pitchFamily="34" charset="0"/>
                <a:cs typeface="Tahoma" panose="020B0604030504040204" pitchFamily="34" charset="0"/>
              </a:rPr>
              <a:t> 3 (</a:t>
            </a:r>
            <a:r>
              <a:rPr lang="en-US" dirty="0" err="1">
                <a:latin typeface="Tahoma" panose="020B0604030504040204" pitchFamily="34" charset="0"/>
                <a:ea typeface="Tahoma" panose="020B0604030504040204" pitchFamily="34" charset="0"/>
                <a:cs typeface="Tahoma" panose="020B0604030504040204" pitchFamily="34" charset="0"/>
              </a:rPr>
              <a:t>cách</a:t>
            </a:r>
            <a:r>
              <a:rPr lang="en-US" dirty="0">
                <a:latin typeface="Tahoma" panose="020B0604030504040204" pitchFamily="34" charset="0"/>
                <a:ea typeface="Tahoma" panose="020B0604030504040204" pitchFamily="34" charset="0"/>
                <a:cs typeface="Tahoma" panose="020B0604030504040204" pitchFamily="34" charset="0"/>
              </a:rPr>
              <a:t>).</a:t>
            </a:r>
          </a:p>
          <a:p>
            <a:r>
              <a:rPr lang="en-US" dirty="0">
                <a:latin typeface="Tahoma" panose="020B0604030504040204" pitchFamily="34" charset="0"/>
                <a:ea typeface="Tahoma" panose="020B0604030504040204" pitchFamily="34" charset="0"/>
                <a:cs typeface="Tahoma" panose="020B0604030504040204" pitchFamily="34" charset="0"/>
              </a:rPr>
              <a:t>3. </a:t>
            </a:r>
            <a:r>
              <a:rPr lang="en-US" dirty="0" err="1">
                <a:latin typeface="Tahoma" panose="020B0604030504040204" pitchFamily="34" charset="0"/>
                <a:ea typeface="Tahoma" panose="020B0604030504040204" pitchFamily="34" charset="0"/>
                <a:cs typeface="Tahoma" panose="020B0604030504040204" pitchFamily="34" charset="0"/>
              </a:rPr>
              <a:t>Chọn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một</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bạn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trong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hai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bạn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còn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lại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xếp</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vào</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vị</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trí</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số</a:t>
            </a:r>
            <a:r>
              <a:rPr lang="en-US" dirty="0">
                <a:latin typeface="Tahoma" panose="020B0604030504040204" pitchFamily="34" charset="0"/>
                <a:ea typeface="Tahoma" panose="020B0604030504040204" pitchFamily="34" charset="0"/>
                <a:cs typeface="Tahoma" panose="020B0604030504040204" pitchFamily="34" charset="0"/>
              </a:rPr>
              <a:t> 3: </a:t>
            </a:r>
            <a:r>
              <a:rPr lang="en-US" dirty="0" err="1">
                <a:latin typeface="Tahoma" panose="020B0604030504040204" pitchFamily="34" charset="0"/>
                <a:ea typeface="Tahoma" panose="020B0604030504040204" pitchFamily="34" charset="0"/>
                <a:cs typeface="Tahoma" panose="020B0604030504040204" pitchFamily="34" charset="0"/>
              </a:rPr>
              <a:t>có</a:t>
            </a:r>
            <a:r>
              <a:rPr lang="en-US" dirty="0">
                <a:latin typeface="Tahoma" panose="020B0604030504040204" pitchFamily="34" charset="0"/>
                <a:ea typeface="Tahoma" panose="020B0604030504040204" pitchFamily="34" charset="0"/>
                <a:cs typeface="Tahoma" panose="020B0604030504040204" pitchFamily="34" charset="0"/>
              </a:rPr>
              <a:t> 2 (</a:t>
            </a:r>
            <a:r>
              <a:rPr lang="en-US" dirty="0" err="1">
                <a:latin typeface="Tahoma" panose="020B0604030504040204" pitchFamily="34" charset="0"/>
                <a:ea typeface="Tahoma" panose="020B0604030504040204" pitchFamily="34" charset="0"/>
                <a:cs typeface="Tahoma" panose="020B0604030504040204" pitchFamily="34" charset="0"/>
              </a:rPr>
              <a:t>cách</a:t>
            </a:r>
            <a:r>
              <a:rPr lang="en-US" dirty="0">
                <a:latin typeface="Tahoma" panose="020B0604030504040204" pitchFamily="34" charset="0"/>
                <a:ea typeface="Tahoma" panose="020B0604030504040204" pitchFamily="34" charset="0"/>
                <a:cs typeface="Tahoma" panose="020B0604030504040204" pitchFamily="34" charset="0"/>
              </a:rPr>
              <a:t>).</a:t>
            </a:r>
          </a:p>
          <a:p>
            <a:r>
              <a:rPr lang="en-US" dirty="0">
                <a:latin typeface="Tahoma" panose="020B0604030504040204" pitchFamily="34" charset="0"/>
                <a:ea typeface="Tahoma" panose="020B0604030504040204" pitchFamily="34" charset="0"/>
                <a:cs typeface="Tahoma" panose="020B0604030504040204" pitchFamily="34" charset="0"/>
              </a:rPr>
              <a:t>4. </a:t>
            </a:r>
            <a:r>
              <a:rPr lang="en-US" dirty="0" err="1">
                <a:latin typeface="Tahoma" panose="020B0604030504040204" pitchFamily="34" charset="0"/>
                <a:ea typeface="Tahoma" panose="020B0604030504040204" pitchFamily="34" charset="0"/>
                <a:cs typeface="Tahoma" panose="020B0604030504040204" pitchFamily="34" charset="0"/>
              </a:rPr>
              <a:t>Chọn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một</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bạn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bạn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còn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lại</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xếp</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vào</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vị</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trí</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số</a:t>
            </a:r>
            <a:r>
              <a:rPr lang="en-US" dirty="0">
                <a:latin typeface="Tahoma" panose="020B0604030504040204" pitchFamily="34" charset="0"/>
                <a:ea typeface="Tahoma" panose="020B0604030504040204" pitchFamily="34" charset="0"/>
                <a:cs typeface="Tahoma" panose="020B0604030504040204" pitchFamily="34" charset="0"/>
              </a:rPr>
              <a:t> 4: </a:t>
            </a:r>
            <a:r>
              <a:rPr lang="en-US" dirty="0" err="1">
                <a:latin typeface="Tahoma" panose="020B0604030504040204" pitchFamily="34" charset="0"/>
                <a:ea typeface="Tahoma" panose="020B0604030504040204" pitchFamily="34" charset="0"/>
                <a:cs typeface="Tahoma" panose="020B0604030504040204" pitchFamily="34" charset="0"/>
              </a:rPr>
              <a:t>có</a:t>
            </a:r>
            <a:r>
              <a:rPr lang="en-US" dirty="0">
                <a:latin typeface="Tahoma" panose="020B0604030504040204" pitchFamily="34" charset="0"/>
                <a:ea typeface="Tahoma" panose="020B0604030504040204" pitchFamily="34" charset="0"/>
                <a:cs typeface="Tahoma" panose="020B0604030504040204" pitchFamily="34" charset="0"/>
              </a:rPr>
              <a:t> 1 (</a:t>
            </a:r>
            <a:r>
              <a:rPr lang="en-US" dirty="0" err="1">
                <a:latin typeface="Tahoma" panose="020B0604030504040204" pitchFamily="34" charset="0"/>
                <a:ea typeface="Tahoma" panose="020B0604030504040204" pitchFamily="34" charset="0"/>
                <a:cs typeface="Tahoma" panose="020B0604030504040204" pitchFamily="34" charset="0"/>
              </a:rPr>
              <a:t>cách</a:t>
            </a:r>
            <a:r>
              <a:rPr lang="en-US" dirty="0">
                <a:latin typeface="Tahoma" panose="020B0604030504040204" pitchFamily="34" charset="0"/>
                <a:ea typeface="Tahoma" panose="020B0604030504040204" pitchFamily="34" charset="0"/>
                <a:cs typeface="Tahoma" panose="020B0604030504040204" pitchFamily="34" charset="0"/>
              </a:rPr>
              <a:t>).</a:t>
            </a:r>
          </a:p>
          <a:p>
            <a:r>
              <a:rPr lang="en-US" dirty="0" err="1">
                <a:latin typeface="Tahoma" panose="020B0604030504040204" pitchFamily="34" charset="0"/>
                <a:ea typeface="Tahoma" panose="020B0604030504040204" pitchFamily="34" charset="0"/>
                <a:cs typeface="Tahoma" panose="020B0604030504040204" pitchFamily="34" charset="0"/>
              </a:rPr>
              <a:t>Vậy</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theo</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quy</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tắc</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nhân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có</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tất</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cả</a:t>
            </a:r>
            <a:r>
              <a:rPr lang="en-US" dirty="0">
                <a:latin typeface="Tahoma" panose="020B0604030504040204" pitchFamily="34" charset="0"/>
                <a:ea typeface="Tahoma" panose="020B0604030504040204" pitchFamily="34" charset="0"/>
                <a:cs typeface="Tahoma" panose="020B0604030504040204" pitchFamily="34" charset="0"/>
              </a:rPr>
              <a:t> 4⋅3⋅2⋅1=24 </a:t>
            </a:r>
            <a:r>
              <a:rPr lang="en-US" dirty="0" err="1">
                <a:latin typeface="Tahoma" panose="020B0604030504040204" pitchFamily="34" charset="0"/>
                <a:ea typeface="Tahoma" panose="020B0604030504040204" pitchFamily="34" charset="0"/>
                <a:cs typeface="Tahoma" panose="020B0604030504040204" pitchFamily="34" charset="0"/>
              </a:rPr>
              <a:t>cách</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sắp</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xếp</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bốn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bạn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trên</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để</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tham</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gia</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phỏng</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vấn</a:t>
            </a:r>
            <a:r>
              <a:rPr lang="en-US" dirty="0">
                <a:latin typeface="Tahoma" panose="020B0604030504040204" pitchFamily="34" charset="0"/>
                <a:ea typeface="Tahoma" panose="020B0604030504040204" pitchFamily="34" charset="0"/>
                <a:cs typeface="Tahoma" panose="020B0604030504040204" pitchFamily="34" charset="0"/>
              </a:rPr>
              <a:t>.</a:t>
            </a:r>
          </a:p>
        </p:txBody>
      </p:sp>
      <p:sp>
        <p:nvSpPr>
          <p:cNvPr id="85" name="Rounded Rectangle 8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89" name="TextBox 8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667836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3">
                                            <p:txEl>
                                              <p:pRg st="0" end="0"/>
                                            </p:txEl>
                                          </p:spTgt>
                                        </p:tgtEl>
                                        <p:attrNameLst>
                                          <p:attrName>style.visibility</p:attrName>
                                        </p:attrNameLst>
                                      </p:cBhvr>
                                      <p:to>
                                        <p:strVal val="visible"/>
                                      </p:to>
                                    </p:set>
                                    <p:animEffect transition="in" filter="wipe(left)">
                                      <p:cBhvr>
                                        <p:cTn id="12" dur="500"/>
                                        <p:tgtEl>
                                          <p:spTgt spid="8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3">
                                            <p:txEl>
                                              <p:pRg st="1" end="1"/>
                                            </p:txEl>
                                          </p:spTgt>
                                        </p:tgtEl>
                                        <p:attrNameLst>
                                          <p:attrName>style.visibility</p:attrName>
                                        </p:attrNameLst>
                                      </p:cBhvr>
                                      <p:to>
                                        <p:strVal val="visible"/>
                                      </p:to>
                                    </p:set>
                                    <p:animEffect transition="in" filter="wipe(left)">
                                      <p:cBhvr>
                                        <p:cTn id="17" dur="500"/>
                                        <p:tgtEl>
                                          <p:spTgt spid="8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3">
                                            <p:txEl>
                                              <p:pRg st="2" end="2"/>
                                            </p:txEl>
                                          </p:spTgt>
                                        </p:tgtEl>
                                        <p:attrNameLst>
                                          <p:attrName>style.visibility</p:attrName>
                                        </p:attrNameLst>
                                      </p:cBhvr>
                                      <p:to>
                                        <p:strVal val="visible"/>
                                      </p:to>
                                    </p:set>
                                    <p:animEffect transition="in" filter="wipe(left)">
                                      <p:cBhvr>
                                        <p:cTn id="22" dur="500"/>
                                        <p:tgtEl>
                                          <p:spTgt spid="8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3">
                                            <p:txEl>
                                              <p:pRg st="3" end="3"/>
                                            </p:txEl>
                                          </p:spTgt>
                                        </p:tgtEl>
                                        <p:attrNameLst>
                                          <p:attrName>style.visibility</p:attrName>
                                        </p:attrNameLst>
                                      </p:cBhvr>
                                      <p:to>
                                        <p:strVal val="visible"/>
                                      </p:to>
                                    </p:set>
                                    <p:animEffect transition="in" filter="wipe(left)">
                                      <p:cBhvr>
                                        <p:cTn id="27" dur="500"/>
                                        <p:tgtEl>
                                          <p:spTgt spid="8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3">
                                            <p:txEl>
                                              <p:pRg st="4" end="4"/>
                                            </p:txEl>
                                          </p:spTgt>
                                        </p:tgtEl>
                                        <p:attrNameLst>
                                          <p:attrName>style.visibility</p:attrName>
                                        </p:attrNameLst>
                                      </p:cBhvr>
                                      <p:to>
                                        <p:strVal val="visible"/>
                                      </p:to>
                                    </p:set>
                                    <p:animEffect transition="in" filter="wipe(left)">
                                      <p:cBhvr>
                                        <p:cTn id="32" dur="500"/>
                                        <p:tgtEl>
                                          <p:spTgt spid="8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3">
                                            <p:txEl>
                                              <p:pRg st="5" end="5"/>
                                            </p:txEl>
                                          </p:spTgt>
                                        </p:tgtEl>
                                        <p:attrNameLst>
                                          <p:attrName>style.visibility</p:attrName>
                                        </p:attrNameLst>
                                      </p:cBhvr>
                                      <p:to>
                                        <p:strVal val="visible"/>
                                      </p:to>
                                    </p:set>
                                    <p:animEffect transition="in" filter="wipe(left)">
                                      <p:cBhvr>
                                        <p:cTn id="37" dur="500"/>
                                        <p:tgtEl>
                                          <p:spTgt spid="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8" name="Group 27">
            <a:extLst>
              <a:ext uri="{FF2B5EF4-FFF2-40B4-BE49-F238E27FC236}">
                <a16:creationId xmlns:a16="http://schemas.microsoft.com/office/drawing/2014/main" id="{754CC7F0-0729-4189-90CF-146627880041}"/>
              </a:ext>
            </a:extLst>
          </p:cNvPr>
          <p:cNvGrpSpPr/>
          <p:nvPr/>
        </p:nvGrpSpPr>
        <p:grpSpPr>
          <a:xfrm>
            <a:off x="381000" y="2832537"/>
            <a:ext cx="23622000" cy="5549463"/>
            <a:chOff x="381000" y="2832537"/>
            <a:chExt cx="23622000" cy="5549463"/>
          </a:xfrm>
        </p:grpSpPr>
        <p:sp>
          <p:nvSpPr>
            <p:cNvPr id="30" name="Rounded Rectangle 19">
              <a:extLst>
                <a:ext uri="{FF2B5EF4-FFF2-40B4-BE49-F238E27FC236}">
                  <a16:creationId xmlns:a16="http://schemas.microsoft.com/office/drawing/2014/main" id="{4037BF9A-D324-47A1-B18F-4B8EBD779EB2}"/>
                </a:ext>
              </a:extLst>
            </p:cNvPr>
            <p:cNvSpPr/>
            <p:nvPr/>
          </p:nvSpPr>
          <p:spPr>
            <a:xfrm>
              <a:off x="381000" y="2832537"/>
              <a:ext cx="23622000" cy="554946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31" name="Group 30">
              <a:extLst>
                <a:ext uri="{FF2B5EF4-FFF2-40B4-BE49-F238E27FC236}">
                  <a16:creationId xmlns:a16="http://schemas.microsoft.com/office/drawing/2014/main" id="{6B191E70-EDEC-4D43-84C8-05AC9BB98041}"/>
                </a:ext>
              </a:extLst>
            </p:cNvPr>
            <p:cNvGrpSpPr/>
            <p:nvPr/>
          </p:nvGrpSpPr>
          <p:grpSpPr>
            <a:xfrm>
              <a:off x="440180" y="3117122"/>
              <a:ext cx="1617502" cy="476161"/>
              <a:chOff x="0" y="92326"/>
              <a:chExt cx="575416" cy="197663"/>
            </a:xfrm>
          </p:grpSpPr>
          <p:grpSp>
            <p:nvGrpSpPr>
              <p:cNvPr id="32" name="Group 31">
                <a:extLst>
                  <a:ext uri="{FF2B5EF4-FFF2-40B4-BE49-F238E27FC236}">
                    <a16:creationId xmlns:a16="http://schemas.microsoft.com/office/drawing/2014/main" id="{15B23649-3D01-4DE4-B377-62CA31C7C6C6}"/>
                  </a:ext>
                </a:extLst>
              </p:cNvPr>
              <p:cNvGrpSpPr/>
              <p:nvPr/>
            </p:nvGrpSpPr>
            <p:grpSpPr>
              <a:xfrm>
                <a:off x="0" y="92326"/>
                <a:ext cx="575416" cy="197663"/>
                <a:chOff x="0" y="92326"/>
                <a:chExt cx="644449" cy="302837"/>
              </a:xfrm>
            </p:grpSpPr>
            <p:sp>
              <p:nvSpPr>
                <p:cNvPr id="35" name="Arrow: Pentagon 34">
                  <a:extLst>
                    <a:ext uri="{FF2B5EF4-FFF2-40B4-BE49-F238E27FC236}">
                      <a16:creationId xmlns:a16="http://schemas.microsoft.com/office/drawing/2014/main" id="{4EC17F32-748E-4304-A529-DDB3C7D629BC}"/>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6" name="Arrow: Chevron 35">
                  <a:extLst>
                    <a:ext uri="{FF2B5EF4-FFF2-40B4-BE49-F238E27FC236}">
                      <a16:creationId xmlns:a16="http://schemas.microsoft.com/office/drawing/2014/main" id="{E818F19F-C9C4-4E3D-8C89-107CE62D08DA}"/>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7" name="Arrow: Chevron 36">
                  <a:extLst>
                    <a:ext uri="{FF2B5EF4-FFF2-40B4-BE49-F238E27FC236}">
                      <a16:creationId xmlns:a16="http://schemas.microsoft.com/office/drawing/2014/main" id="{FD7479BF-2AE9-4B49-9A1B-25E01781F177}"/>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33" name="Flowchart: Terminator 32">
                <a:extLst>
                  <a:ext uri="{FF2B5EF4-FFF2-40B4-BE49-F238E27FC236}">
                    <a16:creationId xmlns:a16="http://schemas.microsoft.com/office/drawing/2014/main" id="{72040C5E-0C22-4C9E-8AD8-295701E88EAA}"/>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4" name="Oval 33">
                <a:extLst>
                  <a:ext uri="{FF2B5EF4-FFF2-40B4-BE49-F238E27FC236}">
                    <a16:creationId xmlns:a16="http://schemas.microsoft.com/office/drawing/2014/main" id="{CD16E270-5947-44E1-923D-9AE8BB758D79}"/>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5" name="Group 4">
            <a:extLst>
              <a:ext uri="{FF2B5EF4-FFF2-40B4-BE49-F238E27FC236}">
                <a16:creationId xmlns:a16="http://schemas.microsoft.com/office/drawing/2014/main" id="{0C728639-CFD6-46CB-9C88-0C2B576EC9B6}"/>
              </a:ext>
            </a:extLst>
          </p:cNvPr>
          <p:cNvGrpSpPr/>
          <p:nvPr/>
        </p:nvGrpSpPr>
        <p:grpSpPr>
          <a:xfrm>
            <a:off x="319463" y="8394402"/>
            <a:ext cx="23689937" cy="5091320"/>
            <a:chOff x="319463" y="8394402"/>
            <a:chExt cx="23689937" cy="5091320"/>
          </a:xfrm>
        </p:grpSpPr>
        <p:grpSp>
          <p:nvGrpSpPr>
            <p:cNvPr id="41" name="Group 40">
              <a:extLst>
                <a:ext uri="{FF2B5EF4-FFF2-40B4-BE49-F238E27FC236}">
                  <a16:creationId xmlns:a16="http://schemas.microsoft.com/office/drawing/2014/main" id="{FAD0BC6C-B274-403D-B389-601D352F485A}"/>
                </a:ext>
              </a:extLst>
            </p:cNvPr>
            <p:cNvGrpSpPr/>
            <p:nvPr/>
          </p:nvGrpSpPr>
          <p:grpSpPr>
            <a:xfrm>
              <a:off x="387400" y="8473042"/>
              <a:ext cx="23622000" cy="5012680"/>
              <a:chOff x="1222851" y="5348148"/>
              <a:chExt cx="23580257" cy="5078509"/>
            </a:xfrm>
          </p:grpSpPr>
          <p:sp>
            <p:nvSpPr>
              <p:cNvPr id="42" name="Rounded Rectangle 34">
                <a:extLst>
                  <a:ext uri="{FF2B5EF4-FFF2-40B4-BE49-F238E27FC236}">
                    <a16:creationId xmlns:a16="http://schemas.microsoft.com/office/drawing/2014/main" id="{6261E7D4-EF36-44E2-B14D-C976222A2555}"/>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43" name="Group 60">
                <a:extLst>
                  <a:ext uri="{FF2B5EF4-FFF2-40B4-BE49-F238E27FC236}">
                    <a16:creationId xmlns:a16="http://schemas.microsoft.com/office/drawing/2014/main" id="{FA209534-7FF3-4484-9EFF-8419F99B832D}"/>
                  </a:ext>
                </a:extLst>
              </p:cNvPr>
              <p:cNvGrpSpPr/>
              <p:nvPr/>
            </p:nvGrpSpPr>
            <p:grpSpPr>
              <a:xfrm>
                <a:off x="1222851" y="5348148"/>
                <a:ext cx="4653045" cy="824430"/>
                <a:chOff x="1224542" y="6322796"/>
                <a:chExt cx="4653584" cy="828633"/>
              </a:xfrm>
            </p:grpSpPr>
            <p:sp>
              <p:nvSpPr>
                <p:cNvPr id="51" name="Freeform 20">
                  <a:extLst>
                    <a:ext uri="{FF2B5EF4-FFF2-40B4-BE49-F238E27FC236}">
                      <a16:creationId xmlns:a16="http://schemas.microsoft.com/office/drawing/2014/main" id="{2D33D6B9-A13D-4FB0-B941-B0D849062C0D}"/>
                    </a:ext>
                  </a:extLst>
                </p:cNvPr>
                <p:cNvSpPr>
                  <a:spLocks/>
                </p:cNvSpPr>
                <p:nvPr/>
              </p:nvSpPr>
              <p:spPr bwMode="auto">
                <a:xfrm rot="16200000" flipV="1">
                  <a:off x="3026434" y="5092616"/>
                  <a:ext cx="828631" cy="3288992"/>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53" name="Round Diagonal Corner Rectangle 41">
                  <a:extLst>
                    <a:ext uri="{FF2B5EF4-FFF2-40B4-BE49-F238E27FC236}">
                      <a16:creationId xmlns:a16="http://schemas.microsoft.com/office/drawing/2014/main" id="{EC407B9C-5004-4A32-9D9A-AED2A971A049}"/>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7A071807-5160-4448-8C55-CE0309CBCA6E}"/>
                    </a:ext>
                  </a:extLst>
                </p:cNvPr>
                <p:cNvSpPr txBox="1"/>
                <p:nvPr/>
              </p:nvSpPr>
              <p:spPr>
                <a:xfrm>
                  <a:off x="2181816" y="6356945"/>
                  <a:ext cx="3696310" cy="783519"/>
                </a:xfrm>
                <a:prstGeom prst="rect">
                  <a:avLst/>
                </a:prstGeom>
                <a:noFill/>
              </p:spPr>
              <p:txBody>
                <a:bodyPr wrap="square" rtlCol="0">
                  <a:spAutoFit/>
                </a:bodyPr>
                <a:lstStyle/>
                <a:p>
                  <a:r>
                    <a:rPr lang="vi-VN" sz="4400" b="1">
                      <a:solidFill>
                        <a:srgbClr val="FFC000"/>
                      </a:solidFill>
                      <a:latin typeface="Tahoma" pitchFamily="34" charset="0"/>
                      <a:ea typeface="Tahoma" pitchFamily="34" charset="0"/>
                      <a:cs typeface="Tahoma" pitchFamily="34" charset="0"/>
                    </a:rPr>
                    <a:t>Nhận xét</a:t>
                  </a:r>
                  <a:endParaRPr lang="en-US" sz="4400" b="1" dirty="0">
                    <a:solidFill>
                      <a:srgbClr val="FFC000"/>
                    </a:solidFill>
                    <a:latin typeface="Tahoma" pitchFamily="34" charset="0"/>
                    <a:ea typeface="Tahoma" pitchFamily="34" charset="0"/>
                    <a:cs typeface="Tahoma" pitchFamily="34" charset="0"/>
                  </a:endParaRPr>
                </a:p>
              </p:txBody>
            </p:sp>
          </p:grpSp>
        </p:grpSp>
        <p:pic>
          <p:nvPicPr>
            <p:cNvPr id="4" name="Graphic 3" descr="Clipboard outline">
              <a:extLst>
                <a:ext uri="{FF2B5EF4-FFF2-40B4-BE49-F238E27FC236}">
                  <a16:creationId xmlns:a16="http://schemas.microsoft.com/office/drawing/2014/main" id="{835E3A4E-575C-4FB1-AE8D-F9CEEC9792C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319463" y="8394402"/>
              <a:ext cx="914400" cy="914400"/>
            </a:xfrm>
            <a:prstGeom prst="rect">
              <a:avLst/>
            </a:prstGeom>
          </p:spPr>
        </p:pic>
      </p:grpSp>
      <p:grpSp>
        <p:nvGrpSpPr>
          <p:cNvPr id="65" name="Group 64">
            <a:extLst>
              <a:ext uri="{FF2B5EF4-FFF2-40B4-BE49-F238E27FC236}">
                <a16:creationId xmlns:a16="http://schemas.microsoft.com/office/drawing/2014/main" id="{70524C28-330B-43E5-9378-84CE4353225F}"/>
              </a:ext>
            </a:extLst>
          </p:cNvPr>
          <p:cNvGrpSpPr/>
          <p:nvPr/>
        </p:nvGrpSpPr>
        <p:grpSpPr>
          <a:xfrm>
            <a:off x="381000" y="1904999"/>
            <a:ext cx="23219986" cy="815609"/>
            <a:chOff x="381000" y="1904999"/>
            <a:chExt cx="23219986" cy="815609"/>
          </a:xfrm>
        </p:grpSpPr>
        <p:sp>
          <p:nvSpPr>
            <p:cNvPr id="66" name="Rectangle 65">
              <a:extLst>
                <a:ext uri="{FF2B5EF4-FFF2-40B4-BE49-F238E27FC236}">
                  <a16:creationId xmlns:a16="http://schemas.microsoft.com/office/drawing/2014/main" id="{04F86028-A5E9-4A56-884D-C219A70B815D}"/>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HOÁN VỊ</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67" name="Round Same Side Corner Rectangle 51">
              <a:extLst>
                <a:ext uri="{FF2B5EF4-FFF2-40B4-BE49-F238E27FC236}">
                  <a16:creationId xmlns:a16="http://schemas.microsoft.com/office/drawing/2014/main" id="{9EC2DC36-A59A-4325-A664-FA1E955F8F20}"/>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TextBox 67">
              <a:extLst>
                <a:ext uri="{FF2B5EF4-FFF2-40B4-BE49-F238E27FC236}">
                  <a16:creationId xmlns:a16="http://schemas.microsoft.com/office/drawing/2014/main" id="{A318689D-AF99-44A0-B09D-CC913A5CD0DB}"/>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69" name="Round Same Side Corner Rectangle 51">
              <a:extLst>
                <a:ext uri="{FF2B5EF4-FFF2-40B4-BE49-F238E27FC236}">
                  <a16:creationId xmlns:a16="http://schemas.microsoft.com/office/drawing/2014/main" id="{B981FF08-42E1-4108-8DD0-1D34E9BB63E2}"/>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70" name="TextBox 69">
              <a:extLst>
                <a:ext uri="{FF2B5EF4-FFF2-40B4-BE49-F238E27FC236}">
                  <a16:creationId xmlns:a16="http://schemas.microsoft.com/office/drawing/2014/main" id="{A9997F11-890A-4A73-BC16-EB07297C552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pic>
        <p:nvPicPr>
          <p:cNvPr id="81" name="Picture 80">
            <a:extLst>
              <a:ext uri="{FF2B5EF4-FFF2-40B4-BE49-F238E27FC236}">
                <a16:creationId xmlns:a16="http://schemas.microsoft.com/office/drawing/2014/main" id="{4EBC27CF-15B1-4537-B30C-52DA708E8373}"/>
              </a:ext>
            </a:extLst>
          </p:cNvPr>
          <p:cNvPicPr>
            <a:picLocks noChangeAspect="1"/>
          </p:cNvPicPr>
          <p:nvPr/>
        </p:nvPicPr>
        <p:blipFill>
          <a:blip r:embed="rId5"/>
          <a:stretch>
            <a:fillRect/>
          </a:stretch>
        </p:blipFill>
        <p:spPr>
          <a:xfrm>
            <a:off x="7848600" y="4277828"/>
            <a:ext cx="7794942" cy="2447504"/>
          </a:xfrm>
          <a:prstGeom prst="rect">
            <a:avLst/>
          </a:prstGeom>
        </p:spPr>
      </p:pic>
      <p:sp>
        <p:nvSpPr>
          <p:cNvPr id="82" name="TextBox 321">
            <a:extLst>
              <a:ext uri="{FF2B5EF4-FFF2-40B4-BE49-F238E27FC236}">
                <a16:creationId xmlns:a16="http://schemas.microsoft.com/office/drawing/2014/main" id="{80776566-E98C-4E3A-8234-F7C108AEFAC6}"/>
              </a:ext>
            </a:extLst>
          </p:cNvPr>
          <p:cNvSpPr txBox="1"/>
          <p:nvPr/>
        </p:nvSpPr>
        <p:spPr>
          <a:xfrm>
            <a:off x="2220613" y="2784308"/>
            <a:ext cx="21706187" cy="5461795"/>
          </a:xfrm>
          <a:prstGeom prst="rect">
            <a:avLst/>
          </a:prstGeom>
          <a:noFill/>
        </p:spPr>
        <p:txBody>
          <a:bodyPr wrap="square" rtlCol="0">
            <a:noAutofit/>
          </a:bodyPr>
          <a:lstStyle/>
          <a:p>
            <a:pPr marL="0" marR="0" algn="just">
              <a:lnSpc>
                <a:spcPct val="107000"/>
              </a:lnSpc>
              <a:spcBef>
                <a:spcPts val="0"/>
              </a:spcBef>
              <a:spcAft>
                <a:spcPts val="800"/>
              </a:spcAft>
            </a:pPr>
            <a:r>
              <a:rPr lang="en-US" sz="4600" b="1" kern="1200">
                <a:solidFill>
                  <a:srgbClr val="FF0000"/>
                </a:solidFill>
                <a:effectLst/>
                <a:latin typeface="Tahoma" panose="020B0604030504040204" pitchFamily="34" charset="0"/>
                <a:ea typeface="Tahoma" panose="020B0604030504040204" pitchFamily="34" charset="0"/>
                <a:cs typeface="Tahoma" panose="020B0604030504040204" pitchFamily="34" charset="0"/>
              </a:rPr>
              <a:t>HĐ1: </a:t>
            </a:r>
            <a:r>
              <a:rPr lang="en-US" sz="4600" kern="1200">
                <a:effectLst/>
                <a:latin typeface="Tahoma" panose="020B0604030504040204" pitchFamily="34" charset="0"/>
                <a:ea typeface="Tahoma" panose="020B0604030504040204" pitchFamily="34" charset="0"/>
                <a:cs typeface="Tahoma" panose="020B0604030504040204" pitchFamily="34" charset="0"/>
              </a:rPr>
              <a:t>Một nhóm gồm bốn bạn Hà, Mai, Nam, Đạt xếp thành một hàng từ trái sang phải để tham gia một cuộc phỏng vấn.</a:t>
            </a:r>
          </a:p>
          <a:p>
            <a:pPr marL="0" marR="0">
              <a:lnSpc>
                <a:spcPct val="107000"/>
              </a:lnSpc>
              <a:spcBef>
                <a:spcPts val="0"/>
              </a:spcBef>
              <a:spcAft>
                <a:spcPts val="800"/>
              </a:spcAft>
            </a:pPr>
            <a:endParaRPr lang="en-US" sz="460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a:effectLst/>
              <a:latin typeface="Tahoma" panose="020B0604030504040204" pitchFamily="34" charset="0"/>
              <a:ea typeface="Tahoma" panose="020B0604030504040204" pitchFamily="34" charset="0"/>
              <a:cs typeface="Tahoma" panose="020B0604030504040204" pitchFamily="34" charset="0"/>
            </a:endParaRPr>
          </a:p>
          <a:p>
            <a:pPr marL="0" marR="0" algn="just">
              <a:lnSpc>
                <a:spcPct val="107000"/>
              </a:lnSpc>
              <a:spcBef>
                <a:spcPts val="0"/>
              </a:spcBef>
              <a:spcAft>
                <a:spcPts val="0"/>
              </a:spcAft>
            </a:pPr>
            <a:r>
              <a:rPr lang="en-US" sz="4600" kern="1200">
                <a:effectLst/>
                <a:latin typeface="Tahoma" panose="020B0604030504040204" pitchFamily="34" charset="0"/>
                <a:ea typeface="Tahoma" panose="020B0604030504040204" pitchFamily="34" charset="0"/>
                <a:cs typeface="Tahoma" panose="020B0604030504040204" pitchFamily="34" charset="0"/>
              </a:rPr>
              <a:t>a) Hãy liệt kê ba cách sắp xếp bốn bạn trên theo thứ tự.</a:t>
            </a:r>
            <a:endParaRPr lang="en-US" sz="4600">
              <a:effectLst/>
              <a:latin typeface="Tahoma" panose="020B0604030504040204" pitchFamily="34" charset="0"/>
              <a:ea typeface="Tahoma" panose="020B0604030504040204" pitchFamily="34" charset="0"/>
              <a:cs typeface="Tahoma" panose="020B0604030504040204" pitchFamily="34" charset="0"/>
            </a:endParaRPr>
          </a:p>
          <a:p>
            <a:pPr marL="0" marR="0" algn="just">
              <a:lnSpc>
                <a:spcPct val="107000"/>
              </a:lnSpc>
              <a:spcBef>
                <a:spcPts val="0"/>
              </a:spcBef>
              <a:spcAft>
                <a:spcPts val="0"/>
              </a:spcAft>
            </a:pPr>
            <a:r>
              <a:rPr lang="en-US" sz="4600" kern="1200">
                <a:effectLst/>
                <a:latin typeface="Tahoma" panose="020B0604030504040204" pitchFamily="34" charset="0"/>
                <a:ea typeface="Tahoma" panose="020B0604030504040204" pitchFamily="34" charset="0"/>
                <a:cs typeface="Tahoma" panose="020B0604030504040204" pitchFamily="34" charset="0"/>
              </a:rPr>
              <a:t>b) Có bao nhiêu cách sắp xếp thứ tự bốn bạn trên để tham gia phỏng vấn? </a:t>
            </a:r>
            <a:endParaRPr lang="en-US" sz="4600">
              <a:effectLs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3DD30A3B-E42E-4A1F-8AB9-53C0308D9766}"/>
                  </a:ext>
                </a:extLst>
              </p:cNvPr>
              <p:cNvSpPr txBox="1"/>
              <p:nvPr/>
            </p:nvSpPr>
            <p:spPr>
              <a:xfrm>
                <a:off x="567062" y="9465184"/>
                <a:ext cx="23359738" cy="2308324"/>
              </a:xfrm>
              <a:prstGeom prst="rect">
                <a:avLst/>
              </a:prstGeom>
              <a:noFill/>
            </p:spPr>
            <p:txBody>
              <a:bodyPr wrap="square">
                <a:spAutoFit/>
              </a:bodyPr>
              <a:lstStyle/>
              <a:p>
                <a:pPr algn="just"/>
                <a:r>
                  <a:rPr lang="vi-VN" sz="4800">
                    <a:latin typeface="Tahoma" panose="020B0604030504040204" pitchFamily="34" charset="0"/>
                    <a:ea typeface="Tahoma" panose="020B0604030504040204" pitchFamily="34" charset="0"/>
                    <a:cs typeface="Tahoma" panose="020B0604030504040204" pitchFamily="34" charset="0"/>
                  </a:rPr>
                  <a:t>Mỗi cách sắp xếp thứ tự của bốn bạn tham gia phỏng vấn ở HĐ1 được gọi lại một hoán vị của tập hợp gồm bốn bạn này. Số các hoán vị của bốn bạn ở HĐ1 là </a:t>
                </a:r>
                <a:endParaRPr lang="en-US" sz="4800" i="1">
                  <a:latin typeface="Cambria Math" panose="02040503050406030204" pitchFamily="18" charset="0"/>
                  <a:ea typeface="Tahoma" panose="020B0604030504040204" pitchFamily="34" charset="0"/>
                  <a:cs typeface="Tahoma" panose="020B0604030504040204" pitchFamily="34" charset="0"/>
                </a:endParaRPr>
              </a:p>
              <a:p>
                <a14:m>
                  <m:oMath xmlns:m="http://schemas.openxmlformats.org/officeDocument/2006/math">
                    <m:r>
                      <a:rPr lang="vi-VN" sz="4800" i="1" smtClean="0">
                        <a:latin typeface="Cambria Math" panose="02040503050406030204" pitchFamily="18" charset="0"/>
                        <a:ea typeface="Tahoma" panose="020B0604030504040204" pitchFamily="34" charset="0"/>
                        <a:cs typeface="Tahoma" panose="020B0604030504040204" pitchFamily="34" charset="0"/>
                      </a:rPr>
                      <m:t>4⋅3⋅2⋅1</m:t>
                    </m:r>
                  </m:oMath>
                </a14:m>
                <a:r>
                  <a:rPr lang="vi-VN" sz="4800">
                    <a:latin typeface="Tahoma" panose="020B0604030504040204" pitchFamily="34" charset="0"/>
                    <a:ea typeface="Tahoma" panose="020B0604030504040204" pitchFamily="34" charset="0"/>
                    <a:cs typeface="Tahoma" panose="020B0604030504040204" pitchFamily="34" charset="0"/>
                  </a:rPr>
                  <a:t>.</a:t>
                </a:r>
                <a:endParaRPr lang="en-US" sz="480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3" name="TextBox 82">
                <a:extLst>
                  <a:ext uri="{FF2B5EF4-FFF2-40B4-BE49-F238E27FC236}">
                    <a16:creationId xmlns:a16="http://schemas.microsoft.com/office/drawing/2014/main" id="{3DD30A3B-E42E-4A1F-8AB9-53C0308D9766}"/>
                  </a:ext>
                </a:extLst>
              </p:cNvPr>
              <p:cNvSpPr txBox="1">
                <a:spLocks noRot="1" noChangeAspect="1" noMove="1" noResize="1" noEditPoints="1" noAdjustHandles="1" noChangeArrowheads="1" noChangeShapeType="1" noTextEdit="1"/>
              </p:cNvSpPr>
              <p:nvPr/>
            </p:nvSpPr>
            <p:spPr>
              <a:xfrm>
                <a:off x="567062" y="9465184"/>
                <a:ext cx="23359738" cy="2308324"/>
              </a:xfrm>
              <a:prstGeom prst="rect">
                <a:avLst/>
              </a:prstGeom>
              <a:blipFill>
                <a:blip r:embed="rId6"/>
                <a:stretch>
                  <a:fillRect l="-1174" t="-6085" r="-1200" b="-12963"/>
                </a:stretch>
              </a:blipFill>
            </p:spPr>
            <p:txBody>
              <a:bodyPr/>
              <a:lstStyle/>
              <a:p>
                <a:r>
                  <a:rPr lang="en-US">
                    <a:noFill/>
                  </a:rPr>
                  <a:t> </a:t>
                </a:r>
              </a:p>
            </p:txBody>
          </p:sp>
        </mc:Fallback>
      </mc:AlternateContent>
      <p:sp>
        <p:nvSpPr>
          <p:cNvPr id="85" name="Rounded Rectangle 8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89" name="TextBox 8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355628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3">
                                            <p:txEl>
                                              <p:pRg st="0" end="0"/>
                                            </p:txEl>
                                          </p:spTgt>
                                        </p:tgtEl>
                                        <p:attrNameLst>
                                          <p:attrName>style.visibility</p:attrName>
                                        </p:attrNameLst>
                                      </p:cBhvr>
                                      <p:to>
                                        <p:strVal val="visible"/>
                                      </p:to>
                                    </p:set>
                                    <p:animEffect transition="in" filter="wipe(left)">
                                      <p:cBhvr>
                                        <p:cTn id="7" dur="500"/>
                                        <p:tgtEl>
                                          <p:spTgt spid="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3">
                                            <p:txEl>
                                              <p:pRg st="1" end="1"/>
                                            </p:txEl>
                                          </p:spTgt>
                                        </p:tgtEl>
                                        <p:attrNameLst>
                                          <p:attrName>style.visibility</p:attrName>
                                        </p:attrNameLst>
                                      </p:cBhvr>
                                      <p:to>
                                        <p:strVal val="visible"/>
                                      </p:to>
                                    </p:set>
                                    <p:animEffect transition="in" filter="wipe(left)">
                                      <p:cBhvr>
                                        <p:cTn id="12" dur="500"/>
                                        <p:tgtEl>
                                          <p:spTgt spid="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5" name="Group 64">
            <a:extLst>
              <a:ext uri="{FF2B5EF4-FFF2-40B4-BE49-F238E27FC236}">
                <a16:creationId xmlns:a16="http://schemas.microsoft.com/office/drawing/2014/main" id="{70524C28-330B-43E5-9378-84CE4353225F}"/>
              </a:ext>
            </a:extLst>
          </p:cNvPr>
          <p:cNvGrpSpPr/>
          <p:nvPr/>
        </p:nvGrpSpPr>
        <p:grpSpPr>
          <a:xfrm>
            <a:off x="381000" y="1904999"/>
            <a:ext cx="23219986" cy="815609"/>
            <a:chOff x="381000" y="1904999"/>
            <a:chExt cx="23219986" cy="815609"/>
          </a:xfrm>
        </p:grpSpPr>
        <p:sp>
          <p:nvSpPr>
            <p:cNvPr id="66" name="Rectangle 65">
              <a:extLst>
                <a:ext uri="{FF2B5EF4-FFF2-40B4-BE49-F238E27FC236}">
                  <a16:creationId xmlns:a16="http://schemas.microsoft.com/office/drawing/2014/main" id="{04F86028-A5E9-4A56-884D-C219A70B815D}"/>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HOÁN VỊ</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67" name="Round Same Side Corner Rectangle 51">
              <a:extLst>
                <a:ext uri="{FF2B5EF4-FFF2-40B4-BE49-F238E27FC236}">
                  <a16:creationId xmlns:a16="http://schemas.microsoft.com/office/drawing/2014/main" id="{9EC2DC36-A59A-4325-A664-FA1E955F8F20}"/>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TextBox 67">
              <a:extLst>
                <a:ext uri="{FF2B5EF4-FFF2-40B4-BE49-F238E27FC236}">
                  <a16:creationId xmlns:a16="http://schemas.microsoft.com/office/drawing/2014/main" id="{A318689D-AF99-44A0-B09D-CC913A5CD0DB}"/>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69" name="Round Same Side Corner Rectangle 51">
              <a:extLst>
                <a:ext uri="{FF2B5EF4-FFF2-40B4-BE49-F238E27FC236}">
                  <a16:creationId xmlns:a16="http://schemas.microsoft.com/office/drawing/2014/main" id="{B981FF08-42E1-4108-8DD0-1D34E9BB63E2}"/>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70" name="TextBox 69">
              <a:extLst>
                <a:ext uri="{FF2B5EF4-FFF2-40B4-BE49-F238E27FC236}">
                  <a16:creationId xmlns:a16="http://schemas.microsoft.com/office/drawing/2014/main" id="{A9997F11-890A-4A73-BC16-EB07297C552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30" name="TextBox 29">
            <a:extLst>
              <a:ext uri="{FF2B5EF4-FFF2-40B4-BE49-F238E27FC236}">
                <a16:creationId xmlns:a16="http://schemas.microsoft.com/office/drawing/2014/main" id="{B2D9CEB9-9E7D-4A97-A94D-2F3FDD715BC7}"/>
              </a:ext>
            </a:extLst>
          </p:cNvPr>
          <p:cNvSpPr txBox="1"/>
          <p:nvPr/>
        </p:nvSpPr>
        <p:spPr>
          <a:xfrm>
            <a:off x="381000" y="2812048"/>
            <a:ext cx="12192000" cy="1049711"/>
          </a:xfrm>
          <a:prstGeom prst="rect">
            <a:avLst/>
          </a:prstGeom>
          <a:noFill/>
        </p:spPr>
        <p:txBody>
          <a:bodyPr wrap="square">
            <a:spAutoFit/>
          </a:bodyPr>
          <a:lstStyle/>
          <a:p>
            <a:pPr marL="0" marR="0">
              <a:lnSpc>
                <a:spcPct val="150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Tổng quát ta có:</a:t>
            </a:r>
          </a:p>
        </p:txBody>
      </p:sp>
      <mc:AlternateContent xmlns:mc="http://schemas.openxmlformats.org/markup-compatibility/2006" xmlns:a14="http://schemas.microsoft.com/office/drawing/2010/main">
        <mc:Choice Requires="a14">
          <p:sp>
            <p:nvSpPr>
              <p:cNvPr id="32" name="Rectangle: Rounded Corners 31">
                <a:extLst>
                  <a:ext uri="{FF2B5EF4-FFF2-40B4-BE49-F238E27FC236}">
                    <a16:creationId xmlns:a16="http://schemas.microsoft.com/office/drawing/2014/main" id="{2A9EDD5C-FD97-44BB-836A-3EFB3ACACA4E}"/>
                  </a:ext>
                </a:extLst>
              </p:cNvPr>
              <p:cNvSpPr/>
              <p:nvPr/>
            </p:nvSpPr>
            <p:spPr>
              <a:xfrm>
                <a:off x="387400" y="3942390"/>
                <a:ext cx="23615600" cy="4479154"/>
              </a:xfrm>
              <a:prstGeom prst="roundRect">
                <a:avLst>
                  <a:gd name="adj" fmla="val 9039"/>
                </a:avLst>
              </a:prstGeom>
              <a:solidFill>
                <a:srgbClr val="FFE2A7"/>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72000" bIns="0" numCol="1" spcCol="0" rtlCol="0" fromWordArt="0" anchor="t" anchorCtr="0" forceAA="0" compatLnSpc="1">
                <a:prstTxWarp prst="textNoShape">
                  <a:avLst/>
                </a:prstTxWarp>
                <a:noAutofit/>
              </a:bodyPr>
              <a:lstStyle/>
              <a:p>
                <a:pPr marL="0" marR="0" algn="just">
                  <a:lnSpc>
                    <a:spcPct val="107000"/>
                  </a:lnSpc>
                  <a:spcBef>
                    <a:spcPts val="0"/>
                  </a:spcBef>
                  <a:spcAft>
                    <a:spcPts val="600"/>
                  </a:spcAft>
                </a:pPr>
                <a:r>
                  <a:rPr lang="en-US" sz="4800">
                    <a:solidFill>
                      <a:srgbClr val="000000"/>
                    </a:solidFill>
                    <a:effectLst/>
                    <a:latin typeface="Tahoma" panose="020B0604030504040204" pitchFamily="34" charset="0"/>
                    <a:ea typeface="Tahoma" panose="020B0604030504040204" pitchFamily="34" charset="0"/>
                    <a:cs typeface="Tahoma" panose="020B0604030504040204" pitchFamily="34" charset="0"/>
                  </a:rPr>
                  <a:t>Một </a:t>
                </a:r>
                <a:r>
                  <a:rPr lang="en-US" sz="4800">
                    <a:solidFill>
                      <a:srgbClr val="FF0000"/>
                    </a:solidFill>
                    <a:effectLst/>
                    <a:latin typeface="Tahoma" panose="020B0604030504040204" pitchFamily="34" charset="0"/>
                    <a:ea typeface="Tahoma" panose="020B0604030504040204" pitchFamily="34" charset="0"/>
                    <a:cs typeface="Tahoma" panose="020B0604030504040204" pitchFamily="34" charset="0"/>
                  </a:rPr>
                  <a:t>hoán vị</a:t>
                </a:r>
                <a:r>
                  <a:rPr lang="en-US" sz="4800">
                    <a:solidFill>
                      <a:srgbClr val="000000"/>
                    </a:solidFill>
                    <a:effectLst/>
                    <a:latin typeface="Tahoma" panose="020B0604030504040204" pitchFamily="34" charset="0"/>
                    <a:ea typeface="Tahoma" panose="020B0604030504040204" pitchFamily="34" charset="0"/>
                    <a:cs typeface="Tahoma" panose="020B0604030504040204" pitchFamily="34" charset="0"/>
                  </a:rPr>
                  <a:t> của một tập hợp có </a:t>
                </a:r>
                <a14:m>
                  <m:oMath xmlns:m="http://schemas.openxmlformats.org/officeDocument/2006/math">
                    <m:r>
                      <a:rPr lang="en-US" sz="4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a:solidFill>
                      <a:srgbClr val="000000"/>
                    </a:solidFill>
                    <a:effectLst/>
                    <a:latin typeface="Tahoma" panose="020B0604030504040204" pitchFamily="34" charset="0"/>
                    <a:ea typeface="Tahoma" panose="020B0604030504040204" pitchFamily="34" charset="0"/>
                    <a:cs typeface="Tahoma" panose="020B0604030504040204" pitchFamily="34" charset="0"/>
                  </a:rPr>
                  <a:t> phần tử là một cách sắp xếp có thứ tự </a:t>
                </a:r>
                <a14:m>
                  <m:oMath xmlns:m="http://schemas.openxmlformats.org/officeDocument/2006/math">
                    <m:r>
                      <a:rPr lang="en-US" sz="4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a:solidFill>
                      <a:srgbClr val="000000"/>
                    </a:solidFill>
                    <a:effectLst/>
                    <a:latin typeface="Tahoma" panose="020B0604030504040204" pitchFamily="34" charset="0"/>
                    <a:ea typeface="Tahoma" panose="020B0604030504040204" pitchFamily="34" charset="0"/>
                    <a:cs typeface="Tahoma" panose="020B0604030504040204" pitchFamily="34" charset="0"/>
                  </a:rPr>
                  <a:t> phần tử đó (với </a:t>
                </a:r>
                <a14:m>
                  <m:oMath xmlns:m="http://schemas.openxmlformats.org/officeDocument/2006/math">
                    <m:r>
                      <a:rPr lang="en-US" sz="4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a:solidFill>
                      <a:srgbClr val="000000"/>
                    </a:solidFill>
                    <a:effectLst/>
                    <a:latin typeface="Tahoma" panose="020B0604030504040204" pitchFamily="34" charset="0"/>
                    <a:ea typeface="Tahoma" panose="020B0604030504040204" pitchFamily="34" charset="0"/>
                    <a:cs typeface="Tahoma" panose="020B0604030504040204" pitchFamily="34" charset="0"/>
                  </a:rPr>
                  <a:t> là số tự nhiên, </a:t>
                </a:r>
                <a14:m>
                  <m:oMath xmlns:m="http://schemas.openxmlformats.org/officeDocument/2006/math">
                    <m:r>
                      <a:rPr lang="en-US" sz="4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r>
                      <a:rPr lang="en-US" sz="4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oMath>
                </a14:m>
                <a:r>
                  <a:rPr lang="en-US" sz="4800">
                    <a:solidFill>
                      <a:srgbClr val="000000"/>
                    </a:solidFill>
                    <a:effectLst/>
                    <a:latin typeface="Tahoma" panose="020B0604030504040204" pitchFamily="34" charset="0"/>
                    <a:ea typeface="Tahoma" panose="020B0604030504040204" pitchFamily="34" charset="0"/>
                    <a:cs typeface="Tahoma" panose="020B0604030504040204" pitchFamily="34" charset="0"/>
                  </a:rPr>
                  <a:t>).</a:t>
                </a:r>
                <a:endParaRPr lang="en-US" sz="4800">
                  <a:effectLst/>
                  <a:latin typeface="Tahoma" panose="020B0604030504040204" pitchFamily="34" charset="0"/>
                  <a:ea typeface="Tahoma" panose="020B0604030504040204" pitchFamily="34" charset="0"/>
                  <a:cs typeface="Tahoma" panose="020B0604030504040204" pitchFamily="34" charset="0"/>
                </a:endParaRPr>
              </a:p>
              <a:p>
                <a:pPr marL="0" marR="0" algn="just">
                  <a:lnSpc>
                    <a:spcPct val="107000"/>
                  </a:lnSpc>
                  <a:spcBef>
                    <a:spcPts val="0"/>
                  </a:spcBef>
                  <a:spcAft>
                    <a:spcPts val="0"/>
                  </a:spcAft>
                </a:pPr>
                <a:r>
                  <a:rPr lang="en-US" sz="4800">
                    <a:solidFill>
                      <a:srgbClr val="000000"/>
                    </a:solidFill>
                    <a:effectLst/>
                    <a:latin typeface="Tahoma" panose="020B0604030504040204" pitchFamily="34" charset="0"/>
                    <a:ea typeface="Tahoma" panose="020B0604030504040204" pitchFamily="34" charset="0"/>
                    <a:cs typeface="Tahoma" panose="020B0604030504040204" pitchFamily="34" charset="0"/>
                  </a:rPr>
                  <a:t>Số các hoán vị của tập hợp có </a:t>
                </a:r>
                <a14:m>
                  <m:oMath xmlns:m="http://schemas.openxmlformats.org/officeDocument/2006/math">
                    <m:r>
                      <a:rPr lang="en-US" sz="4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a14:m>
                <a:r>
                  <a:rPr lang="en-US" sz="4800">
                    <a:solidFill>
                      <a:srgbClr val="000000"/>
                    </a:solidFill>
                    <a:effectLst/>
                    <a:latin typeface="Tahoma" panose="020B0604030504040204" pitchFamily="34" charset="0"/>
                    <a:ea typeface="Tahoma" panose="020B0604030504040204" pitchFamily="34" charset="0"/>
                    <a:cs typeface="Tahoma" panose="020B0604030504040204" pitchFamily="34" charset="0"/>
                  </a:rPr>
                  <a:t> phần tử, kí hiệu là </a:t>
                </a:r>
                <a14:m>
                  <m:oMath xmlns:m="http://schemas.openxmlformats.org/officeDocument/2006/math">
                    <m:sSub>
                      <m:sSubPr>
                        <m:ctrlPr>
                          <a:rPr lang="en-US" sz="4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4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𝑃</m:t>
                        </m:r>
                      </m:e>
                      <m:sub>
                        <m:r>
                          <a:rPr lang="en-US" sz="4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n-US" sz="4800">
                    <a:solidFill>
                      <a:srgbClr val="000000"/>
                    </a:solidFill>
                    <a:effectLst/>
                    <a:latin typeface="Tahoma" panose="020B0604030504040204" pitchFamily="34" charset="0"/>
                    <a:ea typeface="Tahoma" panose="020B0604030504040204" pitchFamily="34" charset="0"/>
                    <a:cs typeface="Tahoma" panose="020B0604030504040204" pitchFamily="34" charset="0"/>
                  </a:rPr>
                  <a:t>, được tính bằng công thức</a:t>
                </a:r>
                <a:endParaRPr lang="en-US" sz="4800">
                  <a:effectLst/>
                  <a:latin typeface="Tahoma" panose="020B0604030504040204" pitchFamily="34" charset="0"/>
                  <a:ea typeface="Tahoma" panose="020B0604030504040204" pitchFamily="34" charset="0"/>
                  <a:cs typeface="Tahoma" panose="020B0604030504040204" pitchFamily="34" charset="0"/>
                </a:endParaRPr>
              </a:p>
              <a:p>
                <a:pPr marL="0" marR="0" algn="ctr">
                  <a:spcBef>
                    <a:spcPts val="0"/>
                  </a:spcBef>
                  <a:spcAft>
                    <a:spcPts val="0"/>
                  </a:spcAft>
                  <a:tabLst>
                    <a:tab pos="2971800" algn="ctr"/>
                    <a:tab pos="5943600" algn="r"/>
                  </a:tabLst>
                </a:pPr>
                <a:r>
                  <a:rPr lang="nl-NL" sz="4800" b="1" u="sng">
                    <a:solidFill>
                      <a:srgbClr val="0000FF"/>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4800" b="1" i="1">
                            <a:solidFill>
                              <a:srgbClr val="0000FF"/>
                            </a:solidFill>
                            <a:effectLst/>
                            <a:latin typeface="Cambria Math" panose="02040503050406030204" pitchFamily="18" charset="0"/>
                            <a:ea typeface="Calibri" panose="020F0502020204030204" pitchFamily="34" charset="0"/>
                          </a:rPr>
                        </m:ctrlPr>
                      </m:sSubPr>
                      <m:e>
                        <m:r>
                          <a:rPr lang="nl-NL" sz="4800" b="1" i="1">
                            <a:solidFill>
                              <a:srgbClr val="0000FF"/>
                            </a:solidFill>
                            <a:effectLst/>
                            <a:latin typeface="Cambria Math" panose="02040503050406030204" pitchFamily="18" charset="0"/>
                            <a:ea typeface="Calibri" panose="020F0502020204030204" pitchFamily="34" charset="0"/>
                          </a:rPr>
                          <m:t>𝑷</m:t>
                        </m:r>
                      </m:e>
                      <m:sub>
                        <m:r>
                          <a:rPr lang="nl-NL" sz="4800" b="1" i="1">
                            <a:solidFill>
                              <a:srgbClr val="0000FF"/>
                            </a:solidFill>
                            <a:effectLst/>
                            <a:latin typeface="Cambria Math" panose="02040503050406030204" pitchFamily="18" charset="0"/>
                            <a:ea typeface="Calibri" panose="020F0502020204030204" pitchFamily="34" charset="0"/>
                          </a:rPr>
                          <m:t>𝒏</m:t>
                        </m:r>
                      </m:sub>
                    </m:sSub>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𝒏</m:t>
                    </m:r>
                    <m:r>
                      <a:rPr lang="nl-NL" sz="4800" b="1" i="1">
                        <a:solidFill>
                          <a:srgbClr val="0000FF"/>
                        </a:solidFill>
                        <a:effectLst/>
                        <a:latin typeface="Cambria Math" panose="02040503050406030204" pitchFamily="18" charset="0"/>
                        <a:ea typeface="Calibri" panose="020F0502020204030204" pitchFamily="34" charset="0"/>
                        <a:cs typeface="Cambria Math" panose="02040503050406030204" pitchFamily="18" charset="0"/>
                      </a:rPr>
                      <m:t>⋅</m:t>
                    </m:r>
                    <m:d>
                      <m:dPr>
                        <m:ctrlPr>
                          <a:rPr lang="en-US" sz="4800" b="1" i="1">
                            <a:solidFill>
                              <a:srgbClr val="0000FF"/>
                            </a:solidFill>
                            <a:effectLst/>
                            <a:latin typeface="Cambria Math" panose="02040503050406030204" pitchFamily="18" charset="0"/>
                            <a:ea typeface="Calibri" panose="020F0502020204030204" pitchFamily="34" charset="0"/>
                          </a:rPr>
                        </m:ctrlPr>
                      </m:dPr>
                      <m:e>
                        <m:r>
                          <a:rPr lang="nl-NL" sz="4800" b="1" i="1">
                            <a:solidFill>
                              <a:srgbClr val="0000FF"/>
                            </a:solidFill>
                            <a:effectLst/>
                            <a:latin typeface="Cambria Math" panose="02040503050406030204" pitchFamily="18" charset="0"/>
                            <a:ea typeface="Calibri" panose="020F0502020204030204" pitchFamily="34" charset="0"/>
                          </a:rPr>
                          <m:t>𝒏</m:t>
                        </m:r>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𝟏</m:t>
                        </m:r>
                      </m:e>
                    </m:d>
                    <m:r>
                      <a:rPr lang="nl-NL" sz="4800" b="1" i="1">
                        <a:solidFill>
                          <a:srgbClr val="0000FF"/>
                        </a:solidFill>
                        <a:effectLst/>
                        <a:latin typeface="Cambria Math" panose="02040503050406030204" pitchFamily="18" charset="0"/>
                        <a:ea typeface="Calibri" panose="020F0502020204030204" pitchFamily="34" charset="0"/>
                        <a:cs typeface="Cambria Math" panose="02040503050406030204" pitchFamily="18" charset="0"/>
                      </a:rPr>
                      <m:t>⋅</m:t>
                    </m:r>
                    <m:d>
                      <m:dPr>
                        <m:ctrlPr>
                          <a:rPr lang="en-US" sz="4800" b="1" i="1">
                            <a:solidFill>
                              <a:srgbClr val="0000FF"/>
                            </a:solidFill>
                            <a:effectLst/>
                            <a:latin typeface="Cambria Math" panose="02040503050406030204" pitchFamily="18" charset="0"/>
                            <a:ea typeface="Calibri" panose="020F0502020204030204" pitchFamily="34" charset="0"/>
                          </a:rPr>
                        </m:ctrlPr>
                      </m:dPr>
                      <m:e>
                        <m:r>
                          <a:rPr lang="nl-NL" sz="4800" b="1" i="1">
                            <a:solidFill>
                              <a:srgbClr val="0000FF"/>
                            </a:solidFill>
                            <a:effectLst/>
                            <a:latin typeface="Cambria Math" panose="02040503050406030204" pitchFamily="18" charset="0"/>
                            <a:ea typeface="Calibri" panose="020F0502020204030204" pitchFamily="34" charset="0"/>
                          </a:rPr>
                          <m:t>𝒏</m:t>
                        </m:r>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𝟐</m:t>
                        </m:r>
                      </m:e>
                    </m:d>
                    <m:r>
                      <a:rPr lang="nl-NL" sz="4800" b="1" i="1">
                        <a:solidFill>
                          <a:srgbClr val="0000FF"/>
                        </a:solidFill>
                        <a:effectLst/>
                        <a:latin typeface="Cambria Math" panose="02040503050406030204" pitchFamily="18" charset="0"/>
                        <a:ea typeface="Calibri" panose="020F0502020204030204" pitchFamily="34" charset="0"/>
                        <a:cs typeface="Cambria Math" panose="02040503050406030204" pitchFamily="18" charset="0"/>
                      </a:rPr>
                      <m:t>⋅⋅⋅</m:t>
                    </m:r>
                    <m:r>
                      <a:rPr lang="nl-NL" sz="4800" b="1" i="1">
                        <a:solidFill>
                          <a:srgbClr val="0000FF"/>
                        </a:solidFill>
                        <a:effectLst/>
                        <a:latin typeface="Cambria Math" panose="02040503050406030204" pitchFamily="18" charset="0"/>
                        <a:ea typeface="Calibri" panose="020F0502020204030204" pitchFamily="34" charset="0"/>
                      </a:rPr>
                      <m:t>𝟐</m:t>
                    </m:r>
                    <m:r>
                      <a:rPr lang="nl-NL" sz="4800" b="1" i="1">
                        <a:solidFill>
                          <a:srgbClr val="0000FF"/>
                        </a:solidFill>
                        <a:effectLst/>
                        <a:latin typeface="Cambria Math" panose="02040503050406030204" pitchFamily="18" charset="0"/>
                        <a:ea typeface="Calibri" panose="020F0502020204030204" pitchFamily="34" charset="0"/>
                        <a:cs typeface="Cambria Math" panose="02040503050406030204" pitchFamily="18" charset="0"/>
                      </a:rPr>
                      <m:t>⋅</m:t>
                    </m:r>
                    <m:r>
                      <a:rPr lang="nl-NL" sz="4800" b="1" i="1">
                        <a:solidFill>
                          <a:srgbClr val="0000FF"/>
                        </a:solidFill>
                        <a:effectLst/>
                        <a:latin typeface="Cambria Math" panose="02040503050406030204" pitchFamily="18" charset="0"/>
                        <a:ea typeface="Calibri" panose="020F0502020204030204" pitchFamily="34" charset="0"/>
                      </a:rPr>
                      <m:t>𝟏</m:t>
                    </m:r>
                    <m:r>
                      <a:rPr lang="nl-NL" sz="4800" b="1" i="1">
                        <a:solidFill>
                          <a:srgbClr val="0000FF"/>
                        </a:solidFill>
                        <a:effectLst/>
                        <a:latin typeface="Cambria Math" panose="02040503050406030204" pitchFamily="18" charset="0"/>
                        <a:ea typeface="Calibri" panose="020F0502020204030204" pitchFamily="34" charset="0"/>
                      </a:rPr>
                      <m:t>.</m:t>
                    </m:r>
                  </m:oMath>
                </a14:m>
                <a:endParaRPr lang="en-US" sz="4800" b="1">
                  <a:solidFill>
                    <a:srgbClr val="0000FF"/>
                  </a:solidFill>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2" name="Rectangle: Rounded Corners 31">
                <a:extLst>
                  <a:ext uri="{FF2B5EF4-FFF2-40B4-BE49-F238E27FC236}">
                    <a16:creationId xmlns:a16="http://schemas.microsoft.com/office/drawing/2014/main" id="{2A9EDD5C-FD97-44BB-836A-3EFB3ACACA4E}"/>
                  </a:ext>
                </a:extLst>
              </p:cNvPr>
              <p:cNvSpPr>
                <a:spLocks noRot="1" noChangeAspect="1" noMove="1" noResize="1" noEditPoints="1" noAdjustHandles="1" noChangeArrowheads="1" noChangeShapeType="1" noTextEdit="1"/>
              </p:cNvSpPr>
              <p:nvPr/>
            </p:nvSpPr>
            <p:spPr>
              <a:xfrm>
                <a:off x="387400" y="3942390"/>
                <a:ext cx="23615600" cy="4479154"/>
              </a:xfrm>
              <a:prstGeom prst="roundRect">
                <a:avLst>
                  <a:gd name="adj" fmla="val 9039"/>
                </a:avLst>
              </a:prstGeom>
              <a:blipFill>
                <a:blip r:embed="rId3"/>
                <a:stretch>
                  <a:fillRect l="-748" t="-1764" r="-671"/>
                </a:stretch>
              </a:blipFill>
              <a:ln w="19050">
                <a:solidFill>
                  <a:schemeClr val="accent2">
                    <a:lumMod val="75000"/>
                  </a:schemeClr>
                </a:solidFill>
              </a:ln>
            </p:spPr>
            <p:txBody>
              <a:bodyPr/>
              <a:lstStyle/>
              <a:p>
                <a:r>
                  <a:rPr lang="en-US">
                    <a:noFill/>
                  </a:rPr>
                  <a:t> </a:t>
                </a:r>
              </a:p>
            </p:txBody>
          </p:sp>
        </mc:Fallback>
      </mc:AlternateContent>
      <p:grpSp>
        <p:nvGrpSpPr>
          <p:cNvPr id="33" name="Group 32">
            <a:extLst>
              <a:ext uri="{FF2B5EF4-FFF2-40B4-BE49-F238E27FC236}">
                <a16:creationId xmlns:a16="http://schemas.microsoft.com/office/drawing/2014/main" id="{BE259234-077D-410D-995B-878496063FE7}"/>
              </a:ext>
            </a:extLst>
          </p:cNvPr>
          <p:cNvGrpSpPr/>
          <p:nvPr/>
        </p:nvGrpSpPr>
        <p:grpSpPr>
          <a:xfrm>
            <a:off x="319463" y="8394402"/>
            <a:ext cx="23689937" cy="5091320"/>
            <a:chOff x="319463" y="8394402"/>
            <a:chExt cx="23689937" cy="5091320"/>
          </a:xfrm>
        </p:grpSpPr>
        <p:grpSp>
          <p:nvGrpSpPr>
            <p:cNvPr id="34" name="Group 33">
              <a:extLst>
                <a:ext uri="{FF2B5EF4-FFF2-40B4-BE49-F238E27FC236}">
                  <a16:creationId xmlns:a16="http://schemas.microsoft.com/office/drawing/2014/main" id="{61CDDC45-F4EC-4A23-B359-A8E5FFDF0103}"/>
                </a:ext>
              </a:extLst>
            </p:cNvPr>
            <p:cNvGrpSpPr/>
            <p:nvPr/>
          </p:nvGrpSpPr>
          <p:grpSpPr>
            <a:xfrm>
              <a:off x="387400" y="8473042"/>
              <a:ext cx="23622000" cy="5012680"/>
              <a:chOff x="1222851" y="5348148"/>
              <a:chExt cx="23580257" cy="5078509"/>
            </a:xfrm>
          </p:grpSpPr>
          <p:sp>
            <p:nvSpPr>
              <p:cNvPr id="36" name="Rounded Rectangle 34">
                <a:extLst>
                  <a:ext uri="{FF2B5EF4-FFF2-40B4-BE49-F238E27FC236}">
                    <a16:creationId xmlns:a16="http://schemas.microsoft.com/office/drawing/2014/main" id="{8F93434A-C28A-497B-8AFA-73EA126A2BCB}"/>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7" name="Group 60">
                <a:extLst>
                  <a:ext uri="{FF2B5EF4-FFF2-40B4-BE49-F238E27FC236}">
                    <a16:creationId xmlns:a16="http://schemas.microsoft.com/office/drawing/2014/main" id="{58866458-DF01-4D39-AC76-7B21BB1DE20F}"/>
                  </a:ext>
                </a:extLst>
              </p:cNvPr>
              <p:cNvGrpSpPr/>
              <p:nvPr/>
            </p:nvGrpSpPr>
            <p:grpSpPr>
              <a:xfrm>
                <a:off x="1222851" y="5348148"/>
                <a:ext cx="2998380" cy="824430"/>
                <a:chOff x="1224542" y="6322796"/>
                <a:chExt cx="2998727" cy="828633"/>
              </a:xfrm>
            </p:grpSpPr>
            <p:sp>
              <p:nvSpPr>
                <p:cNvPr id="38" name="Freeform 20">
                  <a:extLst>
                    <a:ext uri="{FF2B5EF4-FFF2-40B4-BE49-F238E27FC236}">
                      <a16:creationId xmlns:a16="http://schemas.microsoft.com/office/drawing/2014/main" id="{CC2B5945-EFCA-4E85-9AD8-F02F6CAA0C36}"/>
                    </a:ext>
                  </a:extLst>
                </p:cNvPr>
                <p:cNvSpPr>
                  <a:spLocks/>
                </p:cNvSpPr>
                <p:nvPr/>
              </p:nvSpPr>
              <p:spPr bwMode="auto">
                <a:xfrm rot="16200000" flipV="1">
                  <a:off x="2576334" y="5542717"/>
                  <a:ext cx="828631" cy="2388790"/>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9" name="Round Diagonal Corner Rectangle 41">
                  <a:extLst>
                    <a:ext uri="{FF2B5EF4-FFF2-40B4-BE49-F238E27FC236}">
                      <a16:creationId xmlns:a16="http://schemas.microsoft.com/office/drawing/2014/main" id="{2D4240F6-D59F-4D44-9AAD-4398C2307E88}"/>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5E5EE134-8387-4218-BEC6-160C1DDCF54B}"/>
                    </a:ext>
                  </a:extLst>
                </p:cNvPr>
                <p:cNvSpPr txBox="1"/>
                <p:nvPr/>
              </p:nvSpPr>
              <p:spPr>
                <a:xfrm>
                  <a:off x="2181816" y="6356945"/>
                  <a:ext cx="2041453" cy="783519"/>
                </a:xfrm>
                <a:prstGeom prst="rect">
                  <a:avLst/>
                </a:prstGeom>
                <a:noFill/>
              </p:spPr>
              <p:txBody>
                <a:bodyPr wrap="square" rtlCol="0">
                  <a:spAutoFit/>
                </a:bodyPr>
                <a:lstStyle/>
                <a:p>
                  <a:r>
                    <a:rPr lang="vi-VN" sz="4400" b="1">
                      <a:solidFill>
                        <a:srgbClr val="FFC000"/>
                      </a:solidFill>
                      <a:latin typeface="Tahoma" pitchFamily="34" charset="0"/>
                      <a:ea typeface="Tahoma" pitchFamily="34" charset="0"/>
                      <a:cs typeface="Tahoma" pitchFamily="34" charset="0"/>
                    </a:rPr>
                    <a:t>Chú ý</a:t>
                  </a:r>
                  <a:endParaRPr lang="en-US" sz="4400" b="1" dirty="0">
                    <a:solidFill>
                      <a:srgbClr val="FFC000"/>
                    </a:solidFill>
                    <a:latin typeface="Tahoma" pitchFamily="34" charset="0"/>
                    <a:ea typeface="Tahoma" pitchFamily="34" charset="0"/>
                    <a:cs typeface="Tahoma" pitchFamily="34" charset="0"/>
                  </a:endParaRPr>
                </a:p>
              </p:txBody>
            </p:sp>
          </p:grpSp>
        </p:grpSp>
        <p:pic>
          <p:nvPicPr>
            <p:cNvPr id="35" name="Graphic 34" descr="Clipboard outline">
              <a:extLst>
                <a:ext uri="{FF2B5EF4-FFF2-40B4-BE49-F238E27FC236}">
                  <a16:creationId xmlns:a16="http://schemas.microsoft.com/office/drawing/2014/main" id="{7E3B06F2-3761-42D8-8E94-0FA5DF9732B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319463" y="8394402"/>
              <a:ext cx="914400" cy="914400"/>
            </a:xfrm>
            <a:prstGeom prst="rect">
              <a:avLst/>
            </a:prstGeom>
          </p:spPr>
        </p:pic>
      </p:gr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406AC78-55FF-41CB-A021-646F0639FB30}"/>
                  </a:ext>
                </a:extLst>
              </p:cNvPr>
              <p:cNvSpPr txBox="1"/>
              <p:nvPr/>
            </p:nvSpPr>
            <p:spPr>
              <a:xfrm>
                <a:off x="567062" y="9465184"/>
                <a:ext cx="23411570" cy="2308324"/>
              </a:xfrm>
              <a:prstGeom prst="rect">
                <a:avLst/>
              </a:prstGeom>
              <a:noFill/>
            </p:spPr>
            <p:txBody>
              <a:bodyPr wrap="square">
                <a:spAutoFit/>
              </a:bodyPr>
              <a:lstStyle/>
              <a:p>
                <a:pPr algn="just"/>
                <a:r>
                  <a:rPr lang="vi-VN" sz="4800">
                    <a:latin typeface="Tahoma" panose="020B0604030504040204" pitchFamily="34" charset="0"/>
                    <a:ea typeface="Tahoma" panose="020B0604030504040204" pitchFamily="34" charset="0"/>
                    <a:cs typeface="Tahoma" panose="020B0604030504040204" pitchFamily="34" charset="0"/>
                  </a:rPr>
                  <a:t>Kí hiệu </a:t>
                </a:r>
                <a14:m>
                  <m:oMath xmlns:m="http://schemas.openxmlformats.org/officeDocument/2006/math">
                    <m:r>
                      <a:rPr lang="en-US" sz="4800" i="1">
                        <a:latin typeface="Cambria Math" panose="02040503050406030204" pitchFamily="18" charset="0"/>
                      </a:rPr>
                      <m:t>𝑛</m:t>
                    </m:r>
                    <m:r>
                      <a:rPr lang="en-US" sz="4800" i="1">
                        <a:latin typeface="Cambria Math" panose="02040503050406030204" pitchFamily="18" charset="0"/>
                      </a:rPr>
                      <m:t>⋅</m:t>
                    </m:r>
                    <m:d>
                      <m:dPr>
                        <m:ctrlPr>
                          <a:rPr lang="en-US" sz="4800" i="1">
                            <a:latin typeface="Cambria Math" panose="02040503050406030204" pitchFamily="18" charset="0"/>
                          </a:rPr>
                        </m:ctrlPr>
                      </m:dPr>
                      <m:e>
                        <m:r>
                          <a:rPr lang="en-US" sz="4800" i="1">
                            <a:latin typeface="Cambria Math" panose="02040503050406030204" pitchFamily="18" charset="0"/>
                          </a:rPr>
                          <m:t>𝑛</m:t>
                        </m:r>
                        <m:r>
                          <a:rPr lang="en-US" sz="4800" i="1">
                            <a:latin typeface="Cambria Math" panose="02040503050406030204" pitchFamily="18" charset="0"/>
                          </a:rPr>
                          <m:t>−1</m:t>
                        </m:r>
                      </m:e>
                    </m:d>
                    <m:r>
                      <a:rPr lang="en-US" sz="4800" i="1">
                        <a:latin typeface="Cambria Math" panose="02040503050406030204" pitchFamily="18" charset="0"/>
                      </a:rPr>
                      <m:t>⋅</m:t>
                    </m:r>
                    <m:d>
                      <m:dPr>
                        <m:ctrlPr>
                          <a:rPr lang="en-US" sz="4800" i="1">
                            <a:latin typeface="Cambria Math" panose="02040503050406030204" pitchFamily="18" charset="0"/>
                          </a:rPr>
                        </m:ctrlPr>
                      </m:dPr>
                      <m:e>
                        <m:r>
                          <a:rPr lang="en-US" sz="4800" i="1">
                            <a:latin typeface="Cambria Math" panose="02040503050406030204" pitchFamily="18" charset="0"/>
                          </a:rPr>
                          <m:t>𝑛</m:t>
                        </m:r>
                        <m:r>
                          <a:rPr lang="en-US" sz="4800" i="1">
                            <a:latin typeface="Cambria Math" panose="02040503050406030204" pitchFamily="18" charset="0"/>
                          </a:rPr>
                          <m:t>−2</m:t>
                        </m:r>
                      </m:e>
                    </m:d>
                    <m:r>
                      <a:rPr lang="en-US" sz="4800" i="1">
                        <a:latin typeface="Cambria Math" panose="02040503050406030204" pitchFamily="18" charset="0"/>
                      </a:rPr>
                      <m:t>⋅⋅⋅2⋅1</m:t>
                    </m:r>
                  </m:oMath>
                </a14:m>
                <a:r>
                  <a:rPr lang="en-US" sz="4800">
                    <a:latin typeface="Tahoma" panose="020B0604030504040204" pitchFamily="34" charset="0"/>
                    <a:ea typeface="Tahoma" panose="020B0604030504040204" pitchFamily="34" charset="0"/>
                    <a:cs typeface="Tahoma" panose="020B0604030504040204" pitchFamily="34" charset="0"/>
                  </a:rPr>
                  <a:t> </a:t>
                </a:r>
                <a:r>
                  <a:rPr lang="vi-VN" sz="4800">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r>
                      <a:rPr lang="en-US" sz="4800" i="1">
                        <a:latin typeface="Cambria Math" panose="02040503050406030204" pitchFamily="18" charset="0"/>
                      </a:rPr>
                      <m:t>𝑛</m:t>
                    </m:r>
                    <m:r>
                      <a:rPr lang="en-US" sz="4800" i="1">
                        <a:latin typeface="Cambria Math" panose="02040503050406030204" pitchFamily="18" charset="0"/>
                      </a:rPr>
                      <m:t>!</m:t>
                    </m:r>
                  </m:oMath>
                </a14:m>
                <a:r>
                  <a:rPr lang="en-US" sz="4800">
                    <a:latin typeface="Tahoma" panose="020B0604030504040204" pitchFamily="34" charset="0"/>
                    <a:ea typeface="Tahoma" panose="020B0604030504040204" pitchFamily="34" charset="0"/>
                    <a:cs typeface="Tahoma" panose="020B0604030504040204" pitchFamily="34" charset="0"/>
                  </a:rPr>
                  <a:t> </a:t>
                </a:r>
                <a:r>
                  <a:rPr lang="vi-VN" sz="4800">
                    <a:latin typeface="Tahoma" panose="020B0604030504040204" pitchFamily="34" charset="0"/>
                    <a:ea typeface="Tahoma" panose="020B0604030504040204" pitchFamily="34" charset="0"/>
                    <a:cs typeface="Tahoma" panose="020B0604030504040204" pitchFamily="34" charset="0"/>
                  </a:rPr>
                  <a:t> (đọc là </a:t>
                </a:r>
                <a14:m>
                  <m:oMath xmlns:m="http://schemas.openxmlformats.org/officeDocument/2006/math">
                    <m:r>
                      <a:rPr lang="en-US" sz="4800" i="1">
                        <a:latin typeface="Cambria Math" panose="02040503050406030204" pitchFamily="18" charset="0"/>
                      </a:rPr>
                      <m:t>𝑛</m:t>
                    </m:r>
                  </m:oMath>
                </a14:m>
                <a:r>
                  <a:rPr lang="vi-VN" sz="4800">
                    <a:latin typeface="Tahoma" panose="020B0604030504040204" pitchFamily="34" charset="0"/>
                    <a:ea typeface="Tahoma" panose="020B0604030504040204" pitchFamily="34" charset="0"/>
                    <a:cs typeface="Tahoma" panose="020B0604030504040204" pitchFamily="34" charset="0"/>
                  </a:rPr>
                  <a:t> giai thừa), ta có: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𝑃</m:t>
                        </m:r>
                      </m:e>
                      <m:sub>
                        <m:r>
                          <a:rPr lang="en-US" sz="4800" i="1">
                            <a:latin typeface="Cambria Math" panose="02040503050406030204" pitchFamily="18" charset="0"/>
                          </a:rPr>
                          <m:t>𝑛</m:t>
                        </m:r>
                      </m:sub>
                    </m:sSub>
                    <m:r>
                      <a:rPr lang="en-US" sz="4800" i="1">
                        <a:latin typeface="Cambria Math" panose="02040503050406030204" pitchFamily="18" charset="0"/>
                      </a:rPr>
                      <m:t>=</m:t>
                    </m:r>
                    <m:r>
                      <a:rPr lang="en-US" sz="4800" i="1">
                        <a:latin typeface="Cambria Math" panose="02040503050406030204" pitchFamily="18" charset="0"/>
                      </a:rPr>
                      <m:t>𝑛</m:t>
                    </m:r>
                    <m:r>
                      <a:rPr lang="en-US" sz="4800" i="1">
                        <a:latin typeface="Cambria Math" panose="02040503050406030204" pitchFamily="18" charset="0"/>
                      </a:rPr>
                      <m:t>!</m:t>
                    </m:r>
                  </m:oMath>
                </a14:m>
                <a:r>
                  <a:rPr lang="en-US" sz="4800">
                    <a:latin typeface="Tahoma" panose="020B0604030504040204" pitchFamily="34" charset="0"/>
                    <a:ea typeface="Tahoma" panose="020B0604030504040204" pitchFamily="34" charset="0"/>
                    <a:cs typeface="Tahoma" panose="020B0604030504040204" pitchFamily="34" charset="0"/>
                  </a:rPr>
                  <a:t>. </a:t>
                </a:r>
                <a:endParaRPr lang="vi-VN" sz="4800">
                  <a:latin typeface="Tahoma" panose="020B0604030504040204" pitchFamily="34" charset="0"/>
                  <a:ea typeface="Tahoma" panose="020B0604030504040204" pitchFamily="34" charset="0"/>
                  <a:cs typeface="Tahoma" panose="020B0604030504040204" pitchFamily="34" charset="0"/>
                </a:endParaRPr>
              </a:p>
              <a:p>
                <a:r>
                  <a:rPr lang="vi-VN" sz="4800">
                    <a:latin typeface="Tahoma" panose="020B0604030504040204" pitchFamily="34" charset="0"/>
                    <a:ea typeface="Tahoma" panose="020B0604030504040204" pitchFamily="34" charset="0"/>
                    <a:cs typeface="Tahoma" panose="020B0604030504040204" pitchFamily="34" charset="0"/>
                  </a:rPr>
                  <a:t>Chẳng hạn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𝑃</m:t>
                        </m:r>
                      </m:e>
                      <m:sub>
                        <m:r>
                          <a:rPr lang="en-US" sz="4800" i="1">
                            <a:latin typeface="Cambria Math" panose="02040503050406030204" pitchFamily="18" charset="0"/>
                          </a:rPr>
                          <m:t>3</m:t>
                        </m:r>
                      </m:sub>
                    </m:sSub>
                    <m:r>
                      <a:rPr lang="en-US" sz="4800" i="1">
                        <a:latin typeface="Cambria Math" panose="02040503050406030204" pitchFamily="18" charset="0"/>
                      </a:rPr>
                      <m:t>=3!=3⋅2⋅1=6.</m:t>
                    </m:r>
                  </m:oMath>
                </a14:m>
                <a:endParaRPr lang="vi-VN" sz="4800">
                  <a:latin typeface="Tahoma" panose="020B0604030504040204" pitchFamily="34" charset="0"/>
                  <a:ea typeface="Tahoma" panose="020B0604030504040204" pitchFamily="34" charset="0"/>
                  <a:cs typeface="Tahoma" panose="020B0604030504040204" pitchFamily="34" charset="0"/>
                </a:endParaRPr>
              </a:p>
              <a:p>
                <a:r>
                  <a:rPr lang="vi-VN" sz="4800">
                    <a:latin typeface="Tahoma" panose="020B0604030504040204" pitchFamily="34" charset="0"/>
                    <a:ea typeface="Tahoma" panose="020B0604030504040204" pitchFamily="34" charset="0"/>
                    <a:cs typeface="Tahoma" panose="020B0604030504040204" pitchFamily="34" charset="0"/>
                  </a:rPr>
                  <a:t>Quy ước </a:t>
                </a:r>
                <a:r>
                  <a:rPr lang="en-US" sz="48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panose="02040503050406030204" pitchFamily="18" charset="0"/>
                      </a:rPr>
                      <m:t>0!=1</m:t>
                    </m:r>
                  </m:oMath>
                </a14:m>
                <a:r>
                  <a:rPr lang="en-US" sz="4800">
                    <a:latin typeface="Tahoma" panose="020B0604030504040204" pitchFamily="34" charset="0"/>
                    <a:ea typeface="Tahoma" panose="020B0604030504040204" pitchFamily="34" charset="0"/>
                    <a:cs typeface="Tahoma" panose="020B0604030504040204" pitchFamily="34" charset="0"/>
                  </a:rPr>
                  <a:t>.</a:t>
                </a:r>
                <a:endParaRPr lang="vi-VN" sz="480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4" name="TextBox 43">
                <a:extLst>
                  <a:ext uri="{FF2B5EF4-FFF2-40B4-BE49-F238E27FC236}">
                    <a16:creationId xmlns:a16="http://schemas.microsoft.com/office/drawing/2014/main" id="{A406AC78-55FF-41CB-A021-646F0639FB30}"/>
                  </a:ext>
                </a:extLst>
              </p:cNvPr>
              <p:cNvSpPr txBox="1">
                <a:spLocks noRot="1" noChangeAspect="1" noMove="1" noResize="1" noEditPoints="1" noAdjustHandles="1" noChangeArrowheads="1" noChangeShapeType="1" noTextEdit="1"/>
              </p:cNvSpPr>
              <p:nvPr/>
            </p:nvSpPr>
            <p:spPr>
              <a:xfrm>
                <a:off x="567062" y="9465184"/>
                <a:ext cx="23411570" cy="2308324"/>
              </a:xfrm>
              <a:prstGeom prst="rect">
                <a:avLst/>
              </a:prstGeom>
              <a:blipFill>
                <a:blip r:embed="rId6"/>
                <a:stretch>
                  <a:fillRect l="-1172" t="-6349" b="-12963"/>
                </a:stretch>
              </a:blipFill>
            </p:spPr>
            <p:txBody>
              <a:bodyPr/>
              <a:lstStyle/>
              <a:p>
                <a:r>
                  <a:rPr lang="en-US">
                    <a:noFill/>
                  </a:rPr>
                  <a:t> </a:t>
                </a:r>
              </a:p>
            </p:txBody>
          </p:sp>
        </mc:Fallback>
      </mc:AlternateContent>
      <p:sp>
        <p:nvSpPr>
          <p:cNvPr id="72" name="Rounded Rectangle 7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76" name="TextBox 7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2206860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left)">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4">
                                            <p:txEl>
                                              <p:pRg st="0" end="0"/>
                                            </p:txEl>
                                          </p:spTgt>
                                        </p:tgtEl>
                                        <p:attrNameLst>
                                          <p:attrName>style.visibility</p:attrName>
                                        </p:attrNameLst>
                                      </p:cBhvr>
                                      <p:to>
                                        <p:strVal val="visible"/>
                                      </p:to>
                                    </p:set>
                                    <p:animEffect transition="in" filter="wipe(left)">
                                      <p:cBhvr>
                                        <p:cTn id="22" dur="500"/>
                                        <p:tgtEl>
                                          <p:spTgt spid="4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4">
                                            <p:txEl>
                                              <p:pRg st="1" end="1"/>
                                            </p:txEl>
                                          </p:spTgt>
                                        </p:tgtEl>
                                        <p:attrNameLst>
                                          <p:attrName>style.visibility</p:attrName>
                                        </p:attrNameLst>
                                      </p:cBhvr>
                                      <p:to>
                                        <p:strVal val="visible"/>
                                      </p:to>
                                    </p:set>
                                    <p:animEffect transition="in" filter="wipe(left)">
                                      <p:cBhvr>
                                        <p:cTn id="27" dur="500"/>
                                        <p:tgtEl>
                                          <p:spTgt spid="4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4">
                                            <p:txEl>
                                              <p:pRg st="2" end="2"/>
                                            </p:txEl>
                                          </p:spTgt>
                                        </p:tgtEl>
                                        <p:attrNameLst>
                                          <p:attrName>style.visibility</p:attrName>
                                        </p:attrNameLst>
                                      </p:cBhvr>
                                      <p:to>
                                        <p:strVal val="visible"/>
                                      </p:to>
                                    </p:set>
                                    <p:animEffect transition="in" filter="wipe(left)">
                                      <p:cBhvr>
                                        <p:cTn id="32" dur="500"/>
                                        <p:tgtEl>
                                          <p:spTgt spid="4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71500" y="8915400"/>
            <a:ext cx="23506006" cy="4572000"/>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2971801"/>
            <a:ext cx="23699787" cy="5714999"/>
            <a:chOff x="304800" y="2971801"/>
            <a:chExt cx="23699787" cy="5714999"/>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54661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2971801" cy="838200"/>
              <a:chOff x="22440" y="38104"/>
              <a:chExt cx="958198"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850471" cy="162052"/>
                <a:chOff x="31572" y="60276"/>
                <a:chExt cx="1196628"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782433" cy="234000"/>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Ví </a:t>
                </a:r>
                <a:r>
                  <a:rPr lang="vi-VN"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dụ </a:t>
                </a:r>
                <a:r>
                  <a:rPr lang="en-US"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1</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sp>
        <p:nvSpPr>
          <p:cNvPr id="3" name="TextBox 2">
            <a:extLst>
              <a:ext uri="{FF2B5EF4-FFF2-40B4-BE49-F238E27FC236}">
                <a16:creationId xmlns:a16="http://schemas.microsoft.com/office/drawing/2014/main" id="{E5C8CF20-A188-40A3-A095-8424A5327F85}"/>
              </a:ext>
            </a:extLst>
          </p:cNvPr>
          <p:cNvSpPr txBox="1"/>
          <p:nvPr/>
        </p:nvSpPr>
        <p:spPr>
          <a:xfrm>
            <a:off x="609600" y="3962400"/>
            <a:ext cx="23088600" cy="830997"/>
          </a:xfrm>
          <a:prstGeom prst="rect">
            <a:avLst/>
          </a:prstGeom>
          <a:noFill/>
        </p:spPr>
        <p:txBody>
          <a:bodyPr wrap="square" rtlCol="0">
            <a:spAutoFit/>
          </a:bodyPr>
          <a:lstStyle/>
          <a:p>
            <a:pPr algn="just">
              <a:spcBef>
                <a:spcPts val="600"/>
              </a:spcBef>
            </a:pPr>
            <a:r>
              <a:rPr lang="vi-VN" sz="4800" dirty="0">
                <a:latin typeface="Tahoma" panose="020B0604030504040204" pitchFamily="34" charset="0"/>
                <a:ea typeface="Tahoma" panose="020B0604030504040204" pitchFamily="34" charset="0"/>
                <a:cs typeface="Tahoma" panose="020B0604030504040204" pitchFamily="34" charset="0"/>
              </a:rPr>
              <a:t>Từ các chữ số 6, 7, 8 và 9 có thể lập được bao nhiêu số có bốn chữ số khác nhau?</a:t>
            </a:r>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5C77573-004B-47AB-A06D-169C5ED317A4}"/>
                  </a:ext>
                </a:extLst>
              </p:cNvPr>
              <p:cNvSpPr txBox="1"/>
              <p:nvPr/>
            </p:nvSpPr>
            <p:spPr>
              <a:xfrm>
                <a:off x="914400" y="9829800"/>
                <a:ext cx="23088600" cy="2385268"/>
              </a:xfrm>
              <a:prstGeom prst="rect">
                <a:avLst/>
              </a:prstGeom>
              <a:noFill/>
            </p:spPr>
            <p:txBody>
              <a:bodyPr wrap="square" rtlCol="0">
                <a:spAutoFit/>
              </a:bodyPr>
              <a:lstStyle/>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Mỗi cách xếp bốn chữ số đã cho để lập thành một số có bốn chữ số khác nhau là một hoán vị của bốn chữ số đó.</a:t>
                </a:r>
              </a:p>
              <a:p>
                <a:pPr algn="just">
                  <a:spcBef>
                    <a:spcPts val="600"/>
                  </a:spcBef>
                </a:pPr>
                <a:r>
                  <a:rPr lang="vi-VN" sz="4800">
                    <a:latin typeface="Tahoma" panose="020B0604030504040204" pitchFamily="34" charset="0"/>
                    <a:ea typeface="Tahoma" panose="020B0604030504040204" pitchFamily="34" charset="0"/>
                    <a:cs typeface="Tahoma" panose="020B0604030504040204" pitchFamily="34" charset="0"/>
                  </a:rPr>
                  <a:t>Vậy số các số có bốn chữ số khác nhau có thể lập được là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𝑃</m:t>
                        </m:r>
                      </m:e>
                      <m:sub>
                        <m:r>
                          <a:rPr lang="en-US" sz="4800" i="1">
                            <a:latin typeface="Cambria Math" panose="02040503050406030204" pitchFamily="18" charset="0"/>
                          </a:rPr>
                          <m:t>4</m:t>
                        </m:r>
                      </m:sub>
                    </m:sSub>
                    <m:r>
                      <a:rPr lang="en-US" sz="4800" i="1">
                        <a:latin typeface="Cambria Math" panose="02040503050406030204" pitchFamily="18" charset="0"/>
                      </a:rPr>
                      <m:t>=4!=24</m:t>
                    </m:r>
                  </m:oMath>
                </a14:m>
                <a:r>
                  <a:rPr lang="en-US" sz="4800"/>
                  <a:t>.</a:t>
                </a:r>
                <a:endParaRPr lang="vi-VN" sz="4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TextBox 24">
                <a:extLst>
                  <a:ext uri="{FF2B5EF4-FFF2-40B4-BE49-F238E27FC236}">
                    <a16:creationId xmlns:a16="http://schemas.microsoft.com/office/drawing/2014/main" id="{35C77573-004B-47AB-A06D-169C5ED317A4}"/>
                  </a:ext>
                </a:extLst>
              </p:cNvPr>
              <p:cNvSpPr txBox="1">
                <a:spLocks noRot="1" noChangeAspect="1" noMove="1" noResize="1" noEditPoints="1" noAdjustHandles="1" noChangeArrowheads="1" noChangeShapeType="1" noTextEdit="1"/>
              </p:cNvSpPr>
              <p:nvPr/>
            </p:nvSpPr>
            <p:spPr>
              <a:xfrm>
                <a:off x="914400" y="9829800"/>
                <a:ext cx="23088600" cy="2385268"/>
              </a:xfrm>
              <a:prstGeom prst="rect">
                <a:avLst/>
              </a:prstGeom>
              <a:blipFill>
                <a:blip r:embed="rId3"/>
                <a:stretch>
                  <a:fillRect l="-1188" t="-5882" r="-1162" b="-12788"/>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578C971B-BDC3-44F0-A816-5301A6057E06}"/>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C6C1A19A-00E2-4102-A8E7-1AB9E4B24915}"/>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HOÁN VỊ</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4DC256E0-60D7-4C4B-8270-3CDCA91FC224}"/>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5148CFE6-33BB-4CA1-93CA-B158FB84C6C1}"/>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F6F0AD8-B957-4B80-B294-C6AB2C83A47B}"/>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3C636B3B-D963-4E51-BF58-EB3BA77C43EC}"/>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907991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diamond(in)">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xEl>
                                              <p:pRg st="0" end="0"/>
                                            </p:txEl>
                                          </p:spTgt>
                                        </p:tgtEl>
                                        <p:attrNameLst>
                                          <p:attrName>style.visibility</p:attrName>
                                        </p:attrNameLst>
                                      </p:cBhvr>
                                      <p:to>
                                        <p:strVal val="visible"/>
                                      </p:to>
                                    </p:set>
                                    <p:animEffect transition="in" filter="wipe(left)">
                                      <p:cBhvr>
                                        <p:cTn id="22" dur="500"/>
                                        <p:tgtEl>
                                          <p:spTgt spid="2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5">
                                            <p:txEl>
                                              <p:pRg st="1" end="1"/>
                                            </p:txEl>
                                          </p:spTgt>
                                        </p:tgtEl>
                                        <p:attrNameLst>
                                          <p:attrName>style.visibility</p:attrName>
                                        </p:attrNameLst>
                                      </p:cBhvr>
                                      <p:to>
                                        <p:strVal val="visible"/>
                                      </p:to>
                                    </p:set>
                                    <p:animEffect transition="in" filter="wipe(left)">
                                      <p:cBhvr>
                                        <p:cTn id="27" dur="5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71500" y="8915400"/>
            <a:ext cx="23506006" cy="4572000"/>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2971801"/>
            <a:ext cx="23699787" cy="5714999"/>
            <a:chOff x="304800" y="2971801"/>
            <a:chExt cx="23699787" cy="5714999"/>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54661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3401642" cy="838200"/>
              <a:chOff x="22440" y="38104"/>
              <a:chExt cx="1096792"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1096792" cy="162052"/>
                <a:chOff x="31572" y="60276"/>
                <a:chExt cx="1543206"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4" y="62042"/>
                  <a:ext cx="1370194"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921027" cy="234000"/>
              </a:xfrm>
              <a:prstGeom prst="rect">
                <a:avLst/>
              </a:prstGeom>
              <a:noFill/>
            </p:spPr>
            <p:txBody>
              <a:bodyPr wrap="square" tIns="54000" bIns="0">
                <a:noAutofit/>
              </a:bodyPr>
              <a:lstStyle/>
              <a:p>
                <a:pPr>
                  <a:lnSpc>
                    <a:spcPct val="107000"/>
                  </a:lnSpc>
                  <a:spcAft>
                    <a:spcPts val="800"/>
                  </a:spcAft>
                </a:pPr>
                <a:r>
                  <a:rPr lang="vi-VN"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Luyện tập 1</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sp>
        <p:nvSpPr>
          <p:cNvPr id="3" name="TextBox 2">
            <a:extLst>
              <a:ext uri="{FF2B5EF4-FFF2-40B4-BE49-F238E27FC236}">
                <a16:creationId xmlns:a16="http://schemas.microsoft.com/office/drawing/2014/main" id="{E5C8CF20-A188-40A3-A095-8424A5327F85}"/>
              </a:ext>
            </a:extLst>
          </p:cNvPr>
          <p:cNvSpPr txBox="1"/>
          <p:nvPr/>
        </p:nvSpPr>
        <p:spPr>
          <a:xfrm>
            <a:off x="609600" y="3962400"/>
            <a:ext cx="23088600" cy="1569660"/>
          </a:xfrm>
          <a:prstGeom prst="rect">
            <a:avLst/>
          </a:prstGeom>
          <a:noFill/>
        </p:spPr>
        <p:txBody>
          <a:bodyPr wrap="square" rtlCol="0">
            <a:spAutoFit/>
          </a:bodyPr>
          <a:lstStyle/>
          <a:p>
            <a:pPr algn="just">
              <a:spcBef>
                <a:spcPts val="600"/>
              </a:spcBef>
            </a:pPr>
            <a:r>
              <a:rPr lang="vi-VN" sz="4800">
                <a:latin typeface="Tahoma" panose="020B0604030504040204" pitchFamily="34" charset="0"/>
                <a:ea typeface="Tahoma" panose="020B0604030504040204" pitchFamily="34" charset="0"/>
                <a:cs typeface="Tahoma" panose="020B0604030504040204" pitchFamily="34" charset="0"/>
              </a:rPr>
              <a:t>Trong một cuộc thi điền kinh gồm 6 vận động viên chạy trên 6 đường chạy. Hỏi có bao nhiêu cách xếp các vận động viên vào các đường chạy đó?</a:t>
            </a:r>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5C77573-004B-47AB-A06D-169C5ED317A4}"/>
                  </a:ext>
                </a:extLst>
              </p:cNvPr>
              <p:cNvSpPr txBox="1"/>
              <p:nvPr/>
            </p:nvSpPr>
            <p:spPr>
              <a:xfrm>
                <a:off x="914400" y="9829800"/>
                <a:ext cx="23088600" cy="2385268"/>
              </a:xfrm>
              <a:prstGeom prst="rect">
                <a:avLst/>
              </a:prstGeom>
              <a:noFill/>
            </p:spPr>
            <p:txBody>
              <a:bodyPr wrap="square" rtlCol="0">
                <a:spAutoFit/>
              </a:bodyPr>
              <a:lstStyle/>
              <a:p>
                <a:pPr algn="just">
                  <a:spcBef>
                    <a:spcPts val="600"/>
                  </a:spcBef>
                </a:pPr>
                <a:r>
                  <a:rPr lang="vi-VN" sz="4800">
                    <a:latin typeface="Tahoma" panose="020B0604030504040204" pitchFamily="34" charset="0"/>
                    <a:ea typeface="Tahoma" panose="020B0604030504040204" pitchFamily="34" charset="0"/>
                    <a:cs typeface="Tahoma" panose="020B0604030504040204" pitchFamily="34" charset="0"/>
                  </a:rPr>
                  <a:t>Mỗi cách xếp 6 vận động viên vào 6 đường chạy (mỗi đường chạy chỉ một vận động viên) là một hoán vị của 6 vận động viên đó.</a:t>
                </a:r>
                <a:endParaRPr lang="en-US" sz="4800">
                  <a:latin typeface="Tahoma" panose="020B0604030504040204" pitchFamily="34" charset="0"/>
                  <a:ea typeface="Tahoma" panose="020B0604030504040204" pitchFamily="34" charset="0"/>
                  <a:cs typeface="Tahoma" panose="020B0604030504040204" pitchFamily="34" charset="0"/>
                </a:endParaRPr>
              </a:p>
              <a:p>
                <a:pPr algn="just">
                  <a:spcBef>
                    <a:spcPts val="600"/>
                  </a:spcBef>
                </a:pPr>
                <a:r>
                  <a:rPr lang="vi-VN" sz="4800">
                    <a:latin typeface="Tahoma" panose="020B0604030504040204" pitchFamily="34" charset="0"/>
                    <a:ea typeface="Tahoma" panose="020B0604030504040204" pitchFamily="34" charset="0"/>
                    <a:cs typeface="Tahoma" panose="020B0604030504040204" pitchFamily="34" charset="0"/>
                  </a:rPr>
                  <a:t>Vậy số cách xếp các vận động viên vào các đường chạy là </a:t>
                </a:r>
                <a14:m>
                  <m:oMath xmlns:m="http://schemas.openxmlformats.org/officeDocument/2006/math">
                    <m:sSub>
                      <m:sSubPr>
                        <m:ctrlPr>
                          <a:rPr lang="en-US" sz="4800" i="1">
                            <a:latin typeface="Cambria Math" panose="02040503050406030204" pitchFamily="18" charset="0"/>
                          </a:rPr>
                        </m:ctrlPr>
                      </m:sSubPr>
                      <m:e>
                        <m:r>
                          <a:rPr lang="en-US" sz="4800" i="1">
                            <a:latin typeface="Cambria Math" panose="02040503050406030204" pitchFamily="18" charset="0"/>
                          </a:rPr>
                          <m:t>𝑃</m:t>
                        </m:r>
                      </m:e>
                      <m:sub>
                        <m:r>
                          <a:rPr lang="en-US" sz="4800" i="1">
                            <a:latin typeface="Cambria Math" panose="02040503050406030204" pitchFamily="18" charset="0"/>
                          </a:rPr>
                          <m:t>6</m:t>
                        </m:r>
                      </m:sub>
                    </m:sSub>
                    <m:r>
                      <a:rPr lang="en-US" sz="4800" i="1">
                        <a:latin typeface="Cambria Math" panose="02040503050406030204" pitchFamily="18" charset="0"/>
                      </a:rPr>
                      <m:t>=6!=720</m:t>
                    </m:r>
                  </m:oMath>
                </a14:m>
                <a:r>
                  <a:rPr lang="vi-VN" sz="4800">
                    <a:latin typeface="Tahoma" panose="020B0604030504040204" pitchFamily="34" charset="0"/>
                    <a:ea typeface="Tahoma" panose="020B0604030504040204" pitchFamily="34" charset="0"/>
                    <a:cs typeface="Tahoma" panose="020B0604030504040204" pitchFamily="34" charset="0"/>
                  </a:rPr>
                  <a:t>.</a:t>
                </a:r>
                <a:endParaRPr lang="vi-VN" sz="4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TextBox 24">
                <a:extLst>
                  <a:ext uri="{FF2B5EF4-FFF2-40B4-BE49-F238E27FC236}">
                    <a16:creationId xmlns:a16="http://schemas.microsoft.com/office/drawing/2014/main" id="{35C77573-004B-47AB-A06D-169C5ED317A4}"/>
                  </a:ext>
                </a:extLst>
              </p:cNvPr>
              <p:cNvSpPr txBox="1">
                <a:spLocks noRot="1" noChangeAspect="1" noMove="1" noResize="1" noEditPoints="1" noAdjustHandles="1" noChangeArrowheads="1" noChangeShapeType="1" noTextEdit="1"/>
              </p:cNvSpPr>
              <p:nvPr/>
            </p:nvSpPr>
            <p:spPr>
              <a:xfrm>
                <a:off x="914400" y="9829800"/>
                <a:ext cx="23088600" cy="2385268"/>
              </a:xfrm>
              <a:prstGeom prst="rect">
                <a:avLst/>
              </a:prstGeom>
              <a:blipFill>
                <a:blip r:embed="rId3"/>
                <a:stretch>
                  <a:fillRect l="-1188" t="-5882" r="-1162" b="-12276"/>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43959A3E-5CD4-4B6B-9F7B-9466FC047144}"/>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1B573F5D-7D04-4232-9995-2693F8DDEC18}"/>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HOÁN VỊ</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A15DDEF5-84C1-4D93-9343-13B998545472}"/>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387F3351-C2EF-453A-AE05-D3D5E71D5306}"/>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7D5F5A5-BDB2-4E06-987A-04301880135F}"/>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FB07DA3E-723E-4AE9-B5C8-BB96B8483E5F}"/>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539958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diamond(in)">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xEl>
                                              <p:pRg st="0" end="0"/>
                                            </p:txEl>
                                          </p:spTgt>
                                        </p:tgtEl>
                                        <p:attrNameLst>
                                          <p:attrName>style.visibility</p:attrName>
                                        </p:attrNameLst>
                                      </p:cBhvr>
                                      <p:to>
                                        <p:strVal val="visible"/>
                                      </p:to>
                                    </p:set>
                                    <p:animEffect transition="in" filter="wipe(left)">
                                      <p:cBhvr>
                                        <p:cTn id="22" dur="500"/>
                                        <p:tgtEl>
                                          <p:spTgt spid="2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5">
                                            <p:txEl>
                                              <p:pRg st="1" end="1"/>
                                            </p:txEl>
                                          </p:spTgt>
                                        </p:tgtEl>
                                        <p:attrNameLst>
                                          <p:attrName>style.visibility</p:attrName>
                                        </p:attrNameLst>
                                      </p:cBhvr>
                                      <p:to>
                                        <p:strVal val="visible"/>
                                      </p:to>
                                    </p:set>
                                    <p:animEffect transition="in" filter="wipe(left)">
                                      <p:cBhvr>
                                        <p:cTn id="27" dur="5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0" name="Group 59">
            <a:extLst>
              <a:ext uri="{FF2B5EF4-FFF2-40B4-BE49-F238E27FC236}">
                <a16:creationId xmlns:a16="http://schemas.microsoft.com/office/drawing/2014/main" id="{6D9A745D-53B8-40A2-AFF7-CE1145C7DF5B}"/>
              </a:ext>
            </a:extLst>
          </p:cNvPr>
          <p:cNvGrpSpPr/>
          <p:nvPr/>
        </p:nvGrpSpPr>
        <p:grpSpPr>
          <a:xfrm>
            <a:off x="287047" y="6940750"/>
            <a:ext cx="23696506" cy="6318050"/>
            <a:chOff x="287047" y="6940750"/>
            <a:chExt cx="23696506" cy="6318050"/>
          </a:xfrm>
        </p:grpSpPr>
        <p:sp>
          <p:nvSpPr>
            <p:cNvPr id="61" name="Rounded Rectangle 34">
              <a:extLst>
                <a:ext uri="{FF2B5EF4-FFF2-40B4-BE49-F238E27FC236}">
                  <a16:creationId xmlns:a16="http://schemas.microsoft.com/office/drawing/2014/main" id="{A34983C9-E2D0-48AE-9A10-FF98349E596B}"/>
                </a:ext>
              </a:extLst>
            </p:cNvPr>
            <p:cNvSpPr/>
            <p:nvPr/>
          </p:nvSpPr>
          <p:spPr>
            <a:xfrm>
              <a:off x="325455" y="7171445"/>
              <a:ext cx="23658098" cy="6087355"/>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62" name="Group 60">
              <a:extLst>
                <a:ext uri="{FF2B5EF4-FFF2-40B4-BE49-F238E27FC236}">
                  <a16:creationId xmlns:a16="http://schemas.microsoft.com/office/drawing/2014/main" id="{F564199E-C8B0-49CB-A22E-CF41480AA385}"/>
                </a:ext>
              </a:extLst>
            </p:cNvPr>
            <p:cNvGrpSpPr/>
            <p:nvPr/>
          </p:nvGrpSpPr>
          <p:grpSpPr>
            <a:xfrm>
              <a:off x="287047" y="6940750"/>
              <a:ext cx="3321403" cy="846386"/>
              <a:chOff x="1224542" y="6305967"/>
              <a:chExt cx="3305491" cy="861872"/>
            </a:xfrm>
          </p:grpSpPr>
          <p:sp>
            <p:nvSpPr>
              <p:cNvPr id="63" name="Freeform 20">
                <a:extLst>
                  <a:ext uri="{FF2B5EF4-FFF2-40B4-BE49-F238E27FC236}">
                    <a16:creationId xmlns:a16="http://schemas.microsoft.com/office/drawing/2014/main" id="{C9C58172-2C27-443D-8FB0-1DC45EDEC76E}"/>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64" name="TextBox 63">
                <a:extLst>
                  <a:ext uri="{FF2B5EF4-FFF2-40B4-BE49-F238E27FC236}">
                    <a16:creationId xmlns:a16="http://schemas.microsoft.com/office/drawing/2014/main" id="{F38EC7DD-983C-476B-8BB7-C92E1E5E275C}"/>
                  </a:ext>
                </a:extLst>
              </p:cNvPr>
              <p:cNvSpPr txBox="1"/>
              <p:nvPr/>
            </p:nvSpPr>
            <p:spPr>
              <a:xfrm>
                <a:off x="2091562" y="6305967"/>
                <a:ext cx="2185937" cy="861872"/>
              </a:xfrm>
              <a:prstGeom prst="rect">
                <a:avLst/>
              </a:prstGeom>
              <a:noFill/>
            </p:spPr>
            <p:txBody>
              <a:bodyPr wrap="none" rtlCol="0">
                <a:spAutoFit/>
              </a:bodyPr>
              <a:lstStyle/>
              <a:p>
                <a:r>
                  <a:rPr lang="vi-VN" sz="4400" b="1">
                    <a:solidFill>
                      <a:srgbClr val="FF0000"/>
                    </a:solidFill>
                    <a:latin typeface="Tahoma" pitchFamily="34" charset="0"/>
                    <a:ea typeface="Tahoma" pitchFamily="34" charset="0"/>
                    <a:cs typeface="Tahoma" pitchFamily="34" charset="0"/>
                  </a:rPr>
                  <a:t>Trả lời:</a:t>
                </a:r>
                <a:endParaRPr lang="en-US" sz="4400" b="1" dirty="0">
                  <a:solidFill>
                    <a:srgbClr val="FF0000"/>
                  </a:solidFill>
                  <a:latin typeface="Tahoma" pitchFamily="34" charset="0"/>
                  <a:ea typeface="Tahoma" pitchFamily="34" charset="0"/>
                  <a:cs typeface="Tahoma" pitchFamily="34" charset="0"/>
                </a:endParaRPr>
              </a:p>
            </p:txBody>
          </p:sp>
          <p:sp>
            <p:nvSpPr>
              <p:cNvPr id="65" name="Round Diagonal Corner Rectangle 41">
                <a:extLst>
                  <a:ext uri="{FF2B5EF4-FFF2-40B4-BE49-F238E27FC236}">
                    <a16:creationId xmlns:a16="http://schemas.microsoft.com/office/drawing/2014/main" id="{AFFD8F0E-D984-4CC3-84F8-8123C1DADDD4}"/>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15">
                <a:extLst>
                  <a:ext uri="{FF2B5EF4-FFF2-40B4-BE49-F238E27FC236}">
                    <a16:creationId xmlns:a16="http://schemas.microsoft.com/office/drawing/2014/main" id="{7A541394-51CF-4C7C-B250-2F8A19544376}"/>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41" name="Group 40">
            <a:extLst>
              <a:ext uri="{FF2B5EF4-FFF2-40B4-BE49-F238E27FC236}">
                <a16:creationId xmlns:a16="http://schemas.microsoft.com/office/drawing/2014/main" id="{92915386-8149-4625-A92E-13F802FDDC0F}"/>
              </a:ext>
            </a:extLst>
          </p:cNvPr>
          <p:cNvGrpSpPr/>
          <p:nvPr/>
        </p:nvGrpSpPr>
        <p:grpSpPr>
          <a:xfrm>
            <a:off x="381000" y="2874377"/>
            <a:ext cx="23622000" cy="3983623"/>
            <a:chOff x="381000" y="2874377"/>
            <a:chExt cx="23622000" cy="3983623"/>
          </a:xfrm>
        </p:grpSpPr>
        <p:sp>
          <p:nvSpPr>
            <p:cNvPr id="42" name="Rounded Rectangle 19">
              <a:extLst>
                <a:ext uri="{FF2B5EF4-FFF2-40B4-BE49-F238E27FC236}">
                  <a16:creationId xmlns:a16="http://schemas.microsoft.com/office/drawing/2014/main" id="{655D41B5-AC38-44E4-9F1B-353B8C889826}"/>
                </a:ext>
              </a:extLst>
            </p:cNvPr>
            <p:cNvSpPr/>
            <p:nvPr/>
          </p:nvSpPr>
          <p:spPr>
            <a:xfrm>
              <a:off x="381000" y="2874377"/>
              <a:ext cx="23622000" cy="398362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3" name="Group 42">
              <a:extLst>
                <a:ext uri="{FF2B5EF4-FFF2-40B4-BE49-F238E27FC236}">
                  <a16:creationId xmlns:a16="http://schemas.microsoft.com/office/drawing/2014/main" id="{BFF0D4C2-08EA-4B19-8FAC-E91356E26CC0}"/>
                </a:ext>
              </a:extLst>
            </p:cNvPr>
            <p:cNvGrpSpPr/>
            <p:nvPr/>
          </p:nvGrpSpPr>
          <p:grpSpPr>
            <a:xfrm>
              <a:off x="440180" y="3117122"/>
              <a:ext cx="1617502" cy="476161"/>
              <a:chOff x="0" y="92326"/>
              <a:chExt cx="575416" cy="197663"/>
            </a:xfrm>
          </p:grpSpPr>
          <p:grpSp>
            <p:nvGrpSpPr>
              <p:cNvPr id="51" name="Group 50">
                <a:extLst>
                  <a:ext uri="{FF2B5EF4-FFF2-40B4-BE49-F238E27FC236}">
                    <a16:creationId xmlns:a16="http://schemas.microsoft.com/office/drawing/2014/main" id="{BFE28C65-F2E9-41B9-9081-B91D2D295255}"/>
                  </a:ext>
                </a:extLst>
              </p:cNvPr>
              <p:cNvGrpSpPr/>
              <p:nvPr/>
            </p:nvGrpSpPr>
            <p:grpSpPr>
              <a:xfrm>
                <a:off x="0" y="92326"/>
                <a:ext cx="575416" cy="197663"/>
                <a:chOff x="0" y="92326"/>
                <a:chExt cx="644449" cy="302837"/>
              </a:xfrm>
            </p:grpSpPr>
            <p:sp>
              <p:nvSpPr>
                <p:cNvPr id="54" name="Arrow: Pentagon 53">
                  <a:extLst>
                    <a:ext uri="{FF2B5EF4-FFF2-40B4-BE49-F238E27FC236}">
                      <a16:creationId xmlns:a16="http://schemas.microsoft.com/office/drawing/2014/main" id="{E929ABCA-DE26-464E-8F09-8CDC0F0A8B70}"/>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55" name="Arrow: Chevron 54">
                  <a:extLst>
                    <a:ext uri="{FF2B5EF4-FFF2-40B4-BE49-F238E27FC236}">
                      <a16:creationId xmlns:a16="http://schemas.microsoft.com/office/drawing/2014/main" id="{F561B935-0121-4EC7-A828-6611210A3C56}"/>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56" name="Arrow: Chevron 55">
                  <a:extLst>
                    <a:ext uri="{FF2B5EF4-FFF2-40B4-BE49-F238E27FC236}">
                      <a16:creationId xmlns:a16="http://schemas.microsoft.com/office/drawing/2014/main" id="{0635AF32-E36A-47EB-A93B-B8DC1171D4FA}"/>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52" name="Flowchart: Terminator 51">
                <a:extLst>
                  <a:ext uri="{FF2B5EF4-FFF2-40B4-BE49-F238E27FC236}">
                    <a16:creationId xmlns:a16="http://schemas.microsoft.com/office/drawing/2014/main" id="{3C965315-A807-44E6-83B8-08CAE9ADC21C}"/>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53" name="Oval 52">
                <a:extLst>
                  <a:ext uri="{FF2B5EF4-FFF2-40B4-BE49-F238E27FC236}">
                    <a16:creationId xmlns:a16="http://schemas.microsoft.com/office/drawing/2014/main" id="{D8183D0F-BD1D-4420-9E0A-FBEDA46B53E9}"/>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CHỈNH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44" name="TextBox 321">
            <a:extLst>
              <a:ext uri="{FF2B5EF4-FFF2-40B4-BE49-F238E27FC236}">
                <a16:creationId xmlns:a16="http://schemas.microsoft.com/office/drawing/2014/main" id="{1A04E56E-94E6-4E9A-83AE-5A713E7E6A56}"/>
              </a:ext>
            </a:extLst>
          </p:cNvPr>
          <p:cNvSpPr txBox="1"/>
          <p:nvPr/>
        </p:nvSpPr>
        <p:spPr>
          <a:xfrm>
            <a:off x="2220613" y="2784308"/>
            <a:ext cx="21706187" cy="4073692"/>
          </a:xfrm>
          <a:prstGeom prst="rect">
            <a:avLst/>
          </a:prstGeom>
          <a:noFill/>
        </p:spPr>
        <p:txBody>
          <a:bodyPr wrap="square" rtlCol="0">
            <a:noAutofit/>
          </a:bodyPr>
          <a:lstStyle/>
          <a:p>
            <a:pPr algn="just">
              <a:lnSpc>
                <a:spcPct val="107000"/>
              </a:lnSpc>
              <a:spcAft>
                <a:spcPts val="800"/>
              </a:spcAft>
            </a:pPr>
            <a:r>
              <a:rPr lang="en-US" sz="4800" b="1" kern="1200">
                <a:solidFill>
                  <a:srgbClr val="FF0000"/>
                </a:solidFill>
                <a:effectLst/>
                <a:latin typeface="Tahoma" panose="020B0604030504040204" pitchFamily="34" charset="0"/>
                <a:ea typeface="Tahoma" panose="020B0604030504040204" pitchFamily="34" charset="0"/>
                <a:cs typeface="Tahoma" panose="020B0604030504040204" pitchFamily="34" charset="0"/>
              </a:rPr>
              <a:t>HĐ2: </a:t>
            </a:r>
            <a:r>
              <a:rPr lang="vi-VN" sz="4800">
                <a:latin typeface="Tahoma" panose="020B0604030504040204" pitchFamily="34" charset="0"/>
                <a:ea typeface="Tahoma" panose="020B0604030504040204" pitchFamily="34" charset="0"/>
                <a:cs typeface="Tahoma" panose="020B0604030504040204" pitchFamily="34" charset="0"/>
              </a:rPr>
              <a:t>Trong lớp 10T có bốn bạn Tuấn, Hương, Việt, Dung tham gia cuộc thi hùng biện của trường. Hỏi có bao nhiêu cách chọn:</a:t>
            </a:r>
            <a:endParaRPr lang="en-US" sz="4800">
              <a:latin typeface="Tahoma" panose="020B0604030504040204" pitchFamily="34" charset="0"/>
              <a:ea typeface="Tahoma" panose="020B0604030504040204" pitchFamily="34" charset="0"/>
              <a:cs typeface="Tahoma" panose="020B0604030504040204" pitchFamily="34" charset="0"/>
            </a:endParaRPr>
          </a:p>
          <a:p>
            <a:pPr algn="just">
              <a:lnSpc>
                <a:spcPct val="107000"/>
              </a:lnSpc>
              <a:spcAft>
                <a:spcPts val="800"/>
              </a:spcAft>
            </a:pPr>
            <a:r>
              <a:rPr lang="vi-VN" sz="4800">
                <a:latin typeface="Tahoma" panose="020B0604030504040204" pitchFamily="34" charset="0"/>
                <a:ea typeface="Tahoma" panose="020B0604030504040204" pitchFamily="34" charset="0"/>
                <a:cs typeface="Tahoma" panose="020B0604030504040204" pitchFamily="34" charset="0"/>
              </a:rPr>
              <a:t>a) Hai bạn phụ trách nhóm từ bốn bạn?</a:t>
            </a:r>
          </a:p>
          <a:p>
            <a:pPr algn="just">
              <a:lnSpc>
                <a:spcPct val="107000"/>
              </a:lnSpc>
              <a:spcAft>
                <a:spcPts val="800"/>
              </a:spcAft>
            </a:pPr>
            <a:r>
              <a:rPr lang="vi-VN" sz="4800">
                <a:latin typeface="Tahoma" panose="020B0604030504040204" pitchFamily="34" charset="0"/>
                <a:ea typeface="Tahoma" panose="020B0604030504040204" pitchFamily="34" charset="0"/>
                <a:cs typeface="Tahoma" panose="020B0604030504040204" pitchFamily="34" charset="0"/>
              </a:rPr>
              <a:t>b) Hai bạn phụ trách nhóm, trong đó có một bạn làm nhóm trưởng, một bạn làm nhóm phó? </a:t>
            </a:r>
          </a:p>
          <a:p>
            <a:pPr>
              <a:lnSpc>
                <a:spcPct val="107000"/>
              </a:lnSpc>
              <a:spcAft>
                <a:spcPts val="800"/>
              </a:spcAft>
            </a:pPr>
            <a:endParaRPr lang="en-US" sz="4800" kern="1200">
              <a:effectLst/>
              <a:latin typeface="Tahoma" panose="020B0604030504040204" pitchFamily="34" charset="0"/>
              <a:ea typeface="Tahoma" panose="020B0604030504040204" pitchFamily="34" charset="0"/>
              <a:cs typeface="Tahoma" panose="020B0604030504040204" pitchFamily="34" charset="0"/>
            </a:endParaRPr>
          </a:p>
        </p:txBody>
      </p:sp>
      <p:sp>
        <p:nvSpPr>
          <p:cNvPr id="40" name="TextBox 39">
            <a:extLst>
              <a:ext uri="{FF2B5EF4-FFF2-40B4-BE49-F238E27FC236}">
                <a16:creationId xmlns:a16="http://schemas.microsoft.com/office/drawing/2014/main" id="{C60FB8C3-E24B-42AE-900C-9398E8ED6322}"/>
              </a:ext>
            </a:extLst>
          </p:cNvPr>
          <p:cNvSpPr txBox="1"/>
          <p:nvPr/>
        </p:nvSpPr>
        <p:spPr>
          <a:xfrm>
            <a:off x="419100" y="7751373"/>
            <a:ext cx="23392667" cy="3265702"/>
          </a:xfrm>
          <a:prstGeom prst="rect">
            <a:avLst/>
          </a:prstGeom>
          <a:noFill/>
        </p:spPr>
        <p:txBody>
          <a:bodyPr wrap="square">
            <a:spAutoFit/>
          </a:bodyPr>
          <a:lstStyle/>
          <a:p>
            <a:pPr marL="0" marR="0" algn="just">
              <a:lnSpc>
                <a:spcPct val="150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a) Liệt kê các cách chọn ra hai bạn từ bốn bạn: Tuấn, Hương; Tuấn, Việt; Tuấn, Dung; Hương, Việt; Hương, Dung; Việt, Dung.</a:t>
            </a:r>
          </a:p>
          <a:p>
            <a:pPr marL="0" marR="0">
              <a:lnSpc>
                <a:spcPct val="150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Vậy có 6 cách chọn hai bạn phụ trách nhóm từ bốn bạn.</a:t>
            </a:r>
          </a:p>
        </p:txBody>
      </p:sp>
      <p:sp>
        <p:nvSpPr>
          <p:cNvPr id="68" name="Rounded Rectangle 6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72" name="TextBox 7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036168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
                                            <p:txEl>
                                              <p:pRg st="0" end="0"/>
                                            </p:txEl>
                                          </p:spTgt>
                                        </p:tgtEl>
                                        <p:attrNameLst>
                                          <p:attrName>style.visibility</p:attrName>
                                        </p:attrNameLst>
                                      </p:cBhvr>
                                      <p:to>
                                        <p:strVal val="visible"/>
                                      </p:to>
                                    </p:set>
                                    <p:animEffect transition="in" filter="wipe(left)">
                                      <p:cBhvr>
                                        <p:cTn id="12" dur="500"/>
                                        <p:tgtEl>
                                          <p:spTgt spid="4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4">
                                            <p:txEl>
                                              <p:pRg st="1" end="1"/>
                                            </p:txEl>
                                          </p:spTgt>
                                        </p:tgtEl>
                                        <p:attrNameLst>
                                          <p:attrName>style.visibility</p:attrName>
                                        </p:attrNameLst>
                                      </p:cBhvr>
                                      <p:to>
                                        <p:strVal val="visible"/>
                                      </p:to>
                                    </p:set>
                                    <p:animEffect transition="in" filter="wipe(left)">
                                      <p:cBhvr>
                                        <p:cTn id="17" dur="500"/>
                                        <p:tgtEl>
                                          <p:spTgt spid="4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4">
                                            <p:txEl>
                                              <p:pRg st="2" end="2"/>
                                            </p:txEl>
                                          </p:spTgt>
                                        </p:tgtEl>
                                        <p:attrNameLst>
                                          <p:attrName>style.visibility</p:attrName>
                                        </p:attrNameLst>
                                      </p:cBhvr>
                                      <p:to>
                                        <p:strVal val="visible"/>
                                      </p:to>
                                    </p:set>
                                    <p:animEffect transition="in" filter="wipe(left)">
                                      <p:cBhvr>
                                        <p:cTn id="22" dur="500"/>
                                        <p:tgtEl>
                                          <p:spTgt spid="4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0">
                                            <p:txEl>
                                              <p:pRg st="0" end="0"/>
                                            </p:txEl>
                                          </p:spTgt>
                                        </p:tgtEl>
                                        <p:attrNameLst>
                                          <p:attrName>style.visibility</p:attrName>
                                        </p:attrNameLst>
                                      </p:cBhvr>
                                      <p:to>
                                        <p:strVal val="visible"/>
                                      </p:to>
                                    </p:set>
                                    <p:animEffect transition="in" filter="wipe(left)">
                                      <p:cBhvr>
                                        <p:cTn id="27" dur="500"/>
                                        <p:tgtEl>
                                          <p:spTgt spid="4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0">
                                            <p:txEl>
                                              <p:pRg st="1" end="1"/>
                                            </p:txEl>
                                          </p:spTgt>
                                        </p:tgtEl>
                                        <p:attrNameLst>
                                          <p:attrName>style.visibility</p:attrName>
                                        </p:attrNameLst>
                                      </p:cBhvr>
                                      <p:to>
                                        <p:strVal val="visible"/>
                                      </p:to>
                                    </p:set>
                                    <p:animEffect transition="in" filter="wipe(left)">
                                      <p:cBhvr>
                                        <p:cTn id="32" dur="500"/>
                                        <p:tgtEl>
                                          <p:spTgt spid="4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0" name="Group 29">
            <a:extLst>
              <a:ext uri="{FF2B5EF4-FFF2-40B4-BE49-F238E27FC236}">
                <a16:creationId xmlns:a16="http://schemas.microsoft.com/office/drawing/2014/main" id="{14D93B53-7AC3-4335-951E-C4AD5C121D9D}"/>
              </a:ext>
            </a:extLst>
          </p:cNvPr>
          <p:cNvGrpSpPr/>
          <p:nvPr/>
        </p:nvGrpSpPr>
        <p:grpSpPr>
          <a:xfrm>
            <a:off x="381000" y="2874377"/>
            <a:ext cx="23622000" cy="3983623"/>
            <a:chOff x="381000" y="2874377"/>
            <a:chExt cx="23622000" cy="3983623"/>
          </a:xfrm>
        </p:grpSpPr>
        <p:sp>
          <p:nvSpPr>
            <p:cNvPr id="31" name="Rounded Rectangle 19">
              <a:extLst>
                <a:ext uri="{FF2B5EF4-FFF2-40B4-BE49-F238E27FC236}">
                  <a16:creationId xmlns:a16="http://schemas.microsoft.com/office/drawing/2014/main" id="{1C9EDFF1-6642-4686-95A1-6E08D6C9618B}"/>
                </a:ext>
              </a:extLst>
            </p:cNvPr>
            <p:cNvSpPr/>
            <p:nvPr/>
          </p:nvSpPr>
          <p:spPr>
            <a:xfrm>
              <a:off x="381000" y="2874377"/>
              <a:ext cx="23622000" cy="398362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32" name="Group 31">
              <a:extLst>
                <a:ext uri="{FF2B5EF4-FFF2-40B4-BE49-F238E27FC236}">
                  <a16:creationId xmlns:a16="http://schemas.microsoft.com/office/drawing/2014/main" id="{EA10DC77-9EC2-45F1-BC4C-4E26ED190F79}"/>
                </a:ext>
              </a:extLst>
            </p:cNvPr>
            <p:cNvGrpSpPr/>
            <p:nvPr/>
          </p:nvGrpSpPr>
          <p:grpSpPr>
            <a:xfrm>
              <a:off x="440180" y="3117122"/>
              <a:ext cx="1617502" cy="476161"/>
              <a:chOff x="0" y="92326"/>
              <a:chExt cx="575416" cy="197663"/>
            </a:xfrm>
          </p:grpSpPr>
          <p:grpSp>
            <p:nvGrpSpPr>
              <p:cNvPr id="33" name="Group 32">
                <a:extLst>
                  <a:ext uri="{FF2B5EF4-FFF2-40B4-BE49-F238E27FC236}">
                    <a16:creationId xmlns:a16="http://schemas.microsoft.com/office/drawing/2014/main" id="{83967FAB-F563-46E0-B9E2-319216364AD1}"/>
                  </a:ext>
                </a:extLst>
              </p:cNvPr>
              <p:cNvGrpSpPr/>
              <p:nvPr/>
            </p:nvGrpSpPr>
            <p:grpSpPr>
              <a:xfrm>
                <a:off x="0" y="92326"/>
                <a:ext cx="575416" cy="197663"/>
                <a:chOff x="0" y="92326"/>
                <a:chExt cx="644449" cy="302837"/>
              </a:xfrm>
            </p:grpSpPr>
            <p:sp>
              <p:nvSpPr>
                <p:cNvPr id="36" name="Arrow: Pentagon 35">
                  <a:extLst>
                    <a:ext uri="{FF2B5EF4-FFF2-40B4-BE49-F238E27FC236}">
                      <a16:creationId xmlns:a16="http://schemas.microsoft.com/office/drawing/2014/main" id="{2117C5F5-373A-4B25-98DA-5AF858D6EB8D}"/>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7" name="Arrow: Chevron 36">
                  <a:extLst>
                    <a:ext uri="{FF2B5EF4-FFF2-40B4-BE49-F238E27FC236}">
                      <a16:creationId xmlns:a16="http://schemas.microsoft.com/office/drawing/2014/main" id="{C872219E-3C27-4A3E-9E42-5FB8A262060A}"/>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8" name="Arrow: Chevron 37">
                  <a:extLst>
                    <a:ext uri="{FF2B5EF4-FFF2-40B4-BE49-F238E27FC236}">
                      <a16:creationId xmlns:a16="http://schemas.microsoft.com/office/drawing/2014/main" id="{C702F4CE-1530-4FEA-A237-EFE71CC99CC3}"/>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34" name="Flowchart: Terminator 33">
                <a:extLst>
                  <a:ext uri="{FF2B5EF4-FFF2-40B4-BE49-F238E27FC236}">
                    <a16:creationId xmlns:a16="http://schemas.microsoft.com/office/drawing/2014/main" id="{92410BC4-F69A-4AB6-849D-A70A343FAEE7}"/>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5" name="Oval 34">
                <a:extLst>
                  <a:ext uri="{FF2B5EF4-FFF2-40B4-BE49-F238E27FC236}">
                    <a16:creationId xmlns:a16="http://schemas.microsoft.com/office/drawing/2014/main" id="{E02D584A-E99F-4D69-B319-3A1EEC50052F}"/>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CHỈNH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44" name="TextBox 321">
            <a:extLst>
              <a:ext uri="{FF2B5EF4-FFF2-40B4-BE49-F238E27FC236}">
                <a16:creationId xmlns:a16="http://schemas.microsoft.com/office/drawing/2014/main" id="{1A04E56E-94E6-4E9A-83AE-5A713E7E6A56}"/>
              </a:ext>
            </a:extLst>
          </p:cNvPr>
          <p:cNvSpPr txBox="1"/>
          <p:nvPr/>
        </p:nvSpPr>
        <p:spPr>
          <a:xfrm>
            <a:off x="2220613" y="2784308"/>
            <a:ext cx="21706187" cy="4073692"/>
          </a:xfrm>
          <a:prstGeom prst="rect">
            <a:avLst/>
          </a:prstGeom>
          <a:noFill/>
        </p:spPr>
        <p:txBody>
          <a:bodyPr wrap="square" rtlCol="0">
            <a:noAutofit/>
          </a:bodyPr>
          <a:lstStyle/>
          <a:p>
            <a:pPr algn="just">
              <a:lnSpc>
                <a:spcPct val="107000"/>
              </a:lnSpc>
              <a:spcAft>
                <a:spcPts val="800"/>
              </a:spcAft>
            </a:pPr>
            <a:r>
              <a:rPr lang="en-US" sz="4800" b="1" kern="1200">
                <a:solidFill>
                  <a:srgbClr val="FF0000"/>
                </a:solidFill>
                <a:effectLst/>
                <a:latin typeface="Tahoma" panose="020B0604030504040204" pitchFamily="34" charset="0"/>
                <a:ea typeface="Tahoma" panose="020B0604030504040204" pitchFamily="34" charset="0"/>
                <a:cs typeface="Tahoma" panose="020B0604030504040204" pitchFamily="34" charset="0"/>
              </a:rPr>
              <a:t>HĐ2: </a:t>
            </a:r>
            <a:r>
              <a:rPr lang="vi-VN" sz="4800">
                <a:latin typeface="Tahoma" panose="020B0604030504040204" pitchFamily="34" charset="0"/>
                <a:ea typeface="Tahoma" panose="020B0604030504040204" pitchFamily="34" charset="0"/>
                <a:cs typeface="Tahoma" panose="020B0604030504040204" pitchFamily="34" charset="0"/>
              </a:rPr>
              <a:t>Trong lớp 10T có bốn bạn Tuấn, Hương, Việt, Dung tham gia cuộc thi hùng biện của trường. Hỏi có bao nhiêu cách chọn:</a:t>
            </a:r>
            <a:endParaRPr lang="en-US" sz="4800">
              <a:latin typeface="Tahoma" panose="020B0604030504040204" pitchFamily="34" charset="0"/>
              <a:ea typeface="Tahoma" panose="020B0604030504040204" pitchFamily="34" charset="0"/>
              <a:cs typeface="Tahoma" panose="020B0604030504040204" pitchFamily="34" charset="0"/>
            </a:endParaRPr>
          </a:p>
          <a:p>
            <a:pPr algn="just">
              <a:lnSpc>
                <a:spcPct val="107000"/>
              </a:lnSpc>
              <a:spcAft>
                <a:spcPts val="800"/>
              </a:spcAft>
            </a:pPr>
            <a:r>
              <a:rPr lang="vi-VN" sz="4800">
                <a:latin typeface="Tahoma" panose="020B0604030504040204" pitchFamily="34" charset="0"/>
                <a:ea typeface="Tahoma" panose="020B0604030504040204" pitchFamily="34" charset="0"/>
                <a:cs typeface="Tahoma" panose="020B0604030504040204" pitchFamily="34" charset="0"/>
              </a:rPr>
              <a:t>a) Hai bạn phụ trách nhóm từ bốn bạn?</a:t>
            </a:r>
          </a:p>
          <a:p>
            <a:pPr algn="just">
              <a:lnSpc>
                <a:spcPct val="107000"/>
              </a:lnSpc>
              <a:spcAft>
                <a:spcPts val="800"/>
              </a:spcAft>
            </a:pPr>
            <a:r>
              <a:rPr lang="vi-VN" sz="4800">
                <a:latin typeface="Tahoma" panose="020B0604030504040204" pitchFamily="34" charset="0"/>
                <a:ea typeface="Tahoma" panose="020B0604030504040204" pitchFamily="34" charset="0"/>
                <a:cs typeface="Tahoma" panose="020B0604030504040204" pitchFamily="34" charset="0"/>
              </a:rPr>
              <a:t>b) Hai bạn phụ trách nhóm, trong đó có một bạn làm nhóm trưởng, một bạn làm nhóm phó? </a:t>
            </a:r>
          </a:p>
          <a:p>
            <a:pPr>
              <a:lnSpc>
                <a:spcPct val="107000"/>
              </a:lnSpc>
              <a:spcAft>
                <a:spcPts val="800"/>
              </a:spcAft>
            </a:pPr>
            <a:endParaRPr lang="en-US" sz="4800" kern="1200">
              <a:effectLst/>
              <a:latin typeface="Tahoma" panose="020B0604030504040204" pitchFamily="34" charset="0"/>
              <a:ea typeface="Tahoma" panose="020B0604030504040204" pitchFamily="34" charset="0"/>
              <a:cs typeface="Tahoma" panose="020B0604030504040204" pitchFamily="34" charset="0"/>
            </a:endParaRPr>
          </a:p>
        </p:txBody>
      </p:sp>
      <p:grpSp>
        <p:nvGrpSpPr>
          <p:cNvPr id="6" name="Group 5">
            <a:extLst>
              <a:ext uri="{FF2B5EF4-FFF2-40B4-BE49-F238E27FC236}">
                <a16:creationId xmlns:a16="http://schemas.microsoft.com/office/drawing/2014/main" id="{77687DC5-F655-4BFF-A963-E977FF6C5946}"/>
              </a:ext>
            </a:extLst>
          </p:cNvPr>
          <p:cNvGrpSpPr/>
          <p:nvPr/>
        </p:nvGrpSpPr>
        <p:grpSpPr>
          <a:xfrm>
            <a:off x="287047" y="6940750"/>
            <a:ext cx="23696506" cy="6318050"/>
            <a:chOff x="287047" y="6940750"/>
            <a:chExt cx="23696506" cy="6318050"/>
          </a:xfrm>
        </p:grpSpPr>
        <p:sp>
          <p:nvSpPr>
            <p:cNvPr id="74" name="Rounded Rectangle 34">
              <a:extLst>
                <a:ext uri="{FF2B5EF4-FFF2-40B4-BE49-F238E27FC236}">
                  <a16:creationId xmlns:a16="http://schemas.microsoft.com/office/drawing/2014/main" id="{A6C470C3-8BC0-41D7-85C3-6BF08CB76404}"/>
                </a:ext>
              </a:extLst>
            </p:cNvPr>
            <p:cNvSpPr/>
            <p:nvPr/>
          </p:nvSpPr>
          <p:spPr>
            <a:xfrm>
              <a:off x="325455" y="7171445"/>
              <a:ext cx="23658098" cy="6087355"/>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75" name="Group 60">
              <a:extLst>
                <a:ext uri="{FF2B5EF4-FFF2-40B4-BE49-F238E27FC236}">
                  <a16:creationId xmlns:a16="http://schemas.microsoft.com/office/drawing/2014/main" id="{AFA9C2F5-0037-4884-8375-1EF3BD2B80A8}"/>
                </a:ext>
              </a:extLst>
            </p:cNvPr>
            <p:cNvGrpSpPr/>
            <p:nvPr/>
          </p:nvGrpSpPr>
          <p:grpSpPr>
            <a:xfrm>
              <a:off x="287047" y="6940750"/>
              <a:ext cx="3321403" cy="846386"/>
              <a:chOff x="1224542" y="6305967"/>
              <a:chExt cx="3305491" cy="861872"/>
            </a:xfrm>
          </p:grpSpPr>
          <p:sp>
            <p:nvSpPr>
              <p:cNvPr id="76" name="Freeform 20">
                <a:extLst>
                  <a:ext uri="{FF2B5EF4-FFF2-40B4-BE49-F238E27FC236}">
                    <a16:creationId xmlns:a16="http://schemas.microsoft.com/office/drawing/2014/main" id="{6CB21E94-AE6B-442B-BFF9-72B0DC40A5FB}"/>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77" name="TextBox 76">
                <a:extLst>
                  <a:ext uri="{FF2B5EF4-FFF2-40B4-BE49-F238E27FC236}">
                    <a16:creationId xmlns:a16="http://schemas.microsoft.com/office/drawing/2014/main" id="{C6E47BA5-0074-4AD1-9999-5245AD15FAA9}"/>
                  </a:ext>
                </a:extLst>
              </p:cNvPr>
              <p:cNvSpPr txBox="1"/>
              <p:nvPr/>
            </p:nvSpPr>
            <p:spPr>
              <a:xfrm>
                <a:off x="2091562" y="6305967"/>
                <a:ext cx="2185937" cy="861872"/>
              </a:xfrm>
              <a:prstGeom prst="rect">
                <a:avLst/>
              </a:prstGeom>
              <a:noFill/>
            </p:spPr>
            <p:txBody>
              <a:bodyPr wrap="none" rtlCol="0">
                <a:spAutoFit/>
              </a:bodyPr>
              <a:lstStyle/>
              <a:p>
                <a:r>
                  <a:rPr lang="vi-VN" sz="4400" b="1">
                    <a:solidFill>
                      <a:srgbClr val="FF0000"/>
                    </a:solidFill>
                    <a:latin typeface="Tahoma" pitchFamily="34" charset="0"/>
                    <a:ea typeface="Tahoma" pitchFamily="34" charset="0"/>
                    <a:cs typeface="Tahoma" pitchFamily="34" charset="0"/>
                  </a:rPr>
                  <a:t>Trả lời:</a:t>
                </a:r>
                <a:endParaRPr lang="en-US" sz="4400" b="1" dirty="0">
                  <a:solidFill>
                    <a:srgbClr val="FF0000"/>
                  </a:solidFill>
                  <a:latin typeface="Tahoma" pitchFamily="34" charset="0"/>
                  <a:ea typeface="Tahoma" pitchFamily="34" charset="0"/>
                  <a:cs typeface="Tahoma" pitchFamily="34" charset="0"/>
                </a:endParaRPr>
              </a:p>
            </p:txBody>
          </p:sp>
          <p:sp>
            <p:nvSpPr>
              <p:cNvPr id="78" name="Round Diagonal Corner Rectangle 41">
                <a:extLst>
                  <a:ext uri="{FF2B5EF4-FFF2-40B4-BE49-F238E27FC236}">
                    <a16:creationId xmlns:a16="http://schemas.microsoft.com/office/drawing/2014/main" id="{DC4B01DD-F943-41F7-B7AB-80194AB4C99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15">
                <a:extLst>
                  <a:ext uri="{FF2B5EF4-FFF2-40B4-BE49-F238E27FC236}">
                    <a16:creationId xmlns:a16="http://schemas.microsoft.com/office/drawing/2014/main" id="{7537B811-3E9D-4FCF-B714-AD3F3B3A52E9}"/>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sp>
        <p:nvSpPr>
          <p:cNvPr id="40" name="TextBox 39">
            <a:extLst>
              <a:ext uri="{FF2B5EF4-FFF2-40B4-BE49-F238E27FC236}">
                <a16:creationId xmlns:a16="http://schemas.microsoft.com/office/drawing/2014/main" id="{C60FB8C3-E24B-42AE-900C-9398E8ED6322}"/>
              </a:ext>
            </a:extLst>
          </p:cNvPr>
          <p:cNvSpPr txBox="1"/>
          <p:nvPr/>
        </p:nvSpPr>
        <p:spPr>
          <a:xfrm>
            <a:off x="440180" y="7684404"/>
            <a:ext cx="23392667" cy="975588"/>
          </a:xfrm>
          <a:prstGeom prst="rect">
            <a:avLst/>
          </a:prstGeom>
          <a:noFill/>
        </p:spPr>
        <p:txBody>
          <a:bodyPr wrap="square">
            <a:spAutoFit/>
          </a:bodyPr>
          <a:lstStyle/>
          <a:p>
            <a:pPr algn="just">
              <a:lnSpc>
                <a:spcPct val="150000"/>
              </a:lnSpc>
            </a:pPr>
            <a:r>
              <a:rPr lang="en-US" sz="4400" b="1">
                <a:solidFill>
                  <a:srgbClr val="C00000"/>
                </a:solidFill>
                <a:latin typeface="Tahoma" panose="020B0604030504040204" pitchFamily="34" charset="0"/>
                <a:ea typeface="Tahoma" panose="020B0604030504040204" pitchFamily="34" charset="0"/>
                <a:cs typeface="Tahoma" panose="020B0604030504040204" pitchFamily="34" charset="0"/>
              </a:rPr>
              <a:t>b) </a:t>
            </a:r>
            <a:r>
              <a:rPr lang="en-US" sz="4400" b="1" i="1">
                <a:solidFill>
                  <a:srgbClr val="C00000"/>
                </a:solidFill>
                <a:latin typeface="Tahoma" panose="020B0604030504040204" pitchFamily="34" charset="0"/>
                <a:ea typeface="Tahoma" panose="020B0604030504040204" pitchFamily="34" charset="0"/>
                <a:cs typeface="Tahoma" panose="020B0604030504040204" pitchFamily="34" charset="0"/>
              </a:rPr>
              <a:t>Cách 1</a:t>
            </a:r>
            <a:r>
              <a:rPr lang="en-US" sz="4400" b="1">
                <a:solidFill>
                  <a:srgbClr val="C00000"/>
                </a:solidFill>
                <a:latin typeface="Tahoma" panose="020B0604030504040204" pitchFamily="34" charset="0"/>
                <a:ea typeface="Tahoma" panose="020B0604030504040204" pitchFamily="34" charset="0"/>
                <a:cs typeface="Tahoma" panose="020B0604030504040204" pitchFamily="34" charset="0"/>
              </a:rPr>
              <a:t>: </a:t>
            </a:r>
            <a:endParaRPr lang="en-US" sz="4400" b="1">
              <a:solidFill>
                <a:srgbClr val="C00000"/>
              </a:solidFill>
              <a:effectLs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07A7E55-4B67-47D3-A93E-96AF2D5E513E}"/>
                  </a:ext>
                </a:extLst>
              </p:cNvPr>
              <p:cNvSpPr txBox="1"/>
              <p:nvPr/>
            </p:nvSpPr>
            <p:spPr>
              <a:xfrm>
                <a:off x="440180" y="8418381"/>
                <a:ext cx="23583592" cy="4693593"/>
              </a:xfrm>
              <a:prstGeom prst="rect">
                <a:avLst/>
              </a:prstGeom>
              <a:noFill/>
            </p:spPr>
            <p:txBody>
              <a:bodyPr wrap="square">
                <a:spAutoFit/>
              </a:bodyPr>
              <a:lstStyle/>
              <a:p>
                <a:pPr marL="0" marR="0" algn="just">
                  <a:lnSpc>
                    <a:spcPct val="150000"/>
                  </a:lnSpc>
                  <a:spcBef>
                    <a:spcPts val="0"/>
                  </a:spcBef>
                  <a:spcAft>
                    <a:spcPts val="0"/>
                  </a:spcAft>
                </a:pPr>
                <a:r>
                  <a:rPr lang="en-US" sz="4600">
                    <a:effectLst/>
                    <a:latin typeface="Tahoma" panose="020B0604030504040204" pitchFamily="34" charset="0"/>
                    <a:ea typeface="Tahoma" panose="020B0604030504040204" pitchFamily="34" charset="0"/>
                    <a:cs typeface="Tahoma" panose="020B0604030504040204" pitchFamily="34" charset="0"/>
                  </a:rPr>
                  <a:t>Với mỗi cách chọn ra hai bạn ở câu HĐ2a, chúng ta xếp một bạn chức nhóm trưởng, một bạn chức nhóm phó (một bạn một chức vụ). Mỗi cách xếp như vậy là một hoán vị của hai bạn.</a:t>
                </a:r>
              </a:p>
              <a:p>
                <a:r>
                  <a:rPr lang="en-US" sz="4600">
                    <a:effectLst/>
                    <a:latin typeface="Tahoma" panose="020B0604030504040204" pitchFamily="34" charset="0"/>
                    <a:ea typeface="Tahoma" panose="020B0604030504040204" pitchFamily="34" charset="0"/>
                    <a:cs typeface="Tahoma" panose="020B0604030504040204" pitchFamily="34" charset="0"/>
                  </a:rPr>
                  <a:t>Vậy số từ </a:t>
                </a:r>
                <a14:m>
                  <m:oMath xmlns:m="http://schemas.openxmlformats.org/officeDocument/2006/math">
                    <m:r>
                      <a:rPr lang="en-US" sz="4600" i="1">
                        <a:effectLst/>
                        <a:latin typeface="Cambria Math" panose="02040503050406030204" pitchFamily="18" charset="0"/>
                        <a:ea typeface="Calibri" panose="020F0502020204030204" pitchFamily="34" charset="0"/>
                        <a:cs typeface="Times New Roman" panose="02020603050405020304" pitchFamily="18" charset="0"/>
                      </a:rPr>
                      <m:t>6</m:t>
                    </m:r>
                  </m:oMath>
                </a14:m>
                <a:r>
                  <a:rPr lang="en-US" sz="4600">
                    <a:effectLst/>
                    <a:latin typeface="Tahoma" panose="020B0604030504040204" pitchFamily="34" charset="0"/>
                    <a:ea typeface="Tahoma" panose="020B0604030504040204" pitchFamily="34" charset="0"/>
                    <a:cs typeface="Tahoma" panose="020B0604030504040204" pitchFamily="34" charset="0"/>
                  </a:rPr>
                  <a:t> cách chọn nhóm hai bạn ở câu HĐ2a, chúng ta có số cách chọn hai </a:t>
                </a:r>
                <a:r>
                  <a:rPr lang="en-US" sz="4600" kern="1200">
                    <a:effectLst/>
                    <a:latin typeface="Tahoma" panose="020B0604030504040204" pitchFamily="34" charset="0"/>
                    <a:ea typeface="Tahoma" panose="020B0604030504040204" pitchFamily="34" charset="0"/>
                    <a:cs typeface="Tahoma" panose="020B0604030504040204" pitchFamily="34" charset="0"/>
                  </a:rPr>
                  <a:t>bạn phụ trách nhóm, trong đó có một bạn làm nhóm trưởng, một bạn làm nhóm phó là</a:t>
                </a:r>
                <a:r>
                  <a:rPr lang="en-US" sz="460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i="1">
                        <a:effectLst/>
                        <a:latin typeface="Cambria Math" panose="02040503050406030204" pitchFamily="18" charset="0"/>
                        <a:ea typeface="Calibri" panose="020F0502020204030204" pitchFamily="34" charset="0"/>
                        <a:cs typeface="Times New Roman" panose="02020603050405020304" pitchFamily="18" charset="0"/>
                      </a:rPr>
                      <m:t>6</m:t>
                    </m:r>
                    <m:r>
                      <a:rPr lang="en-US" sz="4600" i="1">
                        <a:effectLst/>
                        <a:latin typeface="Cambria Math" panose="02040503050406030204" pitchFamily="18" charset="0"/>
                        <a:ea typeface="Calibri" panose="020F0502020204030204" pitchFamily="34" charset="0"/>
                        <a:cs typeface="Cambria Math" panose="02040503050406030204" pitchFamily="18" charset="0"/>
                      </a:rPr>
                      <m:t>⋅</m:t>
                    </m:r>
                    <m:r>
                      <a:rPr lang="en-US" sz="4600" i="1">
                        <a:effectLst/>
                        <a:latin typeface="Cambria Math" panose="02040503050406030204" pitchFamily="18" charset="0"/>
                        <a:ea typeface="Calibri" panose="020F0502020204030204" pitchFamily="34" charset="0"/>
                        <a:cs typeface="Times New Roman" panose="02020603050405020304" pitchFamily="18" charset="0"/>
                      </a:rPr>
                      <m:t>2!=12</m:t>
                    </m:r>
                  </m:oMath>
                </a14:m>
                <a:r>
                  <a:rPr lang="en-US" sz="4600">
                    <a:effectLst/>
                    <a:latin typeface="Tahoma" panose="020B0604030504040204" pitchFamily="34" charset="0"/>
                    <a:ea typeface="Tahoma" panose="020B0604030504040204" pitchFamily="34" charset="0"/>
                    <a:cs typeface="Tahoma" panose="020B0604030504040204" pitchFamily="34" charset="0"/>
                  </a:rPr>
                  <a:t>.</a:t>
                </a:r>
                <a:endParaRPr lang="en-US" sz="460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307A7E55-4B67-47D3-A93E-96AF2D5E513E}"/>
                  </a:ext>
                </a:extLst>
              </p:cNvPr>
              <p:cNvSpPr txBox="1">
                <a:spLocks noRot="1" noChangeAspect="1" noMove="1" noResize="1" noEditPoints="1" noAdjustHandles="1" noChangeArrowheads="1" noChangeShapeType="1" noTextEdit="1"/>
              </p:cNvSpPr>
              <p:nvPr/>
            </p:nvSpPr>
            <p:spPr>
              <a:xfrm>
                <a:off x="440180" y="8418381"/>
                <a:ext cx="23583592" cy="4693593"/>
              </a:xfrm>
              <a:prstGeom prst="rect">
                <a:avLst/>
              </a:prstGeom>
              <a:blipFill>
                <a:blip r:embed="rId3"/>
                <a:stretch>
                  <a:fillRect l="-1111" r="-1111" b="-5455"/>
                </a:stretch>
              </a:blipFill>
            </p:spPr>
            <p:txBody>
              <a:bodyPr/>
              <a:lstStyle/>
              <a:p>
                <a:r>
                  <a:rPr lang="en-US">
                    <a:noFill/>
                  </a:rPr>
                  <a:t> </a:t>
                </a:r>
              </a:p>
            </p:txBody>
          </p:sp>
        </mc:Fallback>
      </mc:AlternateContent>
      <p:sp>
        <p:nvSpPr>
          <p:cNvPr id="81" name="Rounded Rectangle 8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85" name="TextBox 8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8642451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wipe(left)">
                                      <p:cBhvr>
                                        <p:cTn id="7" dur="500"/>
                                        <p:tgtEl>
                                          <p:spTgt spid="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xEl>
                                              <p:pRg st="0" end="0"/>
                                            </p:txEl>
                                          </p:spTgt>
                                        </p:tgtEl>
                                        <p:attrNameLst>
                                          <p:attrName>style.visibility</p:attrName>
                                        </p:attrNameLst>
                                      </p:cBhvr>
                                      <p:to>
                                        <p:strVal val="visible"/>
                                      </p:to>
                                    </p:set>
                                    <p:animEffect transition="in" filter="wipe(left)">
                                      <p:cBhvr>
                                        <p:cTn id="12" dur="500"/>
                                        <p:tgtEl>
                                          <p:spTgt spid="2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xEl>
                                              <p:pRg st="1" end="1"/>
                                            </p:txEl>
                                          </p:spTgt>
                                        </p:tgtEl>
                                        <p:attrNameLst>
                                          <p:attrName>style.visibility</p:attrName>
                                        </p:attrNameLst>
                                      </p:cBhvr>
                                      <p:to>
                                        <p:strVal val="visible"/>
                                      </p:to>
                                    </p:set>
                                    <p:animEffect transition="in" filter="wipe(left)">
                                      <p:cBhvr>
                                        <p:cTn id="17" dur="500"/>
                                        <p:tgtEl>
                                          <p:spTgt spid="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 name="Group 8">
            <a:extLst>
              <a:ext uri="{FF2B5EF4-FFF2-40B4-BE49-F238E27FC236}">
                <a16:creationId xmlns:a16="http://schemas.microsoft.com/office/drawing/2014/main" id="{51B8BB2F-C3C9-49D1-B3AF-40B9BBE90809}"/>
              </a:ext>
            </a:extLst>
          </p:cNvPr>
          <p:cNvGrpSpPr/>
          <p:nvPr/>
        </p:nvGrpSpPr>
        <p:grpSpPr>
          <a:xfrm>
            <a:off x="381000" y="2874377"/>
            <a:ext cx="23622000" cy="3983623"/>
            <a:chOff x="381000" y="2874377"/>
            <a:chExt cx="23622000" cy="3983623"/>
          </a:xfrm>
        </p:grpSpPr>
        <p:sp>
          <p:nvSpPr>
            <p:cNvPr id="60" name="Rounded Rectangle 19">
              <a:extLst>
                <a:ext uri="{FF2B5EF4-FFF2-40B4-BE49-F238E27FC236}">
                  <a16:creationId xmlns:a16="http://schemas.microsoft.com/office/drawing/2014/main" id="{095D8B71-1F1A-4584-A245-E93D45144F77}"/>
                </a:ext>
              </a:extLst>
            </p:cNvPr>
            <p:cNvSpPr/>
            <p:nvPr/>
          </p:nvSpPr>
          <p:spPr>
            <a:xfrm>
              <a:off x="381000" y="2874377"/>
              <a:ext cx="23622000" cy="398362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61" name="Group 60">
              <a:extLst>
                <a:ext uri="{FF2B5EF4-FFF2-40B4-BE49-F238E27FC236}">
                  <a16:creationId xmlns:a16="http://schemas.microsoft.com/office/drawing/2014/main" id="{2D91F587-F6EB-4836-A8BD-ABBE4C28D8DE}"/>
                </a:ext>
              </a:extLst>
            </p:cNvPr>
            <p:cNvGrpSpPr/>
            <p:nvPr/>
          </p:nvGrpSpPr>
          <p:grpSpPr>
            <a:xfrm>
              <a:off x="440180" y="3117122"/>
              <a:ext cx="1617502" cy="476161"/>
              <a:chOff x="0" y="92326"/>
              <a:chExt cx="575416" cy="197663"/>
            </a:xfrm>
          </p:grpSpPr>
          <p:grpSp>
            <p:nvGrpSpPr>
              <p:cNvPr id="62" name="Group 61">
                <a:extLst>
                  <a:ext uri="{FF2B5EF4-FFF2-40B4-BE49-F238E27FC236}">
                    <a16:creationId xmlns:a16="http://schemas.microsoft.com/office/drawing/2014/main" id="{0B1DA06F-AEE9-4FD6-8DA8-1742B4860816}"/>
                  </a:ext>
                </a:extLst>
              </p:cNvPr>
              <p:cNvGrpSpPr/>
              <p:nvPr/>
            </p:nvGrpSpPr>
            <p:grpSpPr>
              <a:xfrm>
                <a:off x="0" y="92326"/>
                <a:ext cx="575416" cy="197663"/>
                <a:chOff x="0" y="92326"/>
                <a:chExt cx="644449" cy="302837"/>
              </a:xfrm>
            </p:grpSpPr>
            <p:sp>
              <p:nvSpPr>
                <p:cNvPr id="65" name="Arrow: Pentagon 64">
                  <a:extLst>
                    <a:ext uri="{FF2B5EF4-FFF2-40B4-BE49-F238E27FC236}">
                      <a16:creationId xmlns:a16="http://schemas.microsoft.com/office/drawing/2014/main" id="{BFD08E55-0281-42B4-A2FF-7BAB5BCCB9E1}"/>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66" name="Arrow: Chevron 65">
                  <a:extLst>
                    <a:ext uri="{FF2B5EF4-FFF2-40B4-BE49-F238E27FC236}">
                      <a16:creationId xmlns:a16="http://schemas.microsoft.com/office/drawing/2014/main" id="{AB43AAD8-8C32-46EB-A4DB-A2E4519BB757}"/>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67" name="Arrow: Chevron 66">
                  <a:extLst>
                    <a:ext uri="{FF2B5EF4-FFF2-40B4-BE49-F238E27FC236}">
                      <a16:creationId xmlns:a16="http://schemas.microsoft.com/office/drawing/2014/main" id="{81DA1D0B-B078-4BBE-A97A-706CD45FF863}"/>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63" name="Flowchart: Terminator 62">
                <a:extLst>
                  <a:ext uri="{FF2B5EF4-FFF2-40B4-BE49-F238E27FC236}">
                    <a16:creationId xmlns:a16="http://schemas.microsoft.com/office/drawing/2014/main" id="{FA147E79-6F96-47CA-B89D-E5B7EE125717}"/>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64" name="Oval 63">
                <a:extLst>
                  <a:ext uri="{FF2B5EF4-FFF2-40B4-BE49-F238E27FC236}">
                    <a16:creationId xmlns:a16="http://schemas.microsoft.com/office/drawing/2014/main" id="{1A97C1B5-4AB4-4C6D-B6A6-8B8AC592E199}"/>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CHỈNH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44" name="TextBox 321">
            <a:extLst>
              <a:ext uri="{FF2B5EF4-FFF2-40B4-BE49-F238E27FC236}">
                <a16:creationId xmlns:a16="http://schemas.microsoft.com/office/drawing/2014/main" id="{1A04E56E-94E6-4E9A-83AE-5A713E7E6A56}"/>
              </a:ext>
            </a:extLst>
          </p:cNvPr>
          <p:cNvSpPr txBox="1"/>
          <p:nvPr/>
        </p:nvSpPr>
        <p:spPr>
          <a:xfrm>
            <a:off x="2220613" y="2784308"/>
            <a:ext cx="21706187" cy="4073692"/>
          </a:xfrm>
          <a:prstGeom prst="rect">
            <a:avLst/>
          </a:prstGeom>
          <a:noFill/>
        </p:spPr>
        <p:txBody>
          <a:bodyPr wrap="square" rtlCol="0">
            <a:noAutofit/>
          </a:bodyPr>
          <a:lstStyle/>
          <a:p>
            <a:pPr>
              <a:lnSpc>
                <a:spcPct val="107000"/>
              </a:lnSpc>
              <a:spcAft>
                <a:spcPts val="800"/>
              </a:spcAft>
            </a:pPr>
            <a:r>
              <a:rPr lang="en-US" sz="4800" b="1" kern="1200">
                <a:solidFill>
                  <a:srgbClr val="FF0000"/>
                </a:solidFill>
                <a:effectLst/>
                <a:latin typeface="Tahoma" panose="020B0604030504040204" pitchFamily="34" charset="0"/>
                <a:ea typeface="Tahoma" panose="020B0604030504040204" pitchFamily="34" charset="0"/>
                <a:cs typeface="Tahoma" panose="020B0604030504040204" pitchFamily="34" charset="0"/>
              </a:rPr>
              <a:t>HĐ2: </a:t>
            </a:r>
            <a:r>
              <a:rPr lang="vi-VN" sz="4800">
                <a:latin typeface="Tahoma" panose="020B0604030504040204" pitchFamily="34" charset="0"/>
                <a:ea typeface="Tahoma" panose="020B0604030504040204" pitchFamily="34" charset="0"/>
                <a:cs typeface="Tahoma" panose="020B0604030504040204" pitchFamily="34" charset="0"/>
              </a:rPr>
              <a:t>Trong lớp 10T có bốn bạn Tuấn, Hương, Việt, Dung tham gia cuộc thi hùng biện của trường. Hỏi có bao nhiêu cách chọn:</a:t>
            </a:r>
            <a:endParaRPr lang="en-US" sz="4800">
              <a:latin typeface="Tahoma" panose="020B0604030504040204" pitchFamily="34" charset="0"/>
              <a:ea typeface="Tahoma" panose="020B0604030504040204" pitchFamily="34" charset="0"/>
              <a:cs typeface="Tahoma" panose="020B0604030504040204" pitchFamily="34" charset="0"/>
            </a:endParaRPr>
          </a:p>
          <a:p>
            <a:pPr algn="just">
              <a:lnSpc>
                <a:spcPct val="107000"/>
              </a:lnSpc>
              <a:spcAft>
                <a:spcPts val="800"/>
              </a:spcAft>
            </a:pPr>
            <a:r>
              <a:rPr lang="vi-VN" sz="4800">
                <a:latin typeface="Tahoma" panose="020B0604030504040204" pitchFamily="34" charset="0"/>
                <a:ea typeface="Tahoma" panose="020B0604030504040204" pitchFamily="34" charset="0"/>
                <a:cs typeface="Tahoma" panose="020B0604030504040204" pitchFamily="34" charset="0"/>
              </a:rPr>
              <a:t>a) Hai bạn phụ trách nhóm từ bốn bạn?</a:t>
            </a:r>
          </a:p>
          <a:p>
            <a:pPr algn="just">
              <a:lnSpc>
                <a:spcPct val="107000"/>
              </a:lnSpc>
              <a:spcAft>
                <a:spcPts val="800"/>
              </a:spcAft>
            </a:pPr>
            <a:r>
              <a:rPr lang="vi-VN" sz="4800">
                <a:latin typeface="Tahoma" panose="020B0604030504040204" pitchFamily="34" charset="0"/>
                <a:ea typeface="Tahoma" panose="020B0604030504040204" pitchFamily="34" charset="0"/>
                <a:cs typeface="Tahoma" panose="020B0604030504040204" pitchFamily="34" charset="0"/>
              </a:rPr>
              <a:t>b) Hai bạn phụ trách nhóm, trong đó có một bạn làm nhóm trưởng, một bạn làm nhóm phó? </a:t>
            </a:r>
          </a:p>
          <a:p>
            <a:pPr>
              <a:lnSpc>
                <a:spcPct val="107000"/>
              </a:lnSpc>
              <a:spcAft>
                <a:spcPts val="800"/>
              </a:spcAft>
            </a:pPr>
            <a:endParaRPr lang="en-US" sz="4800" kern="1200">
              <a:effectLst/>
              <a:latin typeface="Tahoma" panose="020B0604030504040204" pitchFamily="34" charset="0"/>
              <a:ea typeface="Tahoma" panose="020B0604030504040204" pitchFamily="34" charset="0"/>
              <a:cs typeface="Tahoma" panose="020B0604030504040204" pitchFamily="34" charset="0"/>
            </a:endParaRPr>
          </a:p>
        </p:txBody>
      </p:sp>
      <p:grpSp>
        <p:nvGrpSpPr>
          <p:cNvPr id="73" name="Group 72">
            <a:extLst>
              <a:ext uri="{FF2B5EF4-FFF2-40B4-BE49-F238E27FC236}">
                <a16:creationId xmlns:a16="http://schemas.microsoft.com/office/drawing/2014/main" id="{4AF817D0-6A59-494C-85BC-EC23C8516691}"/>
              </a:ext>
            </a:extLst>
          </p:cNvPr>
          <p:cNvGrpSpPr/>
          <p:nvPr/>
        </p:nvGrpSpPr>
        <p:grpSpPr>
          <a:xfrm>
            <a:off x="381000" y="7011769"/>
            <a:ext cx="23696506" cy="6399431"/>
            <a:chOff x="1222851" y="5331410"/>
            <a:chExt cx="23580257" cy="6483473"/>
          </a:xfrm>
        </p:grpSpPr>
        <p:sp>
          <p:nvSpPr>
            <p:cNvPr id="74" name="Rounded Rectangle 34">
              <a:extLst>
                <a:ext uri="{FF2B5EF4-FFF2-40B4-BE49-F238E27FC236}">
                  <a16:creationId xmlns:a16="http://schemas.microsoft.com/office/drawing/2014/main" id="{A6C470C3-8BC0-41D7-85C3-6BF08CB76404}"/>
                </a:ext>
              </a:extLst>
            </p:cNvPr>
            <p:cNvSpPr/>
            <p:nvPr/>
          </p:nvSpPr>
          <p:spPr>
            <a:xfrm>
              <a:off x="1261071" y="5565135"/>
              <a:ext cx="23542037" cy="6249748"/>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75" name="Group 60">
              <a:extLst>
                <a:ext uri="{FF2B5EF4-FFF2-40B4-BE49-F238E27FC236}">
                  <a16:creationId xmlns:a16="http://schemas.microsoft.com/office/drawing/2014/main" id="{AFA9C2F5-0037-4884-8375-1EF3BD2B80A8}"/>
                </a:ext>
              </a:extLst>
            </p:cNvPr>
            <p:cNvGrpSpPr/>
            <p:nvPr/>
          </p:nvGrpSpPr>
          <p:grpSpPr>
            <a:xfrm>
              <a:off x="1222851" y="5331410"/>
              <a:ext cx="3305109" cy="857501"/>
              <a:chOff x="1224542" y="6305967"/>
              <a:chExt cx="3305491" cy="861872"/>
            </a:xfrm>
          </p:grpSpPr>
          <p:sp>
            <p:nvSpPr>
              <p:cNvPr id="76" name="Freeform 20">
                <a:extLst>
                  <a:ext uri="{FF2B5EF4-FFF2-40B4-BE49-F238E27FC236}">
                    <a16:creationId xmlns:a16="http://schemas.microsoft.com/office/drawing/2014/main" id="{6CB21E94-AE6B-442B-BFF9-72B0DC40A5FB}"/>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77" name="TextBox 76">
                <a:extLst>
                  <a:ext uri="{FF2B5EF4-FFF2-40B4-BE49-F238E27FC236}">
                    <a16:creationId xmlns:a16="http://schemas.microsoft.com/office/drawing/2014/main" id="{C6E47BA5-0074-4AD1-9999-5245AD15FAA9}"/>
                  </a:ext>
                </a:extLst>
              </p:cNvPr>
              <p:cNvSpPr txBox="1"/>
              <p:nvPr/>
            </p:nvSpPr>
            <p:spPr>
              <a:xfrm>
                <a:off x="2091562" y="6305967"/>
                <a:ext cx="2185937" cy="861872"/>
              </a:xfrm>
              <a:prstGeom prst="rect">
                <a:avLst/>
              </a:prstGeom>
              <a:noFill/>
            </p:spPr>
            <p:txBody>
              <a:bodyPr wrap="none" rtlCol="0">
                <a:spAutoFit/>
              </a:bodyPr>
              <a:lstStyle/>
              <a:p>
                <a:r>
                  <a:rPr lang="vi-VN" sz="4400" b="1">
                    <a:solidFill>
                      <a:srgbClr val="FF0000"/>
                    </a:solidFill>
                    <a:latin typeface="Tahoma" pitchFamily="34" charset="0"/>
                    <a:ea typeface="Tahoma" pitchFamily="34" charset="0"/>
                    <a:cs typeface="Tahoma" pitchFamily="34" charset="0"/>
                  </a:rPr>
                  <a:t>Trả lời:</a:t>
                </a:r>
                <a:endParaRPr lang="en-US" sz="4400" b="1" dirty="0">
                  <a:solidFill>
                    <a:srgbClr val="FF0000"/>
                  </a:solidFill>
                  <a:latin typeface="Tahoma" pitchFamily="34" charset="0"/>
                  <a:ea typeface="Tahoma" pitchFamily="34" charset="0"/>
                  <a:cs typeface="Tahoma" pitchFamily="34" charset="0"/>
                </a:endParaRPr>
              </a:p>
            </p:txBody>
          </p:sp>
          <p:sp>
            <p:nvSpPr>
              <p:cNvPr id="78" name="Round Diagonal Corner Rectangle 41">
                <a:extLst>
                  <a:ext uri="{FF2B5EF4-FFF2-40B4-BE49-F238E27FC236}">
                    <a16:creationId xmlns:a16="http://schemas.microsoft.com/office/drawing/2014/main" id="{DC4B01DD-F943-41F7-B7AB-80194AB4C99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15">
                <a:extLst>
                  <a:ext uri="{FF2B5EF4-FFF2-40B4-BE49-F238E27FC236}">
                    <a16:creationId xmlns:a16="http://schemas.microsoft.com/office/drawing/2014/main" id="{7537B811-3E9D-4FCF-B714-AD3F3B3A52E9}"/>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sp>
        <p:nvSpPr>
          <p:cNvPr id="40" name="TextBox 39">
            <a:extLst>
              <a:ext uri="{FF2B5EF4-FFF2-40B4-BE49-F238E27FC236}">
                <a16:creationId xmlns:a16="http://schemas.microsoft.com/office/drawing/2014/main" id="{C60FB8C3-E24B-42AE-900C-9398E8ED6322}"/>
              </a:ext>
            </a:extLst>
          </p:cNvPr>
          <p:cNvSpPr txBox="1"/>
          <p:nvPr/>
        </p:nvSpPr>
        <p:spPr>
          <a:xfrm>
            <a:off x="387400" y="7679411"/>
            <a:ext cx="23392667" cy="930063"/>
          </a:xfrm>
          <a:prstGeom prst="rect">
            <a:avLst/>
          </a:prstGeom>
          <a:noFill/>
        </p:spPr>
        <p:txBody>
          <a:bodyPr wrap="square">
            <a:spAutoFit/>
          </a:bodyPr>
          <a:lstStyle/>
          <a:p>
            <a:pPr algn="just">
              <a:lnSpc>
                <a:spcPct val="150000"/>
              </a:lnSpc>
            </a:pPr>
            <a:r>
              <a:rPr lang="en-US" sz="4200" b="1">
                <a:solidFill>
                  <a:srgbClr val="C00000"/>
                </a:solidFill>
                <a:latin typeface="Tahoma" panose="020B0604030504040204" pitchFamily="34" charset="0"/>
                <a:ea typeface="Tahoma" panose="020B0604030504040204" pitchFamily="34" charset="0"/>
                <a:cs typeface="Tahoma" panose="020B0604030504040204" pitchFamily="34" charset="0"/>
              </a:rPr>
              <a:t>b) </a:t>
            </a:r>
            <a:r>
              <a:rPr lang="en-US" sz="4200" b="1" i="1">
                <a:solidFill>
                  <a:srgbClr val="C00000"/>
                </a:solidFill>
                <a:latin typeface="Tahoma" panose="020B0604030504040204" pitchFamily="34" charset="0"/>
                <a:ea typeface="Tahoma" panose="020B0604030504040204" pitchFamily="34" charset="0"/>
                <a:cs typeface="Tahoma" panose="020B0604030504040204" pitchFamily="34" charset="0"/>
              </a:rPr>
              <a:t>Cách 2:</a:t>
            </a:r>
            <a:r>
              <a:rPr lang="en-US" sz="4200" b="1">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US" sz="4200">
                <a:latin typeface="Tahoma" panose="020B0604030504040204" pitchFamily="34" charset="0"/>
                <a:ea typeface="Tahoma" panose="020B0604030504040204" pitchFamily="34" charset="0"/>
                <a:cs typeface="Tahoma" panose="020B0604030504040204" pitchFamily="34" charset="0"/>
              </a:rPr>
              <a:t>Để chọn hai bạn phụ trách nhóm, trong đó có một bạn làm nhóm trưởng, </a:t>
            </a:r>
            <a:endParaRPr lang="en-US" sz="4200" b="1">
              <a:solidFill>
                <a:srgbClr val="C00000"/>
              </a:solidFill>
              <a:effectLs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E962096-552C-4CD0-9099-F1A7A988B9CB}"/>
                  </a:ext>
                </a:extLst>
              </p:cNvPr>
              <p:cNvSpPr txBox="1"/>
              <p:nvPr/>
            </p:nvSpPr>
            <p:spPr>
              <a:xfrm>
                <a:off x="469488" y="8591906"/>
                <a:ext cx="23681596" cy="4927952"/>
              </a:xfrm>
              <a:prstGeom prst="rect">
                <a:avLst/>
              </a:prstGeom>
              <a:noFill/>
            </p:spPr>
            <p:txBody>
              <a:bodyPr wrap="square">
                <a:spAutoFit/>
              </a:bodyPr>
              <a:lstStyle/>
              <a:p>
                <a:pPr marL="0" marR="0">
                  <a:lnSpc>
                    <a:spcPct val="150000"/>
                  </a:lnSpc>
                  <a:spcBef>
                    <a:spcPts val="0"/>
                  </a:spcBef>
                  <a:spcAft>
                    <a:spcPts val="0"/>
                  </a:spcAft>
                </a:pPr>
                <a:r>
                  <a:rPr lang="en-US" sz="4200">
                    <a:latin typeface="Tahoma" panose="020B0604030504040204" pitchFamily="34" charset="0"/>
                    <a:ea typeface="Tahoma" panose="020B0604030504040204" pitchFamily="34" charset="0"/>
                    <a:cs typeface="Tahoma" panose="020B0604030504040204" pitchFamily="34" charset="0"/>
                  </a:rPr>
                  <a:t>một bạn làm nhóm</a:t>
                </a:r>
                <a:r>
                  <a:rPr lang="en-US" sz="4200" b="1">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US" sz="4200" kern="1200">
                    <a:effectLst/>
                    <a:latin typeface="Tahoma" panose="020B0604030504040204" pitchFamily="34" charset="0"/>
                    <a:ea typeface="Tahoma" panose="020B0604030504040204" pitchFamily="34" charset="0"/>
                    <a:cs typeface="Tahoma" panose="020B0604030504040204" pitchFamily="34" charset="0"/>
                  </a:rPr>
                  <a:t>phó chúng ta thực hiện hai công đoạn sau:</a:t>
                </a:r>
                <a:endParaRPr lang="en-US" sz="4200">
                  <a:effectLst/>
                  <a:latin typeface="Tahoma" panose="020B0604030504040204" pitchFamily="34" charset="0"/>
                  <a:ea typeface="Tahoma" panose="020B0604030504040204" pitchFamily="34" charset="0"/>
                  <a:cs typeface="Tahoma" panose="020B0604030504040204" pitchFamily="34" charset="0"/>
                </a:endParaRPr>
              </a:p>
              <a:p>
                <a:pPr marL="180340" marR="0" algn="just">
                  <a:lnSpc>
                    <a:spcPct val="150000"/>
                  </a:lnSpc>
                  <a:spcBef>
                    <a:spcPts val="0"/>
                  </a:spcBef>
                  <a:spcAft>
                    <a:spcPts val="0"/>
                  </a:spcAft>
                </a:pPr>
                <a:r>
                  <a:rPr lang="en-US" sz="4200" kern="1200">
                    <a:effectLst/>
                    <a:latin typeface="Tahoma" panose="020B0604030504040204" pitchFamily="34" charset="0"/>
                    <a:ea typeface="Tahoma" panose="020B0604030504040204" pitchFamily="34" charset="0"/>
                    <a:cs typeface="Tahoma" panose="020B0604030504040204" pitchFamily="34" charset="0"/>
                  </a:rPr>
                  <a:t>1. Chọn một bạn (trong bốn bạn) làm nhóm trưởng: có </a:t>
                </a:r>
                <a14:m>
                  <m:oMath xmlns:m="http://schemas.openxmlformats.org/officeDocument/2006/math">
                    <m:r>
                      <a:rPr lang="en-US" sz="4200" i="1">
                        <a:effectLst/>
                        <a:latin typeface="Cambria Math" panose="02040503050406030204" pitchFamily="18" charset="0"/>
                        <a:ea typeface="Calibri" panose="020F0502020204030204" pitchFamily="34" charset="0"/>
                        <a:cs typeface="Times New Roman" panose="02020603050405020304" pitchFamily="18" charset="0"/>
                      </a:rPr>
                      <m:t>4</m:t>
                    </m:r>
                  </m:oMath>
                </a14:m>
                <a:r>
                  <a:rPr lang="en-US" sz="4200" kern="1200">
                    <a:effectLst/>
                    <a:latin typeface="Tahoma" panose="020B0604030504040204" pitchFamily="34" charset="0"/>
                    <a:ea typeface="Tahoma" panose="020B0604030504040204" pitchFamily="34" charset="0"/>
                    <a:cs typeface="Tahoma" panose="020B0604030504040204" pitchFamily="34" charset="0"/>
                  </a:rPr>
                  <a:t> (cách).</a:t>
                </a:r>
                <a:endParaRPr lang="en-US" sz="4200">
                  <a:effectLst/>
                  <a:latin typeface="Tahoma" panose="020B0604030504040204" pitchFamily="34" charset="0"/>
                  <a:ea typeface="Tahoma" panose="020B0604030504040204" pitchFamily="34" charset="0"/>
                  <a:cs typeface="Tahoma" panose="020B0604030504040204" pitchFamily="34" charset="0"/>
                </a:endParaRPr>
              </a:p>
              <a:p>
                <a:pPr marL="180340">
                  <a:lnSpc>
                    <a:spcPct val="150000"/>
                  </a:lnSpc>
                </a:pPr>
                <a:r>
                  <a:rPr lang="en-US" sz="4200" kern="1200">
                    <a:effectLst/>
                    <a:latin typeface="Tahoma" panose="020B0604030504040204" pitchFamily="34" charset="0"/>
                    <a:ea typeface="Tahoma" panose="020B0604030504040204" pitchFamily="34" charset="0"/>
                    <a:cs typeface="Tahoma" panose="020B0604030504040204" pitchFamily="34" charset="0"/>
                  </a:rPr>
                  <a:t>2. Chọn một bạn (trong ba bạn còn lại) làm nhóm phó: có </a:t>
                </a:r>
                <a14:m>
                  <m:oMath xmlns:m="http://schemas.openxmlformats.org/officeDocument/2006/math">
                    <m:r>
                      <a:rPr lang="en-US" sz="4200" i="1">
                        <a:effectLst/>
                        <a:latin typeface="Cambria Math" panose="02040503050406030204" pitchFamily="18" charset="0"/>
                        <a:ea typeface="Calibri" panose="020F0502020204030204" pitchFamily="34" charset="0"/>
                        <a:cs typeface="Times New Roman" panose="02020603050405020304" pitchFamily="18" charset="0"/>
                      </a:rPr>
                      <m:t>3</m:t>
                    </m:r>
                  </m:oMath>
                </a14:m>
                <a:r>
                  <a:rPr lang="en-US" sz="4200" kern="1200">
                    <a:effectLst/>
                    <a:latin typeface="Tahoma" panose="020B0604030504040204" pitchFamily="34" charset="0"/>
                    <a:ea typeface="Tahoma" panose="020B0604030504040204" pitchFamily="34" charset="0"/>
                    <a:cs typeface="Tahoma" panose="020B0604030504040204" pitchFamily="34" charset="0"/>
                  </a:rPr>
                  <a:t> (cách).</a:t>
                </a:r>
                <a:r>
                  <a:rPr lang="en-US" sz="4200">
                    <a:latin typeface="Tahoma" panose="020B0604030504040204" pitchFamily="34" charset="0"/>
                    <a:ea typeface="Tahoma" panose="020B0604030504040204" pitchFamily="34" charset="0"/>
                    <a:cs typeface="Tahoma" panose="020B0604030504040204" pitchFamily="34" charset="0"/>
                  </a:rPr>
                  <a:t> </a:t>
                </a:r>
              </a:p>
              <a:p>
                <a:pPr marL="180340">
                  <a:lnSpc>
                    <a:spcPct val="150000"/>
                  </a:lnSpc>
                </a:pPr>
                <a:r>
                  <a:rPr lang="en-US" sz="4200">
                    <a:latin typeface="Tahoma" panose="020B0604030504040204" pitchFamily="34" charset="0"/>
                    <a:ea typeface="Tahoma" panose="020B0604030504040204" pitchFamily="34" charset="0"/>
                    <a:cs typeface="Tahoma" panose="020B0604030504040204" pitchFamily="34" charset="0"/>
                  </a:rPr>
                  <a:t>Vậy theo quy tắc nhân, số cách chọn hai bạn phụ trách nhóm, trong đó có một bạn làm nhóm trưởng, một bạn làm nhóm phó là </a:t>
                </a:r>
                <a14:m>
                  <m:oMath xmlns:m="http://schemas.openxmlformats.org/officeDocument/2006/math">
                    <m:r>
                      <a:rPr lang="en-US" sz="4200" i="1">
                        <a:latin typeface="Cambria Math" panose="02040503050406030204" pitchFamily="18" charset="0"/>
                      </a:rPr>
                      <m:t>4⋅3=12</m:t>
                    </m:r>
                  </m:oMath>
                </a14:m>
                <a:r>
                  <a:rPr lang="en-US" sz="420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0" name="TextBox 29">
                <a:extLst>
                  <a:ext uri="{FF2B5EF4-FFF2-40B4-BE49-F238E27FC236}">
                    <a16:creationId xmlns:a16="http://schemas.microsoft.com/office/drawing/2014/main" id="{0E962096-552C-4CD0-9099-F1A7A988B9CB}"/>
                  </a:ext>
                </a:extLst>
              </p:cNvPr>
              <p:cNvSpPr txBox="1">
                <a:spLocks noRot="1" noChangeAspect="1" noMove="1" noResize="1" noEditPoints="1" noAdjustHandles="1" noChangeArrowheads="1" noChangeShapeType="1" noTextEdit="1"/>
              </p:cNvSpPr>
              <p:nvPr/>
            </p:nvSpPr>
            <p:spPr>
              <a:xfrm>
                <a:off x="469488" y="8591906"/>
                <a:ext cx="23681596" cy="4927952"/>
              </a:xfrm>
              <a:prstGeom prst="rect">
                <a:avLst/>
              </a:prstGeom>
              <a:blipFill>
                <a:blip r:embed="rId3"/>
                <a:stretch>
                  <a:fillRect l="-978" b="-2225"/>
                </a:stretch>
              </a:blipFill>
            </p:spPr>
            <p:txBody>
              <a:bodyPr/>
              <a:lstStyle/>
              <a:p>
                <a:r>
                  <a:rPr lang="en-US">
                    <a:noFill/>
                  </a:rPr>
                  <a:t> </a:t>
                </a:r>
              </a:p>
            </p:txBody>
          </p:sp>
        </mc:Fallback>
      </mc:AlternateContent>
      <p:sp>
        <p:nvSpPr>
          <p:cNvPr id="81" name="Rounded Rectangle 8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85" name="TextBox 8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743189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wipe(left)">
                                      <p:cBhvr>
                                        <p:cTn id="7" dur="500"/>
                                        <p:tgtEl>
                                          <p:spTgt spid="40">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0">
                                            <p:txEl>
                                              <p:pRg st="0" end="0"/>
                                            </p:txEl>
                                          </p:spTgt>
                                        </p:tgtEl>
                                        <p:attrNameLst>
                                          <p:attrName>style.visibility</p:attrName>
                                        </p:attrNameLst>
                                      </p:cBhvr>
                                      <p:to>
                                        <p:strVal val="visible"/>
                                      </p:to>
                                    </p:set>
                                    <p:animEffect transition="in" filter="wipe(left)">
                                      <p:cBhvr>
                                        <p:cTn id="11" dur="500"/>
                                        <p:tgtEl>
                                          <p:spTgt spid="30">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0">
                                            <p:txEl>
                                              <p:pRg st="1" end="1"/>
                                            </p:txEl>
                                          </p:spTgt>
                                        </p:tgtEl>
                                        <p:attrNameLst>
                                          <p:attrName>style.visibility</p:attrName>
                                        </p:attrNameLst>
                                      </p:cBhvr>
                                      <p:to>
                                        <p:strVal val="visible"/>
                                      </p:to>
                                    </p:set>
                                    <p:animEffect transition="in" filter="wipe(left)">
                                      <p:cBhvr>
                                        <p:cTn id="16" dur="500"/>
                                        <p:tgtEl>
                                          <p:spTgt spid="30">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0">
                                            <p:txEl>
                                              <p:pRg st="2" end="2"/>
                                            </p:txEl>
                                          </p:spTgt>
                                        </p:tgtEl>
                                        <p:attrNameLst>
                                          <p:attrName>style.visibility</p:attrName>
                                        </p:attrNameLst>
                                      </p:cBhvr>
                                      <p:to>
                                        <p:strVal val="visible"/>
                                      </p:to>
                                    </p:set>
                                    <p:animEffect transition="in" filter="wipe(left)">
                                      <p:cBhvr>
                                        <p:cTn id="21" dur="500"/>
                                        <p:tgtEl>
                                          <p:spTgt spid="30">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0">
                                            <p:txEl>
                                              <p:pRg st="3" end="3"/>
                                            </p:txEl>
                                          </p:spTgt>
                                        </p:tgtEl>
                                        <p:attrNameLst>
                                          <p:attrName>style.visibility</p:attrName>
                                        </p:attrNameLst>
                                      </p:cBhvr>
                                      <p:to>
                                        <p:strVal val="visible"/>
                                      </p:to>
                                    </p:set>
                                    <p:animEffect transition="in" filter="wipe(left)">
                                      <p:cBhvr>
                                        <p:cTn id="26"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7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19">
            <a:extLst>
              <a:ext uri="{FF2B5EF4-FFF2-40B4-BE49-F238E27FC236}">
                <a16:creationId xmlns:a16="http://schemas.microsoft.com/office/drawing/2014/main" id="{095D8B71-1F1A-4584-A245-E93D45144F77}"/>
              </a:ext>
            </a:extLst>
          </p:cNvPr>
          <p:cNvSpPr/>
          <p:nvPr/>
        </p:nvSpPr>
        <p:spPr>
          <a:xfrm>
            <a:off x="381000" y="2836894"/>
            <a:ext cx="23622000" cy="4021106"/>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CHỈNH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44" name="TextBox 321">
            <a:extLst>
              <a:ext uri="{FF2B5EF4-FFF2-40B4-BE49-F238E27FC236}">
                <a16:creationId xmlns:a16="http://schemas.microsoft.com/office/drawing/2014/main" id="{1A04E56E-94E6-4E9A-83AE-5A713E7E6A56}"/>
              </a:ext>
            </a:extLst>
          </p:cNvPr>
          <p:cNvSpPr txBox="1"/>
          <p:nvPr/>
        </p:nvSpPr>
        <p:spPr>
          <a:xfrm>
            <a:off x="396594" y="3788378"/>
            <a:ext cx="23606406" cy="2764822"/>
          </a:xfrm>
          <a:prstGeom prst="rect">
            <a:avLst/>
          </a:prstGeom>
          <a:noFill/>
        </p:spPr>
        <p:txBody>
          <a:bodyPr wrap="square" rtlCol="0">
            <a:noAutofit/>
          </a:bodyPr>
          <a:lstStyle/>
          <a:p>
            <a:pPr algn="just">
              <a:lnSpc>
                <a:spcPct val="107000"/>
              </a:lnSpc>
              <a:spcAft>
                <a:spcPts val="800"/>
              </a:spcAft>
            </a:pPr>
            <a:r>
              <a:rPr lang="vi-VN" sz="4800" kern="1200">
                <a:effectLst/>
                <a:latin typeface="Tahoma" panose="020B0604030504040204" pitchFamily="34" charset="0"/>
                <a:ea typeface="Tahoma" panose="020B0604030504040204" pitchFamily="34" charset="0"/>
                <a:cs typeface="Tahoma" panose="020B0604030504040204" pitchFamily="34" charset="0"/>
              </a:rPr>
              <a:t>Trong HĐ2b, mỗi cách xếp hai bạn từ bốn bạn làm nhóm trưởng, nhóm phó được gọi là một chỉnh hợp chập 2 của 4. Để tính số các chỉnh hợp chúng ta dùng quy tắc nhân.</a:t>
            </a:r>
          </a:p>
          <a:p>
            <a:pPr>
              <a:lnSpc>
                <a:spcPct val="107000"/>
              </a:lnSpc>
              <a:spcAft>
                <a:spcPts val="800"/>
              </a:spcAft>
            </a:pPr>
            <a:r>
              <a:rPr lang="vi-VN" sz="4800" kern="1200">
                <a:effectLst/>
                <a:latin typeface="Tahoma" panose="020B0604030504040204" pitchFamily="34" charset="0"/>
                <a:ea typeface="Tahoma" panose="020B0604030504040204" pitchFamily="34" charset="0"/>
                <a:cs typeface="Tahoma" panose="020B0604030504040204" pitchFamily="34" charset="0"/>
              </a:rPr>
              <a:t>Tổng quát ta có:</a:t>
            </a:r>
          </a:p>
        </p:txBody>
      </p:sp>
      <p:grpSp>
        <p:nvGrpSpPr>
          <p:cNvPr id="3" name="Group 2">
            <a:extLst>
              <a:ext uri="{FF2B5EF4-FFF2-40B4-BE49-F238E27FC236}">
                <a16:creationId xmlns:a16="http://schemas.microsoft.com/office/drawing/2014/main" id="{312870F2-3EC7-4172-B939-7DC4A6A814DD}"/>
              </a:ext>
            </a:extLst>
          </p:cNvPr>
          <p:cNvGrpSpPr/>
          <p:nvPr/>
        </p:nvGrpSpPr>
        <p:grpSpPr>
          <a:xfrm>
            <a:off x="381000" y="2767516"/>
            <a:ext cx="4181236" cy="914400"/>
            <a:chOff x="306494" y="6958914"/>
            <a:chExt cx="4181236" cy="914400"/>
          </a:xfrm>
        </p:grpSpPr>
        <p:grpSp>
          <p:nvGrpSpPr>
            <p:cNvPr id="75" name="Group 60">
              <a:extLst>
                <a:ext uri="{FF2B5EF4-FFF2-40B4-BE49-F238E27FC236}">
                  <a16:creationId xmlns:a16="http://schemas.microsoft.com/office/drawing/2014/main" id="{AFA9C2F5-0037-4884-8375-1EF3BD2B80A8}"/>
                </a:ext>
              </a:extLst>
            </p:cNvPr>
            <p:cNvGrpSpPr/>
            <p:nvPr/>
          </p:nvGrpSpPr>
          <p:grpSpPr>
            <a:xfrm>
              <a:off x="381000" y="7011767"/>
              <a:ext cx="4106730" cy="830270"/>
              <a:chOff x="1224542" y="6305967"/>
              <a:chExt cx="4087055" cy="845462"/>
            </a:xfrm>
          </p:grpSpPr>
          <p:sp>
            <p:nvSpPr>
              <p:cNvPr id="76" name="Freeform 20">
                <a:extLst>
                  <a:ext uri="{FF2B5EF4-FFF2-40B4-BE49-F238E27FC236}">
                    <a16:creationId xmlns:a16="http://schemas.microsoft.com/office/drawing/2014/main" id="{6CB21E94-AE6B-442B-BFF9-72B0DC40A5FB}"/>
                  </a:ext>
                </a:extLst>
              </p:cNvPr>
              <p:cNvSpPr>
                <a:spLocks/>
              </p:cNvSpPr>
              <p:nvPr/>
            </p:nvSpPr>
            <p:spPr bwMode="auto">
              <a:xfrm rot="16200000" flipV="1">
                <a:off x="2991956" y="5127094"/>
                <a:ext cx="828631" cy="3220034"/>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77" name="TextBox 76">
                <a:extLst>
                  <a:ext uri="{FF2B5EF4-FFF2-40B4-BE49-F238E27FC236}">
                    <a16:creationId xmlns:a16="http://schemas.microsoft.com/office/drawing/2014/main" id="{C6E47BA5-0074-4AD1-9999-5245AD15FAA9}"/>
                  </a:ext>
                </a:extLst>
              </p:cNvPr>
              <p:cNvSpPr txBox="1"/>
              <p:nvPr/>
            </p:nvSpPr>
            <p:spPr>
              <a:xfrm>
                <a:off x="2091562" y="6305967"/>
                <a:ext cx="3220035" cy="783520"/>
              </a:xfrm>
              <a:prstGeom prst="rect">
                <a:avLst/>
              </a:prstGeom>
              <a:noFill/>
            </p:spPr>
            <p:txBody>
              <a:bodyPr wrap="square" rtlCol="0">
                <a:spAutoFit/>
              </a:bodyPr>
              <a:lstStyle/>
              <a:p>
                <a:r>
                  <a:rPr lang="en-US" sz="4400" b="1">
                    <a:solidFill>
                      <a:srgbClr val="FFC000"/>
                    </a:solidFill>
                    <a:latin typeface="Tahoma" pitchFamily="34" charset="0"/>
                    <a:ea typeface="Tahoma" pitchFamily="34" charset="0"/>
                    <a:cs typeface="Tahoma" pitchFamily="34" charset="0"/>
                  </a:rPr>
                  <a:t>Nhận xét:</a:t>
                </a:r>
                <a:endParaRPr lang="en-US" sz="4400" b="1" dirty="0">
                  <a:solidFill>
                    <a:srgbClr val="FFC000"/>
                  </a:solidFill>
                  <a:latin typeface="Tahoma" pitchFamily="34" charset="0"/>
                  <a:ea typeface="Tahoma" pitchFamily="34" charset="0"/>
                  <a:cs typeface="Tahoma" pitchFamily="34" charset="0"/>
                </a:endParaRPr>
              </a:p>
            </p:txBody>
          </p:sp>
          <p:sp>
            <p:nvSpPr>
              <p:cNvPr id="78" name="Round Diagonal Corner Rectangle 41">
                <a:extLst>
                  <a:ext uri="{FF2B5EF4-FFF2-40B4-BE49-F238E27FC236}">
                    <a16:creationId xmlns:a16="http://schemas.microsoft.com/office/drawing/2014/main" id="{DC4B01DD-F943-41F7-B7AB-80194AB4C99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7" name="Graphic 26" descr="Clipboard outline">
              <a:extLst>
                <a:ext uri="{FF2B5EF4-FFF2-40B4-BE49-F238E27FC236}">
                  <a16:creationId xmlns:a16="http://schemas.microsoft.com/office/drawing/2014/main" id="{3DAB963E-66BA-4B37-9DA9-E81F1326627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306494" y="6958914"/>
              <a:ext cx="914400" cy="914400"/>
            </a:xfrm>
            <a:prstGeom prst="rect">
              <a:avLst/>
            </a:prstGeom>
          </p:spPr>
        </p:pic>
      </p:grpSp>
      <mc:AlternateContent xmlns:mc="http://schemas.openxmlformats.org/markup-compatibility/2006" xmlns:a14="http://schemas.microsoft.com/office/drawing/2010/main">
        <mc:Choice Requires="a14">
          <p:sp>
            <p:nvSpPr>
              <p:cNvPr id="31" name="Rectangle: Rounded Corners 30">
                <a:extLst>
                  <a:ext uri="{FF2B5EF4-FFF2-40B4-BE49-F238E27FC236}">
                    <a16:creationId xmlns:a16="http://schemas.microsoft.com/office/drawing/2014/main" id="{325D4EE0-C4FC-4681-8144-F1D064BDFD8B}"/>
                  </a:ext>
                </a:extLst>
              </p:cNvPr>
              <p:cNvSpPr/>
              <p:nvPr/>
            </p:nvSpPr>
            <p:spPr>
              <a:xfrm>
                <a:off x="381000" y="7086600"/>
                <a:ext cx="23622000" cy="6266816"/>
              </a:xfrm>
              <a:prstGeom prst="roundRect">
                <a:avLst>
                  <a:gd name="adj" fmla="val 9039"/>
                </a:avLst>
              </a:prstGeom>
              <a:solidFill>
                <a:srgbClr val="FFE2A7"/>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72000" bIns="0" numCol="1" spcCol="0" rtlCol="0" fromWordArt="0" anchor="t" anchorCtr="0" forceAA="0" compatLnSpc="1">
                <a:prstTxWarp prst="textNoShape">
                  <a:avLst/>
                </a:prstTxWarp>
                <a:noAutofit/>
              </a:bodyPr>
              <a:lstStyle/>
              <a:p>
                <a:pPr marL="0" marR="0" algn="just">
                  <a:lnSpc>
                    <a:spcPct val="107000"/>
                  </a:lnSpc>
                  <a:spcBef>
                    <a:spcPts val="0"/>
                  </a:spcBef>
                  <a:spcAft>
                    <a:spcPts val="800"/>
                  </a:spcAft>
                </a:pPr>
                <a:r>
                  <a:rPr lang="en-US" sz="4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Một </a:t>
                </a:r>
                <a:r>
                  <a:rPr lang="en-US" sz="480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chỉnh hợp chập </a:t>
                </a:r>
                <a14:m>
                  <m:oMath xmlns:m="http://schemas.openxmlformats.org/officeDocument/2006/math">
                    <m:r>
                      <a:rPr lang="en-US" sz="4800"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oMath>
                </a14:m>
                <a:r>
                  <a:rPr lang="en-US" sz="480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của </a:t>
                </a:r>
                <a14:m>
                  <m:oMath xmlns:m="http://schemas.openxmlformats.org/officeDocument/2006/math">
                    <m:r>
                      <a:rPr lang="en-US" sz="4800"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là một cách sắp xếp có thứ tự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oMath>
                </a14:m>
                <a:r>
                  <a:rPr lang="en-US" sz="4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phần tử từ một tập hợp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phần tử</a:t>
                </a:r>
                <a:r>
                  <a:rPr lang="en-US" sz="4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(với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là các số tự nhiên,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4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4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Số các chỉnh hợp chập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oMath>
                </a14:m>
                <a:r>
                  <a:rPr lang="en-US" sz="4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của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kí hiệu là </a:t>
                </a:r>
                <a14:m>
                  <m:oMath xmlns:m="http://schemas.openxmlformats.org/officeDocument/2006/math">
                    <m:sSubSup>
                      <m:sSubSupPr>
                        <m:ctrlP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e>
                      <m:sub>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sub>
                      <m:sup>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sup>
                    </m:sSubSup>
                  </m:oMath>
                </a14:m>
                <a:r>
                  <a:rPr lang="en-US" sz="4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được tính bằng công thức</a:t>
                </a:r>
                <a:endParaRPr lang="en-US" sz="4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spcBef>
                    <a:spcPts val="0"/>
                  </a:spcBef>
                  <a:spcAft>
                    <a:spcPts val="0"/>
                  </a:spcAft>
                  <a:tabLst>
                    <a:tab pos="2971800" algn="ctr"/>
                    <a:tab pos="5943600" algn="r"/>
                  </a:tabLst>
                </a:pPr>
                <a:r>
                  <a:rPr lang="nl-NL" sz="4800" b="1">
                    <a:solidFill>
                      <a:srgbClr val="0000FF"/>
                    </a:solidFill>
                    <a:effectLst/>
                    <a:latin typeface="Times New Roman" panose="02020603050405020304" pitchFamily="18" charset="0"/>
                    <a:ea typeface="Calibri" panose="020F0502020204030204" pitchFamily="34" charset="0"/>
                  </a:rPr>
                  <a:t>	</a:t>
                </a:r>
                <a14:m>
                  <m:oMath xmlns:m="http://schemas.openxmlformats.org/officeDocument/2006/math">
                    <m:sSubSup>
                      <m:sSubSupPr>
                        <m:ctrlPr>
                          <a:rPr lang="en-US" sz="4800" b="1" i="1">
                            <a:solidFill>
                              <a:srgbClr val="0000FF"/>
                            </a:solidFill>
                            <a:effectLst/>
                            <a:latin typeface="Cambria Math" panose="02040503050406030204" pitchFamily="18" charset="0"/>
                            <a:ea typeface="Calibri" panose="020F0502020204030204" pitchFamily="34" charset="0"/>
                          </a:rPr>
                        </m:ctrlPr>
                      </m:sSubSupPr>
                      <m:e>
                        <m:r>
                          <a:rPr lang="nl-NL" sz="4800" b="1" i="1">
                            <a:solidFill>
                              <a:srgbClr val="0000FF"/>
                            </a:solidFill>
                            <a:effectLst/>
                            <a:latin typeface="Cambria Math" panose="02040503050406030204" pitchFamily="18" charset="0"/>
                            <a:ea typeface="Calibri" panose="020F0502020204030204" pitchFamily="34" charset="0"/>
                          </a:rPr>
                          <m:t>𝑨</m:t>
                        </m:r>
                      </m:e>
                      <m:sub>
                        <m:r>
                          <a:rPr lang="nl-NL" sz="4800" b="1" i="1">
                            <a:solidFill>
                              <a:srgbClr val="0000FF"/>
                            </a:solidFill>
                            <a:effectLst/>
                            <a:latin typeface="Cambria Math" panose="02040503050406030204" pitchFamily="18" charset="0"/>
                            <a:ea typeface="Calibri" panose="020F0502020204030204" pitchFamily="34" charset="0"/>
                          </a:rPr>
                          <m:t>𝒏</m:t>
                        </m:r>
                      </m:sub>
                      <m:sup>
                        <m:r>
                          <a:rPr lang="nl-NL" sz="4800" b="1" i="1">
                            <a:solidFill>
                              <a:srgbClr val="0000FF"/>
                            </a:solidFill>
                            <a:effectLst/>
                            <a:latin typeface="Cambria Math" panose="02040503050406030204" pitchFamily="18" charset="0"/>
                            <a:ea typeface="Calibri" panose="020F0502020204030204" pitchFamily="34" charset="0"/>
                          </a:rPr>
                          <m:t>𝒌</m:t>
                        </m:r>
                      </m:sup>
                    </m:sSubSup>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𝒏</m:t>
                    </m:r>
                    <m:r>
                      <a:rPr lang="nl-NL" sz="4800" b="1" i="1">
                        <a:solidFill>
                          <a:srgbClr val="0000FF"/>
                        </a:solidFill>
                        <a:effectLst/>
                        <a:latin typeface="Cambria Math" panose="02040503050406030204" pitchFamily="18" charset="0"/>
                        <a:ea typeface="Calibri" panose="020F0502020204030204" pitchFamily="34" charset="0"/>
                        <a:cs typeface="Cambria Math" panose="02040503050406030204" pitchFamily="18" charset="0"/>
                      </a:rPr>
                      <m:t>⋅</m:t>
                    </m:r>
                    <m:d>
                      <m:dPr>
                        <m:ctrlPr>
                          <a:rPr lang="en-US" sz="4800" b="1" i="1">
                            <a:solidFill>
                              <a:srgbClr val="0000FF"/>
                            </a:solidFill>
                            <a:effectLst/>
                            <a:latin typeface="Cambria Math" panose="02040503050406030204" pitchFamily="18" charset="0"/>
                            <a:ea typeface="Calibri" panose="020F0502020204030204" pitchFamily="34" charset="0"/>
                          </a:rPr>
                        </m:ctrlPr>
                      </m:dPr>
                      <m:e>
                        <m:r>
                          <a:rPr lang="nl-NL" sz="4800" b="1" i="1">
                            <a:solidFill>
                              <a:srgbClr val="0000FF"/>
                            </a:solidFill>
                            <a:effectLst/>
                            <a:latin typeface="Cambria Math" panose="02040503050406030204" pitchFamily="18" charset="0"/>
                            <a:ea typeface="Calibri" panose="020F0502020204030204" pitchFamily="34" charset="0"/>
                          </a:rPr>
                          <m:t>𝒏</m:t>
                        </m:r>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𝟏</m:t>
                        </m:r>
                      </m:e>
                    </m:d>
                    <m:r>
                      <a:rPr lang="nl-NL" sz="4800" b="1" i="1">
                        <a:solidFill>
                          <a:srgbClr val="0000FF"/>
                        </a:solidFill>
                        <a:effectLst/>
                        <a:latin typeface="Cambria Math" panose="02040503050406030204" pitchFamily="18" charset="0"/>
                        <a:ea typeface="Calibri" panose="020F0502020204030204" pitchFamily="34" charset="0"/>
                        <a:cs typeface="Cambria Math" panose="02040503050406030204" pitchFamily="18" charset="0"/>
                      </a:rPr>
                      <m:t>⋅⋅⋅</m:t>
                    </m:r>
                    <m:d>
                      <m:dPr>
                        <m:ctrlPr>
                          <a:rPr lang="en-US" sz="4800" b="1" i="1">
                            <a:solidFill>
                              <a:srgbClr val="0000FF"/>
                            </a:solidFill>
                            <a:effectLst/>
                            <a:latin typeface="Cambria Math" panose="02040503050406030204" pitchFamily="18" charset="0"/>
                            <a:ea typeface="Calibri" panose="020F0502020204030204" pitchFamily="34" charset="0"/>
                          </a:rPr>
                        </m:ctrlPr>
                      </m:dPr>
                      <m:e>
                        <m:r>
                          <a:rPr lang="nl-NL" sz="4800" b="1" i="1">
                            <a:solidFill>
                              <a:srgbClr val="0000FF"/>
                            </a:solidFill>
                            <a:effectLst/>
                            <a:latin typeface="Cambria Math" panose="02040503050406030204" pitchFamily="18" charset="0"/>
                            <a:ea typeface="Calibri" panose="020F0502020204030204" pitchFamily="34" charset="0"/>
                          </a:rPr>
                          <m:t>𝒏</m:t>
                        </m:r>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𝒌</m:t>
                        </m:r>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𝟏</m:t>
                        </m:r>
                      </m:e>
                    </m:d>
                    <m:r>
                      <a:rPr lang="nl-NL" sz="4800" b="1" i="1">
                        <a:solidFill>
                          <a:srgbClr val="0000FF"/>
                        </a:solidFill>
                        <a:effectLst/>
                        <a:latin typeface="Cambria Math" panose="02040503050406030204" pitchFamily="18" charset="0"/>
                        <a:ea typeface="Calibri" panose="020F0502020204030204" pitchFamily="34" charset="0"/>
                      </a:rPr>
                      <m:t>  </m:t>
                    </m:r>
                    <m:r>
                      <m:rPr>
                        <m:nor/>
                      </m:rPr>
                      <a:rPr lang="nl-NL" sz="4800" b="1">
                        <a:solidFill>
                          <a:srgbClr val="0000FF"/>
                        </a:solidFill>
                        <a:effectLst/>
                        <a:latin typeface="Cambria Math" panose="02040503050406030204" pitchFamily="18" charset="0"/>
                        <a:ea typeface="Calibri" panose="020F0502020204030204" pitchFamily="34" charset="0"/>
                      </a:rPr>
                      <m:t>hay</m:t>
                    </m:r>
                    <m:r>
                      <a:rPr lang="nl-NL" sz="4800" b="1" i="1">
                        <a:solidFill>
                          <a:srgbClr val="0000FF"/>
                        </a:solidFill>
                        <a:effectLst/>
                        <a:latin typeface="Cambria Math" panose="02040503050406030204" pitchFamily="18" charset="0"/>
                        <a:ea typeface="Calibri" panose="020F0502020204030204" pitchFamily="34" charset="0"/>
                      </a:rPr>
                      <m:t> </m:t>
                    </m:r>
                    <m:sSubSup>
                      <m:sSubSupPr>
                        <m:ctrlPr>
                          <a:rPr lang="en-US" sz="4800" b="1" i="1">
                            <a:solidFill>
                              <a:srgbClr val="0000FF"/>
                            </a:solidFill>
                            <a:effectLst/>
                            <a:latin typeface="Cambria Math" panose="02040503050406030204" pitchFamily="18" charset="0"/>
                            <a:ea typeface="Calibri" panose="020F0502020204030204" pitchFamily="34" charset="0"/>
                          </a:rPr>
                        </m:ctrlPr>
                      </m:sSubSupPr>
                      <m:e>
                        <m:r>
                          <a:rPr lang="nl-NL" sz="4800" b="1" i="1">
                            <a:solidFill>
                              <a:srgbClr val="0000FF"/>
                            </a:solidFill>
                            <a:effectLst/>
                            <a:latin typeface="Cambria Math" panose="02040503050406030204" pitchFamily="18" charset="0"/>
                            <a:ea typeface="Calibri" panose="020F0502020204030204" pitchFamily="34" charset="0"/>
                          </a:rPr>
                          <m:t>𝑨</m:t>
                        </m:r>
                      </m:e>
                      <m:sub>
                        <m:r>
                          <a:rPr lang="nl-NL" sz="4800" b="1" i="1">
                            <a:solidFill>
                              <a:srgbClr val="0000FF"/>
                            </a:solidFill>
                            <a:effectLst/>
                            <a:latin typeface="Cambria Math" panose="02040503050406030204" pitchFamily="18" charset="0"/>
                            <a:ea typeface="Calibri" panose="020F0502020204030204" pitchFamily="34" charset="0"/>
                          </a:rPr>
                          <m:t>𝒏</m:t>
                        </m:r>
                      </m:sub>
                      <m:sup>
                        <m:r>
                          <a:rPr lang="nl-NL" sz="4800" b="1" i="1">
                            <a:solidFill>
                              <a:srgbClr val="0000FF"/>
                            </a:solidFill>
                            <a:effectLst/>
                            <a:latin typeface="Cambria Math" panose="02040503050406030204" pitchFamily="18" charset="0"/>
                            <a:ea typeface="Calibri" panose="020F0502020204030204" pitchFamily="34" charset="0"/>
                          </a:rPr>
                          <m:t>𝒌</m:t>
                        </m:r>
                      </m:sup>
                    </m:sSubSup>
                    <m:r>
                      <a:rPr lang="nl-NL" sz="4800" b="1" i="1">
                        <a:solidFill>
                          <a:srgbClr val="0000FF"/>
                        </a:solidFill>
                        <a:effectLst/>
                        <a:latin typeface="Cambria Math" panose="02040503050406030204" pitchFamily="18" charset="0"/>
                        <a:ea typeface="Calibri" panose="020F0502020204030204" pitchFamily="34" charset="0"/>
                      </a:rPr>
                      <m:t>=</m:t>
                    </m:r>
                    <m:f>
                      <m:fPr>
                        <m:ctrlPr>
                          <a:rPr lang="en-US" sz="4800" b="1" i="1">
                            <a:solidFill>
                              <a:srgbClr val="0000FF"/>
                            </a:solidFill>
                            <a:effectLst/>
                            <a:latin typeface="Cambria Math" panose="02040503050406030204" pitchFamily="18" charset="0"/>
                            <a:ea typeface="Calibri" panose="020F0502020204030204" pitchFamily="34" charset="0"/>
                          </a:rPr>
                        </m:ctrlPr>
                      </m:fPr>
                      <m:num>
                        <m:r>
                          <a:rPr lang="nl-NL" sz="4800" b="1" i="1">
                            <a:solidFill>
                              <a:srgbClr val="0000FF"/>
                            </a:solidFill>
                            <a:effectLst/>
                            <a:latin typeface="Cambria Math" panose="02040503050406030204" pitchFamily="18" charset="0"/>
                            <a:ea typeface="Calibri" panose="020F0502020204030204" pitchFamily="34" charset="0"/>
                          </a:rPr>
                          <m:t>𝒏</m:t>
                        </m:r>
                        <m:r>
                          <a:rPr lang="nl-NL" sz="4800" b="1" i="1">
                            <a:solidFill>
                              <a:srgbClr val="0000FF"/>
                            </a:solidFill>
                            <a:effectLst/>
                            <a:latin typeface="Cambria Math" panose="02040503050406030204" pitchFamily="18" charset="0"/>
                            <a:ea typeface="Calibri" panose="020F0502020204030204" pitchFamily="34" charset="0"/>
                          </a:rPr>
                          <m:t>!</m:t>
                        </m:r>
                      </m:num>
                      <m:den>
                        <m:d>
                          <m:dPr>
                            <m:ctrlPr>
                              <a:rPr lang="en-US" sz="4800" b="1" i="1">
                                <a:solidFill>
                                  <a:srgbClr val="0000FF"/>
                                </a:solidFill>
                                <a:effectLst/>
                                <a:latin typeface="Cambria Math" panose="02040503050406030204" pitchFamily="18" charset="0"/>
                                <a:ea typeface="Calibri" panose="020F0502020204030204" pitchFamily="34" charset="0"/>
                              </a:rPr>
                            </m:ctrlPr>
                          </m:dPr>
                          <m:e>
                            <m:r>
                              <a:rPr lang="nl-NL" sz="4800" b="1" i="1">
                                <a:solidFill>
                                  <a:srgbClr val="0000FF"/>
                                </a:solidFill>
                                <a:effectLst/>
                                <a:latin typeface="Cambria Math" panose="02040503050406030204" pitchFamily="18" charset="0"/>
                                <a:ea typeface="Calibri" panose="020F0502020204030204" pitchFamily="34" charset="0"/>
                              </a:rPr>
                              <m:t>𝒏</m:t>
                            </m:r>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𝒌</m:t>
                            </m:r>
                          </m:e>
                        </m:d>
                        <m:r>
                          <a:rPr lang="nl-NL" sz="4800" b="1" i="1">
                            <a:solidFill>
                              <a:srgbClr val="0000FF"/>
                            </a:solidFill>
                            <a:effectLst/>
                            <a:latin typeface="Cambria Math" panose="02040503050406030204" pitchFamily="18" charset="0"/>
                            <a:ea typeface="Calibri" panose="020F0502020204030204" pitchFamily="34" charset="0"/>
                          </a:rPr>
                          <m:t>!</m:t>
                        </m:r>
                      </m:den>
                    </m:f>
                    <m:r>
                      <a:rPr lang="nl-NL" sz="4800" b="1" i="1">
                        <a:solidFill>
                          <a:srgbClr val="0000FF"/>
                        </a:solidFill>
                        <a:effectLst/>
                        <a:latin typeface="Cambria Math" panose="02040503050406030204" pitchFamily="18" charset="0"/>
                        <a:ea typeface="Calibri" panose="020F0502020204030204" pitchFamily="34" charset="0"/>
                      </a:rPr>
                      <m:t> </m:t>
                    </m:r>
                    <m:d>
                      <m:dPr>
                        <m:ctrlPr>
                          <a:rPr lang="en-US" sz="4800" b="1" i="1">
                            <a:solidFill>
                              <a:srgbClr val="0000FF"/>
                            </a:solidFill>
                            <a:effectLst/>
                            <a:latin typeface="Cambria Math" panose="02040503050406030204" pitchFamily="18" charset="0"/>
                            <a:ea typeface="Calibri" panose="020F0502020204030204" pitchFamily="34" charset="0"/>
                          </a:rPr>
                        </m:ctrlPr>
                      </m:dPr>
                      <m:e>
                        <m:r>
                          <a:rPr lang="nl-NL" sz="4800" b="1" i="1">
                            <a:solidFill>
                              <a:srgbClr val="0000FF"/>
                            </a:solidFill>
                            <a:effectLst/>
                            <a:latin typeface="Cambria Math" panose="02040503050406030204" pitchFamily="18" charset="0"/>
                            <a:ea typeface="Calibri" panose="020F0502020204030204" pitchFamily="34" charset="0"/>
                          </a:rPr>
                          <m:t>𝟏</m:t>
                        </m:r>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𝒌</m:t>
                        </m:r>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𝒏</m:t>
                        </m:r>
                      </m:e>
                    </m:d>
                    <m:r>
                      <a:rPr lang="nl-NL" sz="4800" b="1" i="1">
                        <a:solidFill>
                          <a:srgbClr val="0000FF"/>
                        </a:solidFill>
                        <a:effectLst/>
                        <a:latin typeface="Cambria Math" panose="02040503050406030204" pitchFamily="18" charset="0"/>
                        <a:ea typeface="Calibri" panose="020F0502020204030204" pitchFamily="34" charset="0"/>
                      </a:rPr>
                      <m:t>.</m:t>
                    </m:r>
                  </m:oMath>
                </a14:m>
                <a:endParaRPr lang="en-US" sz="4800" b="1">
                  <a:solidFill>
                    <a:srgbClr val="0000FF"/>
                  </a:solidFill>
                  <a:effectLst/>
                  <a:latin typeface="Times New Roman" panose="02020603050405020304" pitchFamily="18" charset="0"/>
                  <a:ea typeface="Calibri" panose="020F0502020204030204" pitchFamily="34" charset="0"/>
                </a:endParaRPr>
              </a:p>
            </p:txBody>
          </p:sp>
        </mc:Choice>
        <mc:Fallback xmlns="">
          <p:sp>
            <p:nvSpPr>
              <p:cNvPr id="31" name="Rectangle: Rounded Corners 30">
                <a:extLst>
                  <a:ext uri="{FF2B5EF4-FFF2-40B4-BE49-F238E27FC236}">
                    <a16:creationId xmlns:a16="http://schemas.microsoft.com/office/drawing/2014/main" id="{325D4EE0-C4FC-4681-8144-F1D064BDFD8B}"/>
                  </a:ext>
                </a:extLst>
              </p:cNvPr>
              <p:cNvSpPr>
                <a:spLocks noRot="1" noChangeAspect="1" noMove="1" noResize="1" noEditPoints="1" noAdjustHandles="1" noChangeArrowheads="1" noChangeShapeType="1" noTextEdit="1"/>
              </p:cNvSpPr>
              <p:nvPr/>
            </p:nvSpPr>
            <p:spPr>
              <a:xfrm>
                <a:off x="381000" y="7086600"/>
                <a:ext cx="23622000" cy="6266816"/>
              </a:xfrm>
              <a:prstGeom prst="roundRect">
                <a:avLst>
                  <a:gd name="adj" fmla="val 9039"/>
                </a:avLst>
              </a:prstGeom>
              <a:blipFill>
                <a:blip r:embed="rId5"/>
                <a:stretch>
                  <a:fillRect l="-542" t="-291" r="-490"/>
                </a:stretch>
              </a:blipFill>
              <a:ln w="19050">
                <a:solidFill>
                  <a:schemeClr val="accent2">
                    <a:lumMod val="75000"/>
                  </a:schemeClr>
                </a:solidFill>
              </a:ln>
            </p:spPr>
            <p:txBody>
              <a:bodyPr/>
              <a:lstStyle/>
              <a:p>
                <a:r>
                  <a:rPr lang="en-US">
                    <a:noFill/>
                  </a:rPr>
                  <a:t> </a:t>
                </a:r>
              </a:p>
            </p:txBody>
          </p:sp>
        </mc:Fallback>
      </mc:AlternateContent>
      <p:sp>
        <p:nvSpPr>
          <p:cNvPr id="80" name="Rounded Rectangle 7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84" name="TextBox 8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4864656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Effect transition="in" filter="wipe(left)">
                                      <p:cBhvr>
                                        <p:cTn id="7" dur="500"/>
                                        <p:tgtEl>
                                          <p:spTgt spid="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
                                            <p:txEl>
                                              <p:pRg st="1" end="1"/>
                                            </p:txEl>
                                          </p:spTgt>
                                        </p:tgtEl>
                                        <p:attrNameLst>
                                          <p:attrName>style.visibility</p:attrName>
                                        </p:attrNameLst>
                                      </p:cBhvr>
                                      <p:to>
                                        <p:strVal val="visible"/>
                                      </p:to>
                                    </p:set>
                                    <p:animEffect transition="in" filter="wipe(left)">
                                      <p:cBhvr>
                                        <p:cTn id="12" dur="500"/>
                                        <p:tgtEl>
                                          <p:spTgt spid="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xEl>
                                              <p:pRg st="0" end="0"/>
                                            </p:txEl>
                                          </p:spTgt>
                                        </p:tgtEl>
                                        <p:attrNameLst>
                                          <p:attrName>style.visibility</p:attrName>
                                        </p:attrNameLst>
                                      </p:cBhvr>
                                      <p:to>
                                        <p:strVal val="visible"/>
                                      </p:to>
                                    </p:set>
                                    <p:animEffect transition="in" filter="wipe(left)">
                                      <p:cBhvr>
                                        <p:cTn id="17" dur="500"/>
                                        <p:tgtEl>
                                          <p:spTgt spid="3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xEl>
                                              <p:pRg st="1" end="1"/>
                                            </p:txEl>
                                          </p:spTgt>
                                        </p:tgtEl>
                                        <p:attrNameLst>
                                          <p:attrName>style.visibility</p:attrName>
                                        </p:attrNameLst>
                                      </p:cBhvr>
                                      <p:to>
                                        <p:strVal val="visible"/>
                                      </p:to>
                                    </p:set>
                                    <p:animEffect transition="in" filter="wipe(left)">
                                      <p:cBhvr>
                                        <p:cTn id="22" dur="500"/>
                                        <p:tgtEl>
                                          <p:spTgt spid="3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1">
                                            <p:txEl>
                                              <p:pRg st="2" end="2"/>
                                            </p:txEl>
                                          </p:spTgt>
                                        </p:tgtEl>
                                        <p:attrNameLst>
                                          <p:attrName>style.visibility</p:attrName>
                                        </p:attrNameLst>
                                      </p:cBhvr>
                                      <p:to>
                                        <p:strVal val="visible"/>
                                      </p:to>
                                    </p:set>
                                    <p:animEffect transition="in" filter="wipe(left)">
                                      <p:cBhvr>
                                        <p:cTn id="27" dur="500"/>
                                        <p:tgtEl>
                                          <p:spTgt spid="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71500" y="8915400"/>
            <a:ext cx="23506006" cy="4572000"/>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61950" y="2895600"/>
            <a:ext cx="23699787" cy="5714999"/>
            <a:chOff x="304800" y="2971801"/>
            <a:chExt cx="23699787" cy="5714999"/>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54661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2971801" cy="838200"/>
              <a:chOff x="22440" y="38104"/>
              <a:chExt cx="958198"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850471" cy="162052"/>
                <a:chOff x="31572" y="60276"/>
                <a:chExt cx="1196628"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782433" cy="234000"/>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Ví </a:t>
                </a:r>
                <a:r>
                  <a:rPr lang="vi-VN"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dụ </a:t>
                </a:r>
                <a:r>
                  <a:rPr lang="en-US"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2</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CHỈNH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3" name="TextBox 2">
            <a:extLst>
              <a:ext uri="{FF2B5EF4-FFF2-40B4-BE49-F238E27FC236}">
                <a16:creationId xmlns:a16="http://schemas.microsoft.com/office/drawing/2014/main" id="{E5C8CF20-A188-40A3-A095-8424A5327F85}"/>
              </a:ext>
            </a:extLst>
          </p:cNvPr>
          <p:cNvSpPr txBox="1"/>
          <p:nvPr/>
        </p:nvSpPr>
        <p:spPr>
          <a:xfrm>
            <a:off x="609600" y="3962400"/>
            <a:ext cx="23088600" cy="2308324"/>
          </a:xfrm>
          <a:prstGeom prst="rect">
            <a:avLst/>
          </a:prstGeom>
          <a:noFill/>
        </p:spPr>
        <p:txBody>
          <a:bodyPr wrap="square" rtlCol="0">
            <a:spAutoFit/>
          </a:bodyPr>
          <a:lstStyle/>
          <a:p>
            <a:pPr algn="just">
              <a:spcBef>
                <a:spcPts val="600"/>
              </a:spcBef>
            </a:pPr>
            <a:r>
              <a:rPr lang="vi-VN" sz="4800" dirty="0">
                <a:latin typeface="Tahoma" panose="020B0604030504040204" pitchFamily="34" charset="0"/>
                <a:ea typeface="Tahoma" panose="020B0604030504040204" pitchFamily="34" charset="0"/>
                <a:cs typeface="Tahoma" panose="020B0604030504040204" pitchFamily="34" charset="0"/>
              </a:rPr>
              <a:t>Một lớp có 30 học sinh, giáo viên cần chọn lần lượt 4 học sinh trồng bốn cây khác nhau để tham gia lễ phát động Tết trồng cây của trường. Hỏi giáo viên có bao nhiêu cách chọn?</a:t>
            </a:r>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AC3DA6F-783F-4288-B751-9EF2A1CAA30A}"/>
                  </a:ext>
                </a:extLst>
              </p:cNvPr>
              <p:cNvSpPr txBox="1"/>
              <p:nvPr/>
            </p:nvSpPr>
            <p:spPr>
              <a:xfrm>
                <a:off x="686167" y="9602163"/>
                <a:ext cx="23318420" cy="3293274"/>
              </a:xfrm>
              <a:prstGeom prst="rect">
                <a:avLst/>
              </a:prstGeom>
              <a:noFill/>
            </p:spPr>
            <p:txBody>
              <a:bodyPr wrap="square">
                <a:spAutoFit/>
              </a:bodyPr>
              <a:lstStyle/>
              <a:p>
                <a:pPr marL="0" marR="0" algn="just">
                  <a:lnSpc>
                    <a:spcPct val="150000"/>
                  </a:lnSpc>
                  <a:spcBef>
                    <a:spcPts val="0"/>
                  </a:spcBef>
                  <a:spcAft>
                    <a:spcPts val="0"/>
                  </a:spcAft>
                </a:pPr>
                <a:r>
                  <a:rPr lang="en-US" sz="4800" dirty="0" err="1">
                    <a:effectLst/>
                    <a:latin typeface="Tahoma" panose="020B0604030504040204" pitchFamily="34" charset="0"/>
                    <a:ea typeface="Tahoma" panose="020B0604030504040204" pitchFamily="34" charset="0"/>
                    <a:cs typeface="Tahoma" panose="020B0604030504040204" pitchFamily="34" charset="0"/>
                  </a:rPr>
                  <a:t>Mỗi</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cách</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chọn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lần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lượt</a:t>
                </a:r>
                <a:r>
                  <a:rPr lang="en-US" sz="4800"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4</m:t>
                    </m:r>
                  </m:oMath>
                </a14:m>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trong</a:t>
                </a:r>
                <a:r>
                  <a:rPr lang="en-US" sz="4800"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30</m:t>
                    </m:r>
                  </m:oMath>
                </a14:m>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học</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sinh</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để</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trồng</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bốn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cây</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khác</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nhau</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là</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một</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chỉnh</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hợp</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chập</a:t>
                </a:r>
                <a:r>
                  <a:rPr lang="en-US" sz="4800"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4</m:t>
                    </m:r>
                  </m:oMath>
                </a14:m>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của</a:t>
                </a:r>
                <a:r>
                  <a:rPr lang="en-US" sz="4800"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30</m:t>
                    </m:r>
                  </m:oMath>
                </a14:m>
                <a:r>
                  <a:rPr lang="en-US" sz="4800" dirty="0">
                    <a:effectLst/>
                    <a:latin typeface="Tahoma" panose="020B0604030504040204" pitchFamily="34" charset="0"/>
                    <a:ea typeface="Tahoma" panose="020B0604030504040204" pitchFamily="34" charset="0"/>
                    <a:cs typeface="Tahoma" panose="020B0604030504040204" pitchFamily="34" charset="0"/>
                  </a:rPr>
                  <a:t>.</a:t>
                </a:r>
              </a:p>
              <a:p>
                <a:pPr marL="0" marR="0">
                  <a:lnSpc>
                    <a:spcPct val="150000"/>
                  </a:lnSpc>
                  <a:spcBef>
                    <a:spcPts val="0"/>
                  </a:spcBef>
                  <a:spcAft>
                    <a:spcPts val="0"/>
                  </a:spcAft>
                </a:pPr>
                <a:r>
                  <a:rPr lang="en-US" sz="4800" dirty="0" err="1">
                    <a:effectLst/>
                    <a:latin typeface="Tahoma" panose="020B0604030504040204" pitchFamily="34" charset="0"/>
                    <a:ea typeface="Tahoma" panose="020B0604030504040204" pitchFamily="34" charset="0"/>
                    <a:cs typeface="Tahoma" panose="020B0604030504040204" pitchFamily="34" charset="0"/>
                  </a:rPr>
                  <a:t>Vậy</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số</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cách</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chọn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là</a:t>
                </a:r>
                <a:r>
                  <a:rPr lang="en-US" sz="4800"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Sup>
                      <m:sSubSupPr>
                        <m:ctrlPr>
                          <a:rPr lang="en-US" sz="4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i="1">
                            <a:effectLst/>
                            <a:latin typeface="Cambria Math" panose="02040503050406030204" pitchFamily="18" charset="0"/>
                            <a:ea typeface="Calibri" panose="020F0502020204030204" pitchFamily="34" charset="0"/>
                            <a:cs typeface="Times New Roman" panose="02020603050405020304" pitchFamily="18" charset="0"/>
                          </a:rPr>
                          <m:t>𝐴</m:t>
                        </m:r>
                      </m:e>
                      <m:sub>
                        <m:r>
                          <a:rPr lang="en-US" sz="4800" i="1">
                            <a:effectLst/>
                            <a:latin typeface="Cambria Math" panose="02040503050406030204" pitchFamily="18" charset="0"/>
                            <a:ea typeface="Calibri" panose="020F0502020204030204" pitchFamily="34" charset="0"/>
                            <a:cs typeface="Times New Roman" panose="02020603050405020304" pitchFamily="18" charset="0"/>
                          </a:rPr>
                          <m:t>30</m:t>
                        </m:r>
                      </m:sub>
                      <m:sup>
                        <m:r>
                          <a:rPr lang="en-US" sz="4800" i="1">
                            <a:effectLst/>
                            <a:latin typeface="Cambria Math" panose="02040503050406030204" pitchFamily="18" charset="0"/>
                            <a:ea typeface="Calibri" panose="020F0502020204030204" pitchFamily="34" charset="0"/>
                            <a:cs typeface="Times New Roman" panose="02020603050405020304" pitchFamily="18" charset="0"/>
                          </a:rPr>
                          <m:t>4</m:t>
                        </m:r>
                      </m:sup>
                    </m:sSubSup>
                    <m:r>
                      <a:rPr lang="en-US" sz="4800" i="1">
                        <a:effectLst/>
                        <a:latin typeface="Cambria Math" panose="02040503050406030204" pitchFamily="18" charset="0"/>
                        <a:ea typeface="Calibri" panose="020F0502020204030204" pitchFamily="34" charset="0"/>
                        <a:cs typeface="Times New Roman" panose="02020603050405020304" pitchFamily="18" charset="0"/>
                      </a:rPr>
                      <m:t>=657 720</m:t>
                    </m:r>
                  </m:oMath>
                </a14:m>
                <a:r>
                  <a:rPr lang="en-US" sz="4800" dirty="0">
                    <a:effectLst/>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8" name="TextBox 27">
                <a:extLst>
                  <a:ext uri="{FF2B5EF4-FFF2-40B4-BE49-F238E27FC236}">
                    <a16:creationId xmlns:a16="http://schemas.microsoft.com/office/drawing/2014/main" id="{9AC3DA6F-783F-4288-B751-9EF2A1CAA30A}"/>
                  </a:ext>
                </a:extLst>
              </p:cNvPr>
              <p:cNvSpPr txBox="1">
                <a:spLocks noRot="1" noChangeAspect="1" noMove="1" noResize="1" noEditPoints="1" noAdjustHandles="1" noChangeArrowheads="1" noChangeShapeType="1" noTextEdit="1"/>
              </p:cNvSpPr>
              <p:nvPr/>
            </p:nvSpPr>
            <p:spPr>
              <a:xfrm>
                <a:off x="686167" y="9602163"/>
                <a:ext cx="23318420" cy="3293274"/>
              </a:xfrm>
              <a:prstGeom prst="rect">
                <a:avLst/>
              </a:prstGeom>
              <a:blipFill>
                <a:blip r:embed="rId3"/>
                <a:stretch>
                  <a:fillRect l="-1203" r="-1176" b="-8519"/>
                </a:stretch>
              </a:blipFill>
            </p:spPr>
            <p:txBody>
              <a:bodyPr/>
              <a:lstStyle/>
              <a:p>
                <a:r>
                  <a:rPr lang="en-US">
                    <a:noFill/>
                  </a:rPr>
                  <a:t> </a:t>
                </a:r>
              </a:p>
            </p:txBody>
          </p:sp>
        </mc:Fallback>
      </mc:AlternateContent>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1368330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diamond(in)">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8">
                                            <p:txEl>
                                              <p:pRg st="0" end="0"/>
                                            </p:txEl>
                                          </p:spTgt>
                                        </p:tgtEl>
                                        <p:attrNameLst>
                                          <p:attrName>style.visibility</p:attrName>
                                        </p:attrNameLst>
                                      </p:cBhvr>
                                      <p:to>
                                        <p:strVal val="visible"/>
                                      </p:to>
                                    </p:set>
                                    <p:animEffect transition="in" filter="wipe(left)">
                                      <p:cBhvr>
                                        <p:cTn id="22" dur="500"/>
                                        <p:tgtEl>
                                          <p:spTgt spid="2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8">
                                            <p:txEl>
                                              <p:pRg st="1" end="1"/>
                                            </p:txEl>
                                          </p:spTgt>
                                        </p:tgtEl>
                                        <p:attrNameLst>
                                          <p:attrName>style.visibility</p:attrName>
                                        </p:attrNameLst>
                                      </p:cBhvr>
                                      <p:to>
                                        <p:strVal val="visible"/>
                                      </p:to>
                                    </p:set>
                                    <p:animEffect transition="in" filter="wipe(left)">
                                      <p:cBhvr>
                                        <p:cTn id="27"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54661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CHỈNH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6" name="Group 5">
            <a:extLst>
              <a:ext uri="{FF2B5EF4-FFF2-40B4-BE49-F238E27FC236}">
                <a16:creationId xmlns:a16="http://schemas.microsoft.com/office/drawing/2014/main" id="{5DDBA234-2158-498C-91BF-5A703BDB416C}"/>
              </a:ext>
            </a:extLst>
          </p:cNvPr>
          <p:cNvGrpSpPr/>
          <p:nvPr/>
        </p:nvGrpSpPr>
        <p:grpSpPr>
          <a:xfrm>
            <a:off x="400050" y="2914650"/>
            <a:ext cx="3376665" cy="914400"/>
            <a:chOff x="400050" y="2914650"/>
            <a:chExt cx="3376665" cy="914400"/>
          </a:xfrm>
        </p:grpSpPr>
        <p:sp>
          <p:nvSpPr>
            <p:cNvPr id="30" name="Freeform 20">
              <a:extLst>
                <a:ext uri="{FF2B5EF4-FFF2-40B4-BE49-F238E27FC236}">
                  <a16:creationId xmlns:a16="http://schemas.microsoft.com/office/drawing/2014/main" id="{33C4D620-648A-4A46-A2D7-84FD8B8EE767}"/>
                </a:ext>
              </a:extLst>
            </p:cNvPr>
            <p:cNvSpPr>
              <a:spLocks/>
            </p:cNvSpPr>
            <p:nvPr/>
          </p:nvSpPr>
          <p:spPr bwMode="auto">
            <a:xfrm rot="16200000" flipV="1">
              <a:off x="2044404" y="2026757"/>
              <a:ext cx="739765" cy="2724856"/>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1" name="TextBox 30">
              <a:extLst>
                <a:ext uri="{FF2B5EF4-FFF2-40B4-BE49-F238E27FC236}">
                  <a16:creationId xmlns:a16="http://schemas.microsoft.com/office/drawing/2014/main" id="{9278DE50-B7CC-473F-AB5F-01295B7CCA19}"/>
                </a:ext>
              </a:extLst>
            </p:cNvPr>
            <p:cNvSpPr txBox="1"/>
            <p:nvPr/>
          </p:nvSpPr>
          <p:spPr>
            <a:xfrm>
              <a:off x="1346202" y="3004278"/>
              <a:ext cx="2235197" cy="769441"/>
            </a:xfrm>
            <a:prstGeom prst="rect">
              <a:avLst/>
            </a:prstGeom>
            <a:noFill/>
          </p:spPr>
          <p:txBody>
            <a:bodyPr wrap="square" rtlCol="0">
              <a:spAutoFit/>
            </a:bodyPr>
            <a:lstStyle/>
            <a:p>
              <a:r>
                <a:rPr lang="en-US" sz="4400" b="1">
                  <a:solidFill>
                    <a:srgbClr val="FFC000"/>
                  </a:solidFill>
                  <a:latin typeface="Tahoma" pitchFamily="34" charset="0"/>
                  <a:ea typeface="Tahoma" pitchFamily="34" charset="0"/>
                  <a:cs typeface="Tahoma" pitchFamily="34" charset="0"/>
                </a:rPr>
                <a:t>Chú ý</a:t>
              </a:r>
              <a:endParaRPr lang="en-US" sz="4400" b="1" dirty="0">
                <a:solidFill>
                  <a:srgbClr val="FFC000"/>
                </a:solidFill>
                <a:latin typeface="Tahoma" pitchFamily="34" charset="0"/>
                <a:ea typeface="Tahoma" pitchFamily="34" charset="0"/>
                <a:cs typeface="Tahoma" pitchFamily="34" charset="0"/>
              </a:endParaRPr>
            </a:p>
          </p:txBody>
        </p:sp>
        <p:sp>
          <p:nvSpPr>
            <p:cNvPr id="32" name="Round Diagonal Corner Rectangle 41">
              <a:extLst>
                <a:ext uri="{FF2B5EF4-FFF2-40B4-BE49-F238E27FC236}">
                  <a16:creationId xmlns:a16="http://schemas.microsoft.com/office/drawing/2014/main" id="{7524934A-FD3C-43CE-9E89-336B67F14F42}"/>
                </a:ext>
              </a:extLst>
            </p:cNvPr>
            <p:cNvSpPr/>
            <p:nvPr/>
          </p:nvSpPr>
          <p:spPr>
            <a:xfrm flipV="1">
              <a:off x="482013" y="3019305"/>
              <a:ext cx="774703" cy="739764"/>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phic 32" descr="Clipboard outline">
              <a:extLst>
                <a:ext uri="{FF2B5EF4-FFF2-40B4-BE49-F238E27FC236}">
                  <a16:creationId xmlns:a16="http://schemas.microsoft.com/office/drawing/2014/main" id="{F1EF640A-FF80-4FC6-BB88-30D7921D608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400050" y="2914650"/>
              <a:ext cx="914400" cy="914400"/>
            </a:xfrm>
            <a:prstGeom prst="rect">
              <a:avLst/>
            </a:prstGeom>
          </p:spPr>
        </p:pic>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4FFC460-2A91-407B-9815-63D625A8312A}"/>
                  </a:ext>
                </a:extLst>
              </p:cNvPr>
              <p:cNvSpPr txBox="1"/>
              <p:nvPr/>
            </p:nvSpPr>
            <p:spPr>
              <a:xfrm>
                <a:off x="609599" y="3558923"/>
                <a:ext cx="23404814" cy="4382162"/>
              </a:xfrm>
              <a:prstGeom prst="rect">
                <a:avLst/>
              </a:prstGeom>
              <a:noFill/>
            </p:spPr>
            <p:txBody>
              <a:bodyPr wrap="square">
                <a:spAutoFit/>
              </a:bodyPr>
              <a:lstStyle/>
              <a:p>
                <a:pPr marL="0" marR="0" algn="just">
                  <a:lnSpc>
                    <a:spcPct val="150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a:t>
                </a:r>
                <a:r>
                  <a:rPr lang="en-US" sz="4800">
                    <a:effectLst/>
                    <a:latin typeface="Tahoma" panose="020B0604030504040204" pitchFamily="34" charset="0"/>
                    <a:ea typeface="Tahoma" panose="020B0604030504040204" pitchFamily="34" charset="0"/>
                    <a:cs typeface="Tahoma" panose="020B0604030504040204" pitchFamily="34" charset="0"/>
                  </a:rPr>
                  <a:t> Hoán vị sắp xếp tất cả các phần tử của tập hợp, còn chỉnh hợp chọn ra một số phần tử và sắp xếp chúng.</a:t>
                </a:r>
              </a:p>
              <a:p>
                <a:pPr marL="685800" marR="0" indent="-685800">
                  <a:lnSpc>
                    <a:spcPct val="150000"/>
                  </a:lnSpc>
                  <a:spcBef>
                    <a:spcPts val="0"/>
                  </a:spcBef>
                  <a:spcAft>
                    <a:spcPts val="0"/>
                  </a:spcAft>
                  <a:buFont typeface="Symbol" panose="05050102010706020507" pitchFamily="18" charset="2"/>
                  <a:buChar char="·"/>
                </a:pPr>
                <a:r>
                  <a:rPr lang="en-US" sz="4800">
                    <a:effectLst/>
                    <a:latin typeface="Tahoma" panose="020B0604030504040204" pitchFamily="34" charset="0"/>
                    <a:ea typeface="Tahoma" panose="020B0604030504040204" pitchFamily="34" charset="0"/>
                    <a:cs typeface="Tahoma" panose="020B0604030504040204" pitchFamily="34" charset="0"/>
                  </a:rPr>
                  <a:t>Mỗi hoán vị của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a:effectLst/>
                    <a:latin typeface="Tahoma" panose="020B0604030504040204" pitchFamily="34" charset="0"/>
                    <a:ea typeface="Tahoma" panose="020B0604030504040204" pitchFamily="34" charset="0"/>
                    <a:cs typeface="Tahoma" panose="020B0604030504040204" pitchFamily="34" charset="0"/>
                  </a:rPr>
                  <a:t> phần tử cũng chính là một chỉnh hợp chập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a:effectLst/>
                    <a:latin typeface="Tahoma" panose="020B0604030504040204" pitchFamily="34" charset="0"/>
                    <a:ea typeface="Tahoma" panose="020B0604030504040204" pitchFamily="34" charset="0"/>
                    <a:cs typeface="Tahoma" panose="020B0604030504040204" pitchFamily="34" charset="0"/>
                  </a:rPr>
                  <a:t> của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a:effectLst/>
                    <a:latin typeface="Tahoma" panose="020B0604030504040204" pitchFamily="34" charset="0"/>
                    <a:ea typeface="Tahoma" panose="020B0604030504040204" pitchFamily="34" charset="0"/>
                    <a:cs typeface="Tahoma" panose="020B0604030504040204" pitchFamily="34" charset="0"/>
                  </a:rPr>
                  <a:t> phần tử đó. </a:t>
                </a:r>
              </a:p>
              <a:p>
                <a:pPr marR="0" algn="just">
                  <a:lnSpc>
                    <a:spcPct val="150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Vì vậy </a:t>
                </a:r>
                <a14:m>
                  <m:oMath xmlns:m="http://schemas.openxmlformats.org/officeDocument/2006/math">
                    <m:sSub>
                      <m:sSubPr>
                        <m:ctrlPr>
                          <a:rPr lang="en-US" sz="4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48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n-US" sz="48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48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4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i="1">
                            <a:effectLst/>
                            <a:latin typeface="Cambria Math" panose="02040503050406030204" pitchFamily="18" charset="0"/>
                            <a:ea typeface="Calibri" panose="020F0502020204030204" pitchFamily="34" charset="0"/>
                            <a:cs typeface="Times New Roman" panose="02020603050405020304" pitchFamily="18" charset="0"/>
                          </a:rPr>
                          <m:t>𝐴</m:t>
                        </m:r>
                      </m:e>
                      <m:sub>
                        <m:r>
                          <a:rPr lang="en-US" sz="48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n-US" sz="4800" i="1">
                            <a:effectLst/>
                            <a:latin typeface="Cambria Math" panose="02040503050406030204" pitchFamily="18" charset="0"/>
                            <a:ea typeface="Calibri" panose="020F0502020204030204" pitchFamily="34" charset="0"/>
                            <a:cs typeface="Times New Roman" panose="02020603050405020304" pitchFamily="18" charset="0"/>
                          </a:rPr>
                          <m:t>𝑛</m:t>
                        </m:r>
                      </m:sup>
                    </m:sSubSup>
                  </m:oMath>
                </a14:m>
                <a:r>
                  <a:rPr lang="en-US" sz="4800">
                    <a:effectLst/>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1" name="TextBox 40">
                <a:extLst>
                  <a:ext uri="{FF2B5EF4-FFF2-40B4-BE49-F238E27FC236}">
                    <a16:creationId xmlns:a16="http://schemas.microsoft.com/office/drawing/2014/main" id="{94FFC460-2A91-407B-9815-63D625A8312A}"/>
                  </a:ext>
                </a:extLst>
              </p:cNvPr>
              <p:cNvSpPr txBox="1">
                <a:spLocks noRot="1" noChangeAspect="1" noMove="1" noResize="1" noEditPoints="1" noAdjustHandles="1" noChangeArrowheads="1" noChangeShapeType="1" noTextEdit="1"/>
              </p:cNvSpPr>
              <p:nvPr/>
            </p:nvSpPr>
            <p:spPr>
              <a:xfrm>
                <a:off x="609599" y="3558923"/>
                <a:ext cx="23404814" cy="4382162"/>
              </a:xfrm>
              <a:prstGeom prst="rect">
                <a:avLst/>
              </a:prstGeom>
              <a:blipFill>
                <a:blip r:embed="rId5"/>
                <a:stretch>
                  <a:fillRect l="-1224" r="-1172" b="-6259"/>
                </a:stretch>
              </a:blipFill>
            </p:spPr>
            <p:txBody>
              <a:bodyPr/>
              <a:lstStyle/>
              <a:p>
                <a:r>
                  <a:rPr lang="en-US">
                    <a:noFill/>
                  </a:rPr>
                  <a:t> </a:t>
                </a:r>
              </a:p>
            </p:txBody>
          </p:sp>
        </mc:Fallback>
      </mc:AlternateContent>
      <p:sp>
        <p:nvSpPr>
          <p:cNvPr id="54" name="Rounded Rectangle 5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8" name="TextBox 5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476125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wipe(left)">
                                      <p:cBhvr>
                                        <p:cTn id="7" dur="500"/>
                                        <p:tgtEl>
                                          <p:spTgt spid="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1">
                                            <p:txEl>
                                              <p:pRg st="1" end="1"/>
                                            </p:txEl>
                                          </p:spTgt>
                                        </p:tgtEl>
                                        <p:attrNameLst>
                                          <p:attrName>style.visibility</p:attrName>
                                        </p:attrNameLst>
                                      </p:cBhvr>
                                      <p:to>
                                        <p:strVal val="visible"/>
                                      </p:to>
                                    </p:set>
                                    <p:animEffect transition="in" filter="wipe(left)">
                                      <p:cBhvr>
                                        <p:cTn id="12" dur="500"/>
                                        <p:tgtEl>
                                          <p:spTgt spid="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1">
                                            <p:txEl>
                                              <p:pRg st="2" end="2"/>
                                            </p:txEl>
                                          </p:spTgt>
                                        </p:tgtEl>
                                        <p:attrNameLst>
                                          <p:attrName>style.visibility</p:attrName>
                                        </p:attrNameLst>
                                      </p:cBhvr>
                                      <p:to>
                                        <p:strVal val="visible"/>
                                      </p:to>
                                    </p:set>
                                    <p:animEffect transition="in" filter="wipe(left)">
                                      <p:cBhvr>
                                        <p:cTn id="17" dur="500"/>
                                        <p:tgtEl>
                                          <p:spTgt spid="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C3861D3C-9C7B-4299-9D0E-9498A204E87B}"/>
              </a:ext>
            </a:extLst>
          </p:cNvPr>
          <p:cNvGrpSpPr/>
          <p:nvPr/>
        </p:nvGrpSpPr>
        <p:grpSpPr>
          <a:xfrm>
            <a:off x="495209" y="6450434"/>
            <a:ext cx="23506006" cy="7036966"/>
            <a:chOff x="495209" y="6450434"/>
            <a:chExt cx="23506006" cy="7036966"/>
          </a:xfrm>
        </p:grpSpPr>
        <p:sp>
          <p:nvSpPr>
            <p:cNvPr id="35" name="Rounded Rectangle 34">
              <a:extLst>
                <a:ext uri="{FF2B5EF4-FFF2-40B4-BE49-F238E27FC236}">
                  <a16:creationId xmlns:a16="http://schemas.microsoft.com/office/drawing/2014/main" id="{D04F078C-CEB5-4C4F-A97E-1DF03AE09DB2}"/>
                </a:ext>
              </a:extLst>
            </p:cNvPr>
            <p:cNvSpPr/>
            <p:nvPr/>
          </p:nvSpPr>
          <p:spPr>
            <a:xfrm>
              <a:off x="533309" y="6660159"/>
              <a:ext cx="23467906" cy="6827241"/>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495209" y="6450434"/>
              <a:ext cx="3294702" cy="754791"/>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2971801"/>
            <a:ext cx="23699787" cy="3293159"/>
            <a:chOff x="304800" y="2971801"/>
            <a:chExt cx="23699787" cy="3293159"/>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304433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3401642" cy="838200"/>
              <a:chOff x="22440" y="38104"/>
              <a:chExt cx="1096792"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1096792" cy="162052"/>
                <a:chOff x="31572" y="60276"/>
                <a:chExt cx="1543206"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4" y="62042"/>
                  <a:ext cx="1370194"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921027" cy="234000"/>
              </a:xfrm>
              <a:prstGeom prst="rect">
                <a:avLst/>
              </a:prstGeom>
              <a:noFill/>
            </p:spPr>
            <p:txBody>
              <a:bodyPr wrap="square" tIns="54000" bIns="0">
                <a:noAutofit/>
              </a:bodyPr>
              <a:lstStyle/>
              <a:p>
                <a:pPr>
                  <a:lnSpc>
                    <a:spcPct val="107000"/>
                  </a:lnSpc>
                  <a:spcAft>
                    <a:spcPts val="800"/>
                  </a:spcAft>
                </a:pPr>
                <a:r>
                  <a:rPr lang="vi-VN"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Luyện tập </a:t>
                </a:r>
                <a:r>
                  <a:rPr lang="en-US"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2</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sp>
        <p:nvSpPr>
          <p:cNvPr id="3" name="TextBox 2">
            <a:extLst>
              <a:ext uri="{FF2B5EF4-FFF2-40B4-BE49-F238E27FC236}">
                <a16:creationId xmlns:a16="http://schemas.microsoft.com/office/drawing/2014/main" id="{E5C8CF20-A188-40A3-A095-8424A5327F85}"/>
              </a:ext>
            </a:extLst>
          </p:cNvPr>
          <p:cNvSpPr txBox="1"/>
          <p:nvPr/>
        </p:nvSpPr>
        <p:spPr>
          <a:xfrm>
            <a:off x="609600" y="3962400"/>
            <a:ext cx="23088600" cy="2308324"/>
          </a:xfrm>
          <a:prstGeom prst="rect">
            <a:avLst/>
          </a:prstGeom>
          <a:noFill/>
        </p:spPr>
        <p:txBody>
          <a:bodyPr wrap="square" rtlCol="0">
            <a:spAutoFit/>
          </a:bodyPr>
          <a:lstStyle/>
          <a:p>
            <a:pPr algn="just">
              <a:spcBef>
                <a:spcPts val="600"/>
              </a:spcBef>
            </a:pPr>
            <a:r>
              <a:rPr lang="vi-VN" sz="4800">
                <a:latin typeface="Tahoma" panose="020B0604030504040204" pitchFamily="34" charset="0"/>
                <a:ea typeface="Tahoma" panose="020B0604030504040204" pitchFamily="34" charset="0"/>
                <a:cs typeface="Tahoma" panose="020B0604030504040204" pitchFamily="34" charset="0"/>
              </a:rPr>
              <a:t>Trong một giải đua ngựa gồm 12 con ngựa, người ta chỉ quan tâm đến 3 con ngựa: con nhanh nhất, nhanh nhì và nhanh thứ ba. Hỏi có bao nhiêu kết quả có thể xảy ra?</a:t>
            </a:r>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5" name="TextBox 24">
            <a:extLst>
              <a:ext uri="{FF2B5EF4-FFF2-40B4-BE49-F238E27FC236}">
                <a16:creationId xmlns:a16="http://schemas.microsoft.com/office/drawing/2014/main" id="{35C77573-004B-47AB-A06D-169C5ED317A4}"/>
              </a:ext>
            </a:extLst>
          </p:cNvPr>
          <p:cNvSpPr txBox="1"/>
          <p:nvPr/>
        </p:nvSpPr>
        <p:spPr>
          <a:xfrm>
            <a:off x="647700" y="7310369"/>
            <a:ext cx="23088600" cy="3785652"/>
          </a:xfrm>
          <a:prstGeom prst="rect">
            <a:avLst/>
          </a:prstGeom>
          <a:noFill/>
        </p:spPr>
        <p:txBody>
          <a:bodyPr wrap="square" rtlCol="0">
            <a:spAutoFit/>
          </a:bodyPr>
          <a:lstStyle/>
          <a:p>
            <a:pPr algn="just">
              <a:spcBef>
                <a:spcPts val="600"/>
              </a:spcBef>
            </a:pPr>
            <a:r>
              <a:rPr lang="vi-VN" sz="4800">
                <a:latin typeface="Tahoma" panose="020B0604030504040204" pitchFamily="34" charset="0"/>
                <a:ea typeface="Tahoma" panose="020B0604030504040204" pitchFamily="34" charset="0"/>
                <a:cs typeface="Tahoma" panose="020B0604030504040204" pitchFamily="34" charset="0"/>
              </a:rPr>
              <a:t>Giả sử 12 con ngựa tham gia giải đều có thể đạt thành tích nhanh nhất hoặc nhanh nhì hoặc nhanh thứ ba. Khi đó, 3 con ngựa bất kỳ trong 12 con ngựa tham gia giải sẽ có con nhanh nhất, con nhanh nhì và con nhanh thứ ba. Nghĩa là, với mỗi cách chọn ra 3 con ngựa bất kỳ trong 12 con tham gia đều có một kết quả xảy ra, mỗi kết quả xảy ra này là một chỉnh hợp chập 3 của 12.</a:t>
            </a:r>
            <a:endParaRPr lang="vi-VN" sz="4800" dirty="0">
              <a:latin typeface="Tahoma" panose="020B0604030504040204" pitchFamily="34" charset="0"/>
              <a:ea typeface="Tahoma" panose="020B0604030504040204" pitchFamily="34" charset="0"/>
              <a:cs typeface="Tahoma" panose="020B0604030504040204" pitchFamily="34" charset="0"/>
            </a:endParaRPr>
          </a:p>
        </p:txBody>
      </p:sp>
      <p:grpSp>
        <p:nvGrpSpPr>
          <p:cNvPr id="32" name="Group 31">
            <a:extLst>
              <a:ext uri="{FF2B5EF4-FFF2-40B4-BE49-F238E27FC236}">
                <a16:creationId xmlns:a16="http://schemas.microsoft.com/office/drawing/2014/main" id="{C9EB6E73-F8F2-4F17-B2F6-CA9B7D982F3A}"/>
              </a:ext>
            </a:extLst>
          </p:cNvPr>
          <p:cNvGrpSpPr/>
          <p:nvPr/>
        </p:nvGrpSpPr>
        <p:grpSpPr>
          <a:xfrm>
            <a:off x="381000" y="1904999"/>
            <a:ext cx="23219986" cy="815609"/>
            <a:chOff x="381000" y="1904999"/>
            <a:chExt cx="23219986" cy="815609"/>
          </a:xfrm>
        </p:grpSpPr>
        <p:sp>
          <p:nvSpPr>
            <p:cNvPr id="33" name="Rectangle 32">
              <a:extLst>
                <a:ext uri="{FF2B5EF4-FFF2-40B4-BE49-F238E27FC236}">
                  <a16:creationId xmlns:a16="http://schemas.microsoft.com/office/drawing/2014/main" id="{57722CBD-5CE2-4310-B7FA-3FA29BAD4991}"/>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CHỈNH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41" name="Round Same Side Corner Rectangle 51">
              <a:extLst>
                <a:ext uri="{FF2B5EF4-FFF2-40B4-BE49-F238E27FC236}">
                  <a16:creationId xmlns:a16="http://schemas.microsoft.com/office/drawing/2014/main" id="{6334C3CC-056D-4C53-B01E-6CD8A7FE0277}"/>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2" name="TextBox 41">
              <a:extLst>
                <a:ext uri="{FF2B5EF4-FFF2-40B4-BE49-F238E27FC236}">
                  <a16:creationId xmlns:a16="http://schemas.microsoft.com/office/drawing/2014/main" id="{641ECDB4-47E2-4271-8E00-D14846A75B02}"/>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43" name="Round Same Side Corner Rectangle 51">
              <a:extLst>
                <a:ext uri="{FF2B5EF4-FFF2-40B4-BE49-F238E27FC236}">
                  <a16:creationId xmlns:a16="http://schemas.microsoft.com/office/drawing/2014/main" id="{E04BCE33-A827-4DC0-AC28-E7E3BE10C6C6}"/>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4" name="TextBox 43">
              <a:extLst>
                <a:ext uri="{FF2B5EF4-FFF2-40B4-BE49-F238E27FC236}">
                  <a16:creationId xmlns:a16="http://schemas.microsoft.com/office/drawing/2014/main" id="{035449BF-F2AC-4830-9273-D20D1D74755B}"/>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8C222ED-F799-4911-9001-35707809DBD1}"/>
                  </a:ext>
                </a:extLst>
              </p:cNvPr>
              <p:cNvSpPr txBox="1"/>
              <p:nvPr/>
            </p:nvSpPr>
            <p:spPr>
              <a:xfrm>
                <a:off x="686164" y="10896600"/>
                <a:ext cx="18897235" cy="1077859"/>
              </a:xfrm>
              <a:prstGeom prst="rect">
                <a:avLst/>
              </a:prstGeom>
              <a:noFill/>
            </p:spPr>
            <p:txBody>
              <a:bodyPr wrap="square">
                <a:spAutoFit/>
              </a:bodyPr>
              <a:lstStyle/>
              <a:p>
                <a:pPr marL="0" marR="0">
                  <a:lnSpc>
                    <a:spcPct val="150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Vậy số các kết quả có thể xảy ra là </a:t>
                </a:r>
                <a14:m>
                  <m:oMath xmlns:m="http://schemas.openxmlformats.org/officeDocument/2006/math">
                    <m:sSubSup>
                      <m:sSubSupPr>
                        <m:ctrlPr>
                          <a:rPr lang="en-US" sz="4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i="1">
                            <a:effectLst/>
                            <a:latin typeface="Cambria Math" panose="02040503050406030204" pitchFamily="18" charset="0"/>
                            <a:ea typeface="Calibri" panose="020F0502020204030204" pitchFamily="34" charset="0"/>
                            <a:cs typeface="Times New Roman" panose="02020603050405020304" pitchFamily="18" charset="0"/>
                          </a:rPr>
                          <m:t>𝐴</m:t>
                        </m:r>
                      </m:e>
                      <m:sub>
                        <m:r>
                          <a:rPr lang="en-US" sz="4800" i="1">
                            <a:effectLst/>
                            <a:latin typeface="Cambria Math" panose="02040503050406030204" pitchFamily="18" charset="0"/>
                            <a:ea typeface="Calibri" panose="020F0502020204030204" pitchFamily="34" charset="0"/>
                            <a:cs typeface="Times New Roman" panose="02020603050405020304" pitchFamily="18" charset="0"/>
                          </a:rPr>
                          <m:t>12</m:t>
                        </m:r>
                      </m:sub>
                      <m:sup>
                        <m:r>
                          <a:rPr lang="en-US" sz="4800" i="1">
                            <a:effectLst/>
                            <a:latin typeface="Cambria Math" panose="02040503050406030204" pitchFamily="18" charset="0"/>
                            <a:ea typeface="Calibri" panose="020F0502020204030204" pitchFamily="34" charset="0"/>
                            <a:cs typeface="Times New Roman" panose="02020603050405020304" pitchFamily="18" charset="0"/>
                          </a:rPr>
                          <m:t>3</m:t>
                        </m:r>
                      </m:sup>
                    </m:sSubSup>
                    <m:r>
                      <a:rPr lang="en-US" sz="4800" i="1">
                        <a:effectLst/>
                        <a:latin typeface="Cambria Math" panose="02040503050406030204" pitchFamily="18" charset="0"/>
                        <a:ea typeface="Calibri" panose="020F0502020204030204" pitchFamily="34" charset="0"/>
                        <a:cs typeface="Times New Roman" panose="02020603050405020304" pitchFamily="18" charset="0"/>
                      </a:rPr>
                      <m:t>=1 320</m:t>
                    </m:r>
                  </m:oMath>
                </a14:m>
                <a:r>
                  <a:rPr lang="en-US" sz="4800">
                    <a:effectLst/>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5" name="TextBox 44">
                <a:extLst>
                  <a:ext uri="{FF2B5EF4-FFF2-40B4-BE49-F238E27FC236}">
                    <a16:creationId xmlns:a16="http://schemas.microsoft.com/office/drawing/2014/main" id="{E8C222ED-F799-4911-9001-35707809DBD1}"/>
                  </a:ext>
                </a:extLst>
              </p:cNvPr>
              <p:cNvSpPr txBox="1">
                <a:spLocks noRot="1" noChangeAspect="1" noMove="1" noResize="1" noEditPoints="1" noAdjustHandles="1" noChangeArrowheads="1" noChangeShapeType="1" noTextEdit="1"/>
              </p:cNvSpPr>
              <p:nvPr/>
            </p:nvSpPr>
            <p:spPr>
              <a:xfrm>
                <a:off x="686164" y="10896600"/>
                <a:ext cx="18897235" cy="1077859"/>
              </a:xfrm>
              <a:prstGeom prst="rect">
                <a:avLst/>
              </a:prstGeom>
              <a:blipFill>
                <a:blip r:embed="rId3"/>
                <a:stretch>
                  <a:fillRect l="-1484" b="-28409"/>
                </a:stretch>
              </a:blipFill>
            </p:spPr>
            <p:txBody>
              <a:bodyPr/>
              <a:lstStyle/>
              <a:p>
                <a:r>
                  <a:rPr lang="en-US">
                    <a:noFill/>
                  </a:rPr>
                  <a:t> </a:t>
                </a:r>
              </a:p>
            </p:txBody>
          </p:sp>
        </mc:Fallback>
      </mc:AlternateContent>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2293202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xEl>
                                              <p:pRg st="0" end="0"/>
                                            </p:txEl>
                                          </p:spTgt>
                                        </p:tgtEl>
                                        <p:attrNameLst>
                                          <p:attrName>style.visibility</p:attrName>
                                        </p:attrNameLst>
                                      </p:cBhvr>
                                      <p:to>
                                        <p:strVal val="visible"/>
                                      </p:to>
                                    </p:set>
                                    <p:animEffect transition="in" filter="wipe(left)">
                                      <p:cBhvr>
                                        <p:cTn id="17" dur="500"/>
                                        <p:tgtEl>
                                          <p:spTgt spid="2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wipe(left)">
                                      <p:cBhvr>
                                        <p:cTn id="2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0" name="Group 29">
            <a:extLst>
              <a:ext uri="{FF2B5EF4-FFF2-40B4-BE49-F238E27FC236}">
                <a16:creationId xmlns:a16="http://schemas.microsoft.com/office/drawing/2014/main" id="{14D93B53-7AC3-4335-951E-C4AD5C121D9D}"/>
              </a:ext>
            </a:extLst>
          </p:cNvPr>
          <p:cNvGrpSpPr/>
          <p:nvPr/>
        </p:nvGrpSpPr>
        <p:grpSpPr>
          <a:xfrm>
            <a:off x="381000" y="2874377"/>
            <a:ext cx="23622000" cy="3983623"/>
            <a:chOff x="381000" y="2874377"/>
            <a:chExt cx="23622000" cy="3983623"/>
          </a:xfrm>
        </p:grpSpPr>
        <p:sp>
          <p:nvSpPr>
            <p:cNvPr id="31" name="Rounded Rectangle 19">
              <a:extLst>
                <a:ext uri="{FF2B5EF4-FFF2-40B4-BE49-F238E27FC236}">
                  <a16:creationId xmlns:a16="http://schemas.microsoft.com/office/drawing/2014/main" id="{1C9EDFF1-6642-4686-95A1-6E08D6C9618B}"/>
                </a:ext>
              </a:extLst>
            </p:cNvPr>
            <p:cNvSpPr/>
            <p:nvPr/>
          </p:nvSpPr>
          <p:spPr>
            <a:xfrm>
              <a:off x="381000" y="2874377"/>
              <a:ext cx="23622000" cy="398362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32" name="Group 31">
              <a:extLst>
                <a:ext uri="{FF2B5EF4-FFF2-40B4-BE49-F238E27FC236}">
                  <a16:creationId xmlns:a16="http://schemas.microsoft.com/office/drawing/2014/main" id="{EA10DC77-9EC2-45F1-BC4C-4E26ED190F79}"/>
                </a:ext>
              </a:extLst>
            </p:cNvPr>
            <p:cNvGrpSpPr/>
            <p:nvPr/>
          </p:nvGrpSpPr>
          <p:grpSpPr>
            <a:xfrm>
              <a:off x="440180" y="3117122"/>
              <a:ext cx="1617502" cy="476161"/>
              <a:chOff x="0" y="92326"/>
              <a:chExt cx="575416" cy="197663"/>
            </a:xfrm>
          </p:grpSpPr>
          <p:grpSp>
            <p:nvGrpSpPr>
              <p:cNvPr id="33" name="Group 32">
                <a:extLst>
                  <a:ext uri="{FF2B5EF4-FFF2-40B4-BE49-F238E27FC236}">
                    <a16:creationId xmlns:a16="http://schemas.microsoft.com/office/drawing/2014/main" id="{83967FAB-F563-46E0-B9E2-319216364AD1}"/>
                  </a:ext>
                </a:extLst>
              </p:cNvPr>
              <p:cNvGrpSpPr/>
              <p:nvPr/>
            </p:nvGrpSpPr>
            <p:grpSpPr>
              <a:xfrm>
                <a:off x="0" y="92326"/>
                <a:ext cx="575416" cy="197663"/>
                <a:chOff x="0" y="92326"/>
                <a:chExt cx="644449" cy="302837"/>
              </a:xfrm>
            </p:grpSpPr>
            <p:sp>
              <p:nvSpPr>
                <p:cNvPr id="36" name="Arrow: Pentagon 35">
                  <a:extLst>
                    <a:ext uri="{FF2B5EF4-FFF2-40B4-BE49-F238E27FC236}">
                      <a16:creationId xmlns:a16="http://schemas.microsoft.com/office/drawing/2014/main" id="{2117C5F5-373A-4B25-98DA-5AF858D6EB8D}"/>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7" name="Arrow: Chevron 36">
                  <a:extLst>
                    <a:ext uri="{FF2B5EF4-FFF2-40B4-BE49-F238E27FC236}">
                      <a16:creationId xmlns:a16="http://schemas.microsoft.com/office/drawing/2014/main" id="{C872219E-3C27-4A3E-9E42-5FB8A262060A}"/>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8" name="Arrow: Chevron 37">
                  <a:extLst>
                    <a:ext uri="{FF2B5EF4-FFF2-40B4-BE49-F238E27FC236}">
                      <a16:creationId xmlns:a16="http://schemas.microsoft.com/office/drawing/2014/main" id="{C702F4CE-1530-4FEA-A237-EFE71CC99CC3}"/>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34" name="Flowchart: Terminator 33">
                <a:extLst>
                  <a:ext uri="{FF2B5EF4-FFF2-40B4-BE49-F238E27FC236}">
                    <a16:creationId xmlns:a16="http://schemas.microsoft.com/office/drawing/2014/main" id="{92410BC4-F69A-4AB6-849D-A70A343FAEE7}"/>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5" name="Oval 34">
                <a:extLst>
                  <a:ext uri="{FF2B5EF4-FFF2-40B4-BE49-F238E27FC236}">
                    <a16:creationId xmlns:a16="http://schemas.microsoft.com/office/drawing/2014/main" id="{E02D584A-E99F-4D69-B319-3A1EEC50052F}"/>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TỔ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44" name="TextBox 321">
            <a:extLst>
              <a:ext uri="{FF2B5EF4-FFF2-40B4-BE49-F238E27FC236}">
                <a16:creationId xmlns:a16="http://schemas.microsoft.com/office/drawing/2014/main" id="{1A04E56E-94E6-4E9A-83AE-5A713E7E6A56}"/>
              </a:ext>
            </a:extLst>
          </p:cNvPr>
          <p:cNvSpPr txBox="1"/>
          <p:nvPr/>
        </p:nvSpPr>
        <p:spPr>
          <a:xfrm>
            <a:off x="2220613" y="2974808"/>
            <a:ext cx="21706187" cy="3594178"/>
          </a:xfrm>
          <a:prstGeom prst="rect">
            <a:avLst/>
          </a:prstGeom>
          <a:noFill/>
        </p:spPr>
        <p:txBody>
          <a:bodyPr wrap="square" rtlCol="0">
            <a:noAutofit/>
          </a:bodyPr>
          <a:lstStyle/>
          <a:p>
            <a:pPr>
              <a:lnSpc>
                <a:spcPct val="107000"/>
              </a:lnSpc>
              <a:spcAft>
                <a:spcPts val="800"/>
              </a:spcAft>
            </a:pPr>
            <a:r>
              <a:rPr lang="en-US" sz="4800" b="1" kern="1200">
                <a:solidFill>
                  <a:srgbClr val="FF0000"/>
                </a:solidFill>
                <a:effectLst/>
                <a:latin typeface="Tahoma" panose="020B0604030504040204" pitchFamily="34" charset="0"/>
                <a:ea typeface="Tahoma" panose="020B0604030504040204" pitchFamily="34" charset="0"/>
                <a:cs typeface="Tahoma" panose="020B0604030504040204" pitchFamily="34" charset="0"/>
              </a:rPr>
              <a:t>HĐ3: </a:t>
            </a:r>
            <a:r>
              <a:rPr lang="vi-VN" sz="4800">
                <a:latin typeface="Tahoma" panose="020B0604030504040204" pitchFamily="34" charset="0"/>
                <a:ea typeface="Tahoma" panose="020B0604030504040204" pitchFamily="34" charset="0"/>
                <a:cs typeface="Tahoma" panose="020B0604030504040204" pitchFamily="34" charset="0"/>
              </a:rPr>
              <a:t>Trở lại HĐ2:</a:t>
            </a:r>
            <a:endParaRPr lang="en-US" sz="4800">
              <a:latin typeface="Tahoma" panose="020B0604030504040204" pitchFamily="34" charset="0"/>
              <a:ea typeface="Tahoma" panose="020B0604030504040204" pitchFamily="34" charset="0"/>
              <a:cs typeface="Tahoma" panose="020B0604030504040204" pitchFamily="34" charset="0"/>
            </a:endParaRPr>
          </a:p>
          <a:p>
            <a:pPr>
              <a:lnSpc>
                <a:spcPct val="107000"/>
              </a:lnSpc>
              <a:spcAft>
                <a:spcPts val="800"/>
              </a:spcAft>
            </a:pPr>
            <a:r>
              <a:rPr lang="vi-VN" sz="4800">
                <a:latin typeface="Tahoma" panose="020B0604030504040204" pitchFamily="34" charset="0"/>
                <a:ea typeface="Tahoma" panose="020B0604030504040204" pitchFamily="34" charset="0"/>
                <a:cs typeface="Tahoma" panose="020B0604030504040204" pitchFamily="34" charset="0"/>
              </a:rPr>
              <a:t>a) Hãy cho biết sự khác biệt khi chọn ra hai bạn ở câu HĐ2a và HĐ2b.</a:t>
            </a:r>
          </a:p>
          <a:p>
            <a:pPr>
              <a:lnSpc>
                <a:spcPct val="107000"/>
              </a:lnSpc>
              <a:spcAft>
                <a:spcPts val="800"/>
              </a:spcAft>
            </a:pPr>
            <a:r>
              <a:rPr lang="vi-VN" sz="4800">
                <a:latin typeface="Tahoma" panose="020B0604030504040204" pitchFamily="34" charset="0"/>
                <a:ea typeface="Tahoma" panose="020B0604030504040204" pitchFamily="34" charset="0"/>
                <a:cs typeface="Tahoma" panose="020B0604030504040204" pitchFamily="34" charset="0"/>
              </a:rPr>
              <a:t>b) Từ kết quả tính được ở câu HĐ2b (áp dụng chỉnh hợp), hãy chỉ ra cách tính kết quả ở câu HĐ2a. </a:t>
            </a:r>
          </a:p>
          <a:p>
            <a:pPr>
              <a:lnSpc>
                <a:spcPct val="107000"/>
              </a:lnSpc>
              <a:spcAft>
                <a:spcPts val="800"/>
              </a:spcAft>
            </a:pPr>
            <a:endParaRPr lang="en-US" sz="4800" kern="1200">
              <a:effectLst/>
              <a:latin typeface="Tahoma" panose="020B0604030504040204" pitchFamily="34" charset="0"/>
              <a:ea typeface="Tahoma" panose="020B0604030504040204" pitchFamily="34" charset="0"/>
              <a:cs typeface="Tahoma" panose="020B0604030504040204" pitchFamily="34" charset="0"/>
            </a:endParaRPr>
          </a:p>
        </p:txBody>
      </p:sp>
      <p:grpSp>
        <p:nvGrpSpPr>
          <p:cNvPr id="6" name="Group 5">
            <a:extLst>
              <a:ext uri="{FF2B5EF4-FFF2-40B4-BE49-F238E27FC236}">
                <a16:creationId xmlns:a16="http://schemas.microsoft.com/office/drawing/2014/main" id="{77687DC5-F655-4BFF-A963-E977FF6C5946}"/>
              </a:ext>
            </a:extLst>
          </p:cNvPr>
          <p:cNvGrpSpPr/>
          <p:nvPr/>
        </p:nvGrpSpPr>
        <p:grpSpPr>
          <a:xfrm>
            <a:off x="287047" y="6940750"/>
            <a:ext cx="23696506" cy="6318050"/>
            <a:chOff x="287047" y="6940750"/>
            <a:chExt cx="23696506" cy="6318050"/>
          </a:xfrm>
        </p:grpSpPr>
        <p:sp>
          <p:nvSpPr>
            <p:cNvPr id="74" name="Rounded Rectangle 34">
              <a:extLst>
                <a:ext uri="{FF2B5EF4-FFF2-40B4-BE49-F238E27FC236}">
                  <a16:creationId xmlns:a16="http://schemas.microsoft.com/office/drawing/2014/main" id="{A6C470C3-8BC0-41D7-85C3-6BF08CB76404}"/>
                </a:ext>
              </a:extLst>
            </p:cNvPr>
            <p:cNvSpPr/>
            <p:nvPr/>
          </p:nvSpPr>
          <p:spPr>
            <a:xfrm>
              <a:off x="325455" y="7171445"/>
              <a:ext cx="23658098" cy="6087355"/>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75" name="Group 60">
              <a:extLst>
                <a:ext uri="{FF2B5EF4-FFF2-40B4-BE49-F238E27FC236}">
                  <a16:creationId xmlns:a16="http://schemas.microsoft.com/office/drawing/2014/main" id="{AFA9C2F5-0037-4884-8375-1EF3BD2B80A8}"/>
                </a:ext>
              </a:extLst>
            </p:cNvPr>
            <p:cNvGrpSpPr/>
            <p:nvPr/>
          </p:nvGrpSpPr>
          <p:grpSpPr>
            <a:xfrm>
              <a:off x="287047" y="6940750"/>
              <a:ext cx="3321403" cy="846386"/>
              <a:chOff x="1224542" y="6305967"/>
              <a:chExt cx="3305491" cy="861872"/>
            </a:xfrm>
          </p:grpSpPr>
          <p:sp>
            <p:nvSpPr>
              <p:cNvPr id="76" name="Freeform 20">
                <a:extLst>
                  <a:ext uri="{FF2B5EF4-FFF2-40B4-BE49-F238E27FC236}">
                    <a16:creationId xmlns:a16="http://schemas.microsoft.com/office/drawing/2014/main" id="{6CB21E94-AE6B-442B-BFF9-72B0DC40A5FB}"/>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77" name="TextBox 76">
                <a:extLst>
                  <a:ext uri="{FF2B5EF4-FFF2-40B4-BE49-F238E27FC236}">
                    <a16:creationId xmlns:a16="http://schemas.microsoft.com/office/drawing/2014/main" id="{C6E47BA5-0074-4AD1-9999-5245AD15FAA9}"/>
                  </a:ext>
                </a:extLst>
              </p:cNvPr>
              <p:cNvSpPr txBox="1"/>
              <p:nvPr/>
            </p:nvSpPr>
            <p:spPr>
              <a:xfrm>
                <a:off x="2091562" y="6305967"/>
                <a:ext cx="2185937" cy="861872"/>
              </a:xfrm>
              <a:prstGeom prst="rect">
                <a:avLst/>
              </a:prstGeom>
              <a:noFill/>
            </p:spPr>
            <p:txBody>
              <a:bodyPr wrap="none" rtlCol="0">
                <a:spAutoFit/>
              </a:bodyPr>
              <a:lstStyle/>
              <a:p>
                <a:r>
                  <a:rPr lang="vi-VN" sz="4400" b="1">
                    <a:solidFill>
                      <a:srgbClr val="FF0000"/>
                    </a:solidFill>
                    <a:latin typeface="Tahoma" pitchFamily="34" charset="0"/>
                    <a:ea typeface="Tahoma" pitchFamily="34" charset="0"/>
                    <a:cs typeface="Tahoma" pitchFamily="34" charset="0"/>
                  </a:rPr>
                  <a:t>Trả lời:</a:t>
                </a:r>
                <a:endParaRPr lang="en-US" sz="4400" b="1" dirty="0">
                  <a:solidFill>
                    <a:srgbClr val="FF0000"/>
                  </a:solidFill>
                  <a:latin typeface="Tahoma" pitchFamily="34" charset="0"/>
                  <a:ea typeface="Tahoma" pitchFamily="34" charset="0"/>
                  <a:cs typeface="Tahoma" pitchFamily="34" charset="0"/>
                </a:endParaRPr>
              </a:p>
            </p:txBody>
          </p:sp>
          <p:sp>
            <p:nvSpPr>
              <p:cNvPr id="78" name="Round Diagonal Corner Rectangle 41">
                <a:extLst>
                  <a:ext uri="{FF2B5EF4-FFF2-40B4-BE49-F238E27FC236}">
                    <a16:creationId xmlns:a16="http://schemas.microsoft.com/office/drawing/2014/main" id="{DC4B01DD-F943-41F7-B7AB-80194AB4C99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15">
                <a:extLst>
                  <a:ext uri="{FF2B5EF4-FFF2-40B4-BE49-F238E27FC236}">
                    <a16:creationId xmlns:a16="http://schemas.microsoft.com/office/drawing/2014/main" id="{7537B811-3E9D-4FCF-B714-AD3F3B3A52E9}"/>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sp>
        <p:nvSpPr>
          <p:cNvPr id="40" name="TextBox 39">
            <a:extLst>
              <a:ext uri="{FF2B5EF4-FFF2-40B4-BE49-F238E27FC236}">
                <a16:creationId xmlns:a16="http://schemas.microsoft.com/office/drawing/2014/main" id="{C60FB8C3-E24B-42AE-900C-9398E8ED6322}"/>
              </a:ext>
            </a:extLst>
          </p:cNvPr>
          <p:cNvSpPr txBox="1"/>
          <p:nvPr/>
        </p:nvSpPr>
        <p:spPr>
          <a:xfrm>
            <a:off x="440180" y="7684404"/>
            <a:ext cx="23392667" cy="975588"/>
          </a:xfrm>
          <a:prstGeom prst="rect">
            <a:avLst/>
          </a:prstGeom>
          <a:noFill/>
        </p:spPr>
        <p:txBody>
          <a:bodyPr wrap="square">
            <a:spAutoFit/>
          </a:bodyPr>
          <a:lstStyle/>
          <a:p>
            <a:pPr algn="just">
              <a:lnSpc>
                <a:spcPct val="150000"/>
              </a:lnSpc>
            </a:pPr>
            <a:r>
              <a:rPr lang="en-US" sz="4400" b="1">
                <a:solidFill>
                  <a:srgbClr val="C00000"/>
                </a:solidFill>
                <a:latin typeface="Tahoma" panose="020B0604030504040204" pitchFamily="34" charset="0"/>
                <a:ea typeface="Tahoma" panose="020B0604030504040204" pitchFamily="34" charset="0"/>
                <a:cs typeface="Tahoma" panose="020B0604030504040204" pitchFamily="34" charset="0"/>
              </a:rPr>
              <a:t>a) Sự khác biệt ở chỗ:</a:t>
            </a:r>
            <a:endParaRPr lang="en-US" sz="4400" b="1">
              <a:solidFill>
                <a:srgbClr val="C00000"/>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307A7E55-4B67-47D3-A93E-96AF2D5E513E}"/>
              </a:ext>
            </a:extLst>
          </p:cNvPr>
          <p:cNvSpPr txBox="1"/>
          <p:nvPr/>
        </p:nvSpPr>
        <p:spPr>
          <a:xfrm>
            <a:off x="344717" y="8501220"/>
            <a:ext cx="23583592" cy="4195316"/>
          </a:xfrm>
          <a:prstGeom prst="rect">
            <a:avLst/>
          </a:prstGeom>
          <a:noFill/>
        </p:spPr>
        <p:txBody>
          <a:bodyPr wrap="square">
            <a:spAutoFit/>
          </a:bodyPr>
          <a:lstStyle/>
          <a:p>
            <a:pPr algn="just">
              <a:lnSpc>
                <a:spcPct val="150000"/>
              </a:lnSpc>
            </a:pPr>
            <a:r>
              <a:rPr lang="vi-VN" sz="4600">
                <a:latin typeface="Tahoma" panose="020B0604030504040204" pitchFamily="34" charset="0"/>
                <a:ea typeface="Tahoma" panose="020B0604030504040204" pitchFamily="34" charset="0"/>
                <a:cs typeface="Tahoma" panose="020B0604030504040204" pitchFamily="34" charset="0"/>
              </a:rPr>
              <a:t>- Trong câu HĐ2a: hai bạn chọn ra không cần sắp xếp (nếu có xếp thứ tự thì không ảnh hưởng kết quả, tức là chỉ được 1 kết quả);</a:t>
            </a:r>
          </a:p>
          <a:p>
            <a:pPr algn="just">
              <a:lnSpc>
                <a:spcPct val="150000"/>
              </a:lnSpc>
            </a:pPr>
            <a:r>
              <a:rPr lang="vi-VN" sz="4600">
                <a:latin typeface="Tahoma" panose="020B0604030504040204" pitchFamily="34" charset="0"/>
                <a:ea typeface="Tahoma" panose="020B0604030504040204" pitchFamily="34" charset="0"/>
                <a:cs typeface="Tahoma" panose="020B0604030504040204" pitchFamily="34" charset="0"/>
              </a:rPr>
              <a:t>- Trong câu HĐ2b: mỗi cách xếp thứ tự (hoán vị) hai bạn được chọn là mỗi kết quả khác nhau.</a:t>
            </a:r>
          </a:p>
        </p:txBody>
      </p:sp>
      <p:sp>
        <p:nvSpPr>
          <p:cNvPr id="81" name="Rounded Rectangle 8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85" name="TextBox 8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894622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Effect transition="in" filter="wipe(left)">
                                      <p:cBhvr>
                                        <p:cTn id="7" dur="500"/>
                                        <p:tgtEl>
                                          <p:spTgt spid="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
                                            <p:txEl>
                                              <p:pRg st="1" end="1"/>
                                            </p:txEl>
                                          </p:spTgt>
                                        </p:tgtEl>
                                        <p:attrNameLst>
                                          <p:attrName>style.visibility</p:attrName>
                                        </p:attrNameLst>
                                      </p:cBhvr>
                                      <p:to>
                                        <p:strVal val="visible"/>
                                      </p:to>
                                    </p:set>
                                    <p:animEffect transition="in" filter="wipe(left)">
                                      <p:cBhvr>
                                        <p:cTn id="12" dur="500"/>
                                        <p:tgtEl>
                                          <p:spTgt spid="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4">
                                            <p:txEl>
                                              <p:pRg st="2" end="2"/>
                                            </p:txEl>
                                          </p:spTgt>
                                        </p:tgtEl>
                                        <p:attrNameLst>
                                          <p:attrName>style.visibility</p:attrName>
                                        </p:attrNameLst>
                                      </p:cBhvr>
                                      <p:to>
                                        <p:strVal val="visible"/>
                                      </p:to>
                                    </p:set>
                                    <p:animEffect transition="in" filter="wipe(left)">
                                      <p:cBhvr>
                                        <p:cTn id="17" dur="500"/>
                                        <p:tgtEl>
                                          <p:spTgt spid="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0">
                                            <p:txEl>
                                              <p:pRg st="0" end="0"/>
                                            </p:txEl>
                                          </p:spTgt>
                                        </p:tgtEl>
                                        <p:attrNameLst>
                                          <p:attrName>style.visibility</p:attrName>
                                        </p:attrNameLst>
                                      </p:cBhvr>
                                      <p:to>
                                        <p:strVal val="visible"/>
                                      </p:to>
                                    </p:set>
                                    <p:animEffect transition="in" filter="wipe(left)">
                                      <p:cBhvr>
                                        <p:cTn id="27" dur="500"/>
                                        <p:tgtEl>
                                          <p:spTgt spid="4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9">
                                            <p:txEl>
                                              <p:pRg st="0" end="0"/>
                                            </p:txEl>
                                          </p:spTgt>
                                        </p:tgtEl>
                                        <p:attrNameLst>
                                          <p:attrName>style.visibility</p:attrName>
                                        </p:attrNameLst>
                                      </p:cBhvr>
                                      <p:to>
                                        <p:strVal val="visible"/>
                                      </p:to>
                                    </p:set>
                                    <p:animEffect transition="in" filter="wipe(left)">
                                      <p:cBhvr>
                                        <p:cTn id="32" dur="500"/>
                                        <p:tgtEl>
                                          <p:spTgt spid="2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9">
                                            <p:txEl>
                                              <p:pRg st="1" end="1"/>
                                            </p:txEl>
                                          </p:spTgt>
                                        </p:tgtEl>
                                        <p:attrNameLst>
                                          <p:attrName>style.visibility</p:attrName>
                                        </p:attrNameLst>
                                      </p:cBhvr>
                                      <p:to>
                                        <p:strVal val="visible"/>
                                      </p:to>
                                    </p:set>
                                    <p:animEffect transition="in" filter="wipe(left)">
                                      <p:cBhvr>
                                        <p:cTn id="37" dur="500"/>
                                        <p:tgtEl>
                                          <p:spTgt spid="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0" name="Group 29">
            <a:extLst>
              <a:ext uri="{FF2B5EF4-FFF2-40B4-BE49-F238E27FC236}">
                <a16:creationId xmlns:a16="http://schemas.microsoft.com/office/drawing/2014/main" id="{14D93B53-7AC3-4335-951E-C4AD5C121D9D}"/>
              </a:ext>
            </a:extLst>
          </p:cNvPr>
          <p:cNvGrpSpPr/>
          <p:nvPr/>
        </p:nvGrpSpPr>
        <p:grpSpPr>
          <a:xfrm>
            <a:off x="381000" y="2874377"/>
            <a:ext cx="23622000" cy="3983623"/>
            <a:chOff x="381000" y="2874377"/>
            <a:chExt cx="23622000" cy="3983623"/>
          </a:xfrm>
        </p:grpSpPr>
        <p:sp>
          <p:nvSpPr>
            <p:cNvPr id="31" name="Rounded Rectangle 19">
              <a:extLst>
                <a:ext uri="{FF2B5EF4-FFF2-40B4-BE49-F238E27FC236}">
                  <a16:creationId xmlns:a16="http://schemas.microsoft.com/office/drawing/2014/main" id="{1C9EDFF1-6642-4686-95A1-6E08D6C9618B}"/>
                </a:ext>
              </a:extLst>
            </p:cNvPr>
            <p:cNvSpPr/>
            <p:nvPr/>
          </p:nvSpPr>
          <p:spPr>
            <a:xfrm>
              <a:off x="381000" y="2874377"/>
              <a:ext cx="23622000" cy="398362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32" name="Group 31">
              <a:extLst>
                <a:ext uri="{FF2B5EF4-FFF2-40B4-BE49-F238E27FC236}">
                  <a16:creationId xmlns:a16="http://schemas.microsoft.com/office/drawing/2014/main" id="{EA10DC77-9EC2-45F1-BC4C-4E26ED190F79}"/>
                </a:ext>
              </a:extLst>
            </p:cNvPr>
            <p:cNvGrpSpPr/>
            <p:nvPr/>
          </p:nvGrpSpPr>
          <p:grpSpPr>
            <a:xfrm>
              <a:off x="440180" y="3117122"/>
              <a:ext cx="1617502" cy="476161"/>
              <a:chOff x="0" y="92326"/>
              <a:chExt cx="575416" cy="197663"/>
            </a:xfrm>
          </p:grpSpPr>
          <p:grpSp>
            <p:nvGrpSpPr>
              <p:cNvPr id="33" name="Group 32">
                <a:extLst>
                  <a:ext uri="{FF2B5EF4-FFF2-40B4-BE49-F238E27FC236}">
                    <a16:creationId xmlns:a16="http://schemas.microsoft.com/office/drawing/2014/main" id="{83967FAB-F563-46E0-B9E2-319216364AD1}"/>
                  </a:ext>
                </a:extLst>
              </p:cNvPr>
              <p:cNvGrpSpPr/>
              <p:nvPr/>
            </p:nvGrpSpPr>
            <p:grpSpPr>
              <a:xfrm>
                <a:off x="0" y="92326"/>
                <a:ext cx="575416" cy="197663"/>
                <a:chOff x="0" y="92326"/>
                <a:chExt cx="644449" cy="302837"/>
              </a:xfrm>
            </p:grpSpPr>
            <p:sp>
              <p:nvSpPr>
                <p:cNvPr id="36" name="Arrow: Pentagon 35">
                  <a:extLst>
                    <a:ext uri="{FF2B5EF4-FFF2-40B4-BE49-F238E27FC236}">
                      <a16:creationId xmlns:a16="http://schemas.microsoft.com/office/drawing/2014/main" id="{2117C5F5-373A-4B25-98DA-5AF858D6EB8D}"/>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7" name="Arrow: Chevron 36">
                  <a:extLst>
                    <a:ext uri="{FF2B5EF4-FFF2-40B4-BE49-F238E27FC236}">
                      <a16:creationId xmlns:a16="http://schemas.microsoft.com/office/drawing/2014/main" id="{C872219E-3C27-4A3E-9E42-5FB8A262060A}"/>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8" name="Arrow: Chevron 37">
                  <a:extLst>
                    <a:ext uri="{FF2B5EF4-FFF2-40B4-BE49-F238E27FC236}">
                      <a16:creationId xmlns:a16="http://schemas.microsoft.com/office/drawing/2014/main" id="{C702F4CE-1530-4FEA-A237-EFE71CC99CC3}"/>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34" name="Flowchart: Terminator 33">
                <a:extLst>
                  <a:ext uri="{FF2B5EF4-FFF2-40B4-BE49-F238E27FC236}">
                    <a16:creationId xmlns:a16="http://schemas.microsoft.com/office/drawing/2014/main" id="{92410BC4-F69A-4AB6-849D-A70A343FAEE7}"/>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5" name="Oval 34">
                <a:extLst>
                  <a:ext uri="{FF2B5EF4-FFF2-40B4-BE49-F238E27FC236}">
                    <a16:creationId xmlns:a16="http://schemas.microsoft.com/office/drawing/2014/main" id="{E02D584A-E99F-4D69-B319-3A1EEC50052F}"/>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TỔ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44" name="TextBox 321">
            <a:extLst>
              <a:ext uri="{FF2B5EF4-FFF2-40B4-BE49-F238E27FC236}">
                <a16:creationId xmlns:a16="http://schemas.microsoft.com/office/drawing/2014/main" id="{1A04E56E-94E6-4E9A-83AE-5A713E7E6A56}"/>
              </a:ext>
            </a:extLst>
          </p:cNvPr>
          <p:cNvSpPr txBox="1"/>
          <p:nvPr/>
        </p:nvSpPr>
        <p:spPr>
          <a:xfrm>
            <a:off x="2220613" y="2936708"/>
            <a:ext cx="21706187" cy="3426241"/>
          </a:xfrm>
          <a:prstGeom prst="rect">
            <a:avLst/>
          </a:prstGeom>
          <a:noFill/>
        </p:spPr>
        <p:txBody>
          <a:bodyPr wrap="square" rtlCol="0">
            <a:noAutofit/>
          </a:bodyPr>
          <a:lstStyle/>
          <a:p>
            <a:pPr algn="just">
              <a:lnSpc>
                <a:spcPct val="107000"/>
              </a:lnSpc>
              <a:spcAft>
                <a:spcPts val="800"/>
              </a:spcAft>
            </a:pPr>
            <a:r>
              <a:rPr lang="en-US" sz="4800" b="1" kern="1200">
                <a:solidFill>
                  <a:srgbClr val="FF0000"/>
                </a:solidFill>
                <a:effectLst/>
                <a:latin typeface="Tahoma" panose="020B0604030504040204" pitchFamily="34" charset="0"/>
                <a:ea typeface="Tahoma" panose="020B0604030504040204" pitchFamily="34" charset="0"/>
                <a:cs typeface="Tahoma" panose="020B0604030504040204" pitchFamily="34" charset="0"/>
              </a:rPr>
              <a:t>HĐ3: </a:t>
            </a:r>
            <a:r>
              <a:rPr lang="vi-VN" sz="4800">
                <a:latin typeface="Tahoma" panose="020B0604030504040204" pitchFamily="34" charset="0"/>
                <a:ea typeface="Tahoma" panose="020B0604030504040204" pitchFamily="34" charset="0"/>
                <a:cs typeface="Tahoma" panose="020B0604030504040204" pitchFamily="34" charset="0"/>
              </a:rPr>
              <a:t>Trở lại HĐ2:</a:t>
            </a:r>
            <a:endParaRPr lang="en-US" sz="4800">
              <a:latin typeface="Tahoma" panose="020B0604030504040204" pitchFamily="34" charset="0"/>
              <a:ea typeface="Tahoma" panose="020B0604030504040204" pitchFamily="34" charset="0"/>
              <a:cs typeface="Tahoma" panose="020B0604030504040204" pitchFamily="34" charset="0"/>
            </a:endParaRPr>
          </a:p>
          <a:p>
            <a:pPr>
              <a:lnSpc>
                <a:spcPct val="107000"/>
              </a:lnSpc>
              <a:spcAft>
                <a:spcPts val="800"/>
              </a:spcAft>
            </a:pPr>
            <a:r>
              <a:rPr lang="vi-VN" sz="4800">
                <a:latin typeface="Tahoma" panose="020B0604030504040204" pitchFamily="34" charset="0"/>
                <a:ea typeface="Tahoma" panose="020B0604030504040204" pitchFamily="34" charset="0"/>
                <a:cs typeface="Tahoma" panose="020B0604030504040204" pitchFamily="34" charset="0"/>
              </a:rPr>
              <a:t>a) Hãy cho biết sự khác biệt khi chọn ra hai bạn ở câu HĐ2a và HĐ2b.</a:t>
            </a:r>
          </a:p>
          <a:p>
            <a:pPr algn="just">
              <a:lnSpc>
                <a:spcPct val="107000"/>
              </a:lnSpc>
              <a:spcAft>
                <a:spcPts val="800"/>
              </a:spcAft>
            </a:pPr>
            <a:r>
              <a:rPr lang="vi-VN" sz="4800">
                <a:latin typeface="Tahoma" panose="020B0604030504040204" pitchFamily="34" charset="0"/>
                <a:ea typeface="Tahoma" panose="020B0604030504040204" pitchFamily="34" charset="0"/>
                <a:cs typeface="Tahoma" panose="020B0604030504040204" pitchFamily="34" charset="0"/>
              </a:rPr>
              <a:t>b) Từ kết quả tính được ở câu HĐ2b (áp dụng chỉnh hợp), hãy chỉ ra cách tính kết quả ở câu HĐ2a. </a:t>
            </a:r>
          </a:p>
          <a:p>
            <a:pPr>
              <a:lnSpc>
                <a:spcPct val="107000"/>
              </a:lnSpc>
              <a:spcAft>
                <a:spcPts val="800"/>
              </a:spcAft>
            </a:pPr>
            <a:endParaRPr lang="en-US" sz="4800" kern="1200">
              <a:effectLst/>
              <a:latin typeface="Tahoma" panose="020B0604030504040204" pitchFamily="34" charset="0"/>
              <a:ea typeface="Tahoma" panose="020B0604030504040204" pitchFamily="34" charset="0"/>
              <a:cs typeface="Tahoma" panose="020B0604030504040204" pitchFamily="34" charset="0"/>
            </a:endParaRPr>
          </a:p>
        </p:txBody>
      </p:sp>
      <p:grpSp>
        <p:nvGrpSpPr>
          <p:cNvPr id="6" name="Group 5">
            <a:extLst>
              <a:ext uri="{FF2B5EF4-FFF2-40B4-BE49-F238E27FC236}">
                <a16:creationId xmlns:a16="http://schemas.microsoft.com/office/drawing/2014/main" id="{77687DC5-F655-4BFF-A963-E977FF6C5946}"/>
              </a:ext>
            </a:extLst>
          </p:cNvPr>
          <p:cNvGrpSpPr/>
          <p:nvPr/>
        </p:nvGrpSpPr>
        <p:grpSpPr>
          <a:xfrm>
            <a:off x="287047" y="6940750"/>
            <a:ext cx="23696506" cy="6318050"/>
            <a:chOff x="287047" y="6940750"/>
            <a:chExt cx="23696506" cy="6318050"/>
          </a:xfrm>
        </p:grpSpPr>
        <p:sp>
          <p:nvSpPr>
            <p:cNvPr id="74" name="Rounded Rectangle 34">
              <a:extLst>
                <a:ext uri="{FF2B5EF4-FFF2-40B4-BE49-F238E27FC236}">
                  <a16:creationId xmlns:a16="http://schemas.microsoft.com/office/drawing/2014/main" id="{A6C470C3-8BC0-41D7-85C3-6BF08CB76404}"/>
                </a:ext>
              </a:extLst>
            </p:cNvPr>
            <p:cNvSpPr/>
            <p:nvPr/>
          </p:nvSpPr>
          <p:spPr>
            <a:xfrm>
              <a:off x="325455" y="7171445"/>
              <a:ext cx="23658098" cy="6087355"/>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75" name="Group 60">
              <a:extLst>
                <a:ext uri="{FF2B5EF4-FFF2-40B4-BE49-F238E27FC236}">
                  <a16:creationId xmlns:a16="http://schemas.microsoft.com/office/drawing/2014/main" id="{AFA9C2F5-0037-4884-8375-1EF3BD2B80A8}"/>
                </a:ext>
              </a:extLst>
            </p:cNvPr>
            <p:cNvGrpSpPr/>
            <p:nvPr/>
          </p:nvGrpSpPr>
          <p:grpSpPr>
            <a:xfrm>
              <a:off x="287047" y="6940750"/>
              <a:ext cx="3321403" cy="846386"/>
              <a:chOff x="1224542" y="6305967"/>
              <a:chExt cx="3305491" cy="861872"/>
            </a:xfrm>
          </p:grpSpPr>
          <p:sp>
            <p:nvSpPr>
              <p:cNvPr id="76" name="Freeform 20">
                <a:extLst>
                  <a:ext uri="{FF2B5EF4-FFF2-40B4-BE49-F238E27FC236}">
                    <a16:creationId xmlns:a16="http://schemas.microsoft.com/office/drawing/2014/main" id="{6CB21E94-AE6B-442B-BFF9-72B0DC40A5FB}"/>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77" name="TextBox 76">
                <a:extLst>
                  <a:ext uri="{FF2B5EF4-FFF2-40B4-BE49-F238E27FC236}">
                    <a16:creationId xmlns:a16="http://schemas.microsoft.com/office/drawing/2014/main" id="{C6E47BA5-0074-4AD1-9999-5245AD15FAA9}"/>
                  </a:ext>
                </a:extLst>
              </p:cNvPr>
              <p:cNvSpPr txBox="1"/>
              <p:nvPr/>
            </p:nvSpPr>
            <p:spPr>
              <a:xfrm>
                <a:off x="2091562" y="6305967"/>
                <a:ext cx="2185937" cy="861872"/>
              </a:xfrm>
              <a:prstGeom prst="rect">
                <a:avLst/>
              </a:prstGeom>
              <a:noFill/>
            </p:spPr>
            <p:txBody>
              <a:bodyPr wrap="none" rtlCol="0">
                <a:spAutoFit/>
              </a:bodyPr>
              <a:lstStyle/>
              <a:p>
                <a:r>
                  <a:rPr lang="vi-VN" sz="4400" b="1">
                    <a:solidFill>
                      <a:srgbClr val="FF0000"/>
                    </a:solidFill>
                    <a:latin typeface="Tahoma" pitchFamily="34" charset="0"/>
                    <a:ea typeface="Tahoma" pitchFamily="34" charset="0"/>
                    <a:cs typeface="Tahoma" pitchFamily="34" charset="0"/>
                  </a:rPr>
                  <a:t>Trả lời:</a:t>
                </a:r>
                <a:endParaRPr lang="en-US" sz="4400" b="1" dirty="0">
                  <a:solidFill>
                    <a:srgbClr val="FF0000"/>
                  </a:solidFill>
                  <a:latin typeface="Tahoma" pitchFamily="34" charset="0"/>
                  <a:ea typeface="Tahoma" pitchFamily="34" charset="0"/>
                  <a:cs typeface="Tahoma" pitchFamily="34" charset="0"/>
                </a:endParaRPr>
              </a:p>
            </p:txBody>
          </p:sp>
          <p:sp>
            <p:nvSpPr>
              <p:cNvPr id="78" name="Round Diagonal Corner Rectangle 41">
                <a:extLst>
                  <a:ext uri="{FF2B5EF4-FFF2-40B4-BE49-F238E27FC236}">
                    <a16:creationId xmlns:a16="http://schemas.microsoft.com/office/drawing/2014/main" id="{DC4B01DD-F943-41F7-B7AB-80194AB4C99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15">
                <a:extLst>
                  <a:ext uri="{FF2B5EF4-FFF2-40B4-BE49-F238E27FC236}">
                    <a16:creationId xmlns:a16="http://schemas.microsoft.com/office/drawing/2014/main" id="{7537B811-3E9D-4FCF-B714-AD3F3B3A52E9}"/>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sp>
        <p:nvSpPr>
          <p:cNvPr id="40" name="TextBox 39">
            <a:extLst>
              <a:ext uri="{FF2B5EF4-FFF2-40B4-BE49-F238E27FC236}">
                <a16:creationId xmlns:a16="http://schemas.microsoft.com/office/drawing/2014/main" id="{C60FB8C3-E24B-42AE-900C-9398E8ED6322}"/>
              </a:ext>
            </a:extLst>
          </p:cNvPr>
          <p:cNvSpPr txBox="1"/>
          <p:nvPr/>
        </p:nvSpPr>
        <p:spPr>
          <a:xfrm>
            <a:off x="440180" y="7684404"/>
            <a:ext cx="23392667" cy="975588"/>
          </a:xfrm>
          <a:prstGeom prst="rect">
            <a:avLst/>
          </a:prstGeom>
          <a:noFill/>
        </p:spPr>
        <p:txBody>
          <a:bodyPr wrap="square">
            <a:spAutoFit/>
          </a:bodyPr>
          <a:lstStyle/>
          <a:p>
            <a:pPr algn="just">
              <a:lnSpc>
                <a:spcPct val="150000"/>
              </a:lnSpc>
            </a:pPr>
            <a:r>
              <a:rPr lang="en-US" sz="4400" b="1">
                <a:solidFill>
                  <a:srgbClr val="C00000"/>
                </a:solidFill>
                <a:latin typeface="Tahoma" panose="020B0604030504040204" pitchFamily="34" charset="0"/>
                <a:ea typeface="Tahoma" panose="020B0604030504040204" pitchFamily="34" charset="0"/>
                <a:cs typeface="Tahoma" panose="020B0604030504040204" pitchFamily="34" charset="0"/>
              </a:rPr>
              <a:t>b) Từ chỗ khác biệt ở hai câu HĐ2a, HĐ2b chúng ta thấy:</a:t>
            </a:r>
            <a:endParaRPr lang="en-US" sz="4400" b="1">
              <a:solidFill>
                <a:srgbClr val="C00000"/>
              </a:solidFill>
              <a:effectLs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07A7E55-4B67-47D3-A93E-96AF2D5E513E}"/>
                  </a:ext>
                </a:extLst>
              </p:cNvPr>
              <p:cNvSpPr txBox="1"/>
              <p:nvPr/>
            </p:nvSpPr>
            <p:spPr>
              <a:xfrm>
                <a:off x="344717" y="8501220"/>
                <a:ext cx="23583592" cy="1009828"/>
              </a:xfrm>
              <a:prstGeom prst="rect">
                <a:avLst/>
              </a:prstGeom>
              <a:noFill/>
            </p:spPr>
            <p:txBody>
              <a:bodyPr wrap="square">
                <a:spAutoFit/>
              </a:bodyPr>
              <a:lstStyle/>
              <a:p>
                <a:pPr algn="just">
                  <a:lnSpc>
                    <a:spcPct val="150000"/>
                  </a:lnSpc>
                </a:pPr>
                <a:r>
                  <a:rPr lang="vi-VN" sz="4600">
                    <a:latin typeface="Tahoma" panose="020B0604030504040204" pitchFamily="34" charset="0"/>
                    <a:ea typeface="Tahoma" panose="020B0604030504040204" pitchFamily="34" charset="0"/>
                    <a:cs typeface="Tahoma" panose="020B0604030504040204" pitchFamily="34" charset="0"/>
                  </a:rPr>
                  <a:t>- Số cách chọn hai bạn ở câu HĐ2b gấp </a:t>
                </a:r>
                <a14:m>
                  <m:oMath xmlns:m="http://schemas.openxmlformats.org/officeDocument/2006/math">
                    <m:r>
                      <a:rPr lang="vi-VN" sz="4600" i="1" smtClean="0">
                        <a:latin typeface="Cambria Math" panose="02040503050406030204" pitchFamily="18" charset="0"/>
                        <a:ea typeface="Tahoma" panose="020B0604030504040204" pitchFamily="34" charset="0"/>
                        <a:cs typeface="Tahoma" panose="020B0604030504040204" pitchFamily="34" charset="0"/>
                      </a:rPr>
                      <m:t>2! </m:t>
                    </m:r>
                  </m:oMath>
                </a14:m>
                <a:r>
                  <a:rPr lang="vi-VN" sz="4600">
                    <a:latin typeface="Tahoma" panose="020B0604030504040204" pitchFamily="34" charset="0"/>
                    <a:ea typeface="Tahoma" panose="020B0604030504040204" pitchFamily="34" charset="0"/>
                    <a:cs typeface="Tahoma" panose="020B0604030504040204" pitchFamily="34" charset="0"/>
                  </a:rPr>
                  <a:t>lần số cách chọn hai bạn ở câu HĐ2a.</a:t>
                </a:r>
              </a:p>
            </p:txBody>
          </p:sp>
        </mc:Choice>
        <mc:Fallback xmlns="">
          <p:sp>
            <p:nvSpPr>
              <p:cNvPr id="29" name="TextBox 28">
                <a:extLst>
                  <a:ext uri="{FF2B5EF4-FFF2-40B4-BE49-F238E27FC236}">
                    <a16:creationId xmlns:a16="http://schemas.microsoft.com/office/drawing/2014/main" id="{307A7E55-4B67-47D3-A93E-96AF2D5E513E}"/>
                  </a:ext>
                </a:extLst>
              </p:cNvPr>
              <p:cNvSpPr txBox="1">
                <a:spLocks noRot="1" noChangeAspect="1" noMove="1" noResize="1" noEditPoints="1" noAdjustHandles="1" noChangeArrowheads="1" noChangeShapeType="1" noTextEdit="1"/>
              </p:cNvSpPr>
              <p:nvPr/>
            </p:nvSpPr>
            <p:spPr>
              <a:xfrm>
                <a:off x="344717" y="8501220"/>
                <a:ext cx="23583592" cy="1009828"/>
              </a:xfrm>
              <a:prstGeom prst="rect">
                <a:avLst/>
              </a:prstGeom>
              <a:blipFill>
                <a:blip r:embed="rId3"/>
                <a:stretch>
                  <a:fillRect l="-1112" b="-29697"/>
                </a:stretch>
              </a:blipFill>
            </p:spPr>
            <p:txBody>
              <a:bodyPr/>
              <a:lstStyle/>
              <a:p>
                <a:r>
                  <a:rPr lang="en-US">
                    <a:noFill/>
                  </a:rPr>
                  <a:t> </a:t>
                </a:r>
              </a:p>
            </p:txBody>
          </p:sp>
        </mc:Fallback>
      </mc:AlternateContent>
      <p:sp>
        <p:nvSpPr>
          <p:cNvPr id="81" name="Rounded Rectangle 8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85" name="TextBox 8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7559203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animEffect transition="in" filter="wipe(left)">
                                      <p:cBhvr>
                                        <p:cTn id="7" dur="500"/>
                                        <p:tgtEl>
                                          <p:spTgt spid="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xEl>
                                              <p:pRg st="0" end="0"/>
                                            </p:txEl>
                                          </p:spTgt>
                                        </p:tgtEl>
                                        <p:attrNameLst>
                                          <p:attrName>style.visibility</p:attrName>
                                        </p:attrNameLst>
                                      </p:cBhvr>
                                      <p:to>
                                        <p:strVal val="visible"/>
                                      </p:to>
                                    </p:set>
                                    <p:animEffect transition="in" filter="wipe(left)">
                                      <p:cBhvr>
                                        <p:cTn id="12"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19">
            <a:extLst>
              <a:ext uri="{FF2B5EF4-FFF2-40B4-BE49-F238E27FC236}">
                <a16:creationId xmlns:a16="http://schemas.microsoft.com/office/drawing/2014/main" id="{1C9EDFF1-6642-4686-95A1-6E08D6C9618B}"/>
              </a:ext>
            </a:extLst>
          </p:cNvPr>
          <p:cNvSpPr/>
          <p:nvPr/>
        </p:nvSpPr>
        <p:spPr>
          <a:xfrm>
            <a:off x="381000" y="2874377"/>
            <a:ext cx="23622000" cy="436462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TỔ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27" name="Group 26">
            <a:extLst>
              <a:ext uri="{FF2B5EF4-FFF2-40B4-BE49-F238E27FC236}">
                <a16:creationId xmlns:a16="http://schemas.microsoft.com/office/drawing/2014/main" id="{D07C67C1-01A6-4F15-92DB-6898FB73822E}"/>
              </a:ext>
            </a:extLst>
          </p:cNvPr>
          <p:cNvGrpSpPr/>
          <p:nvPr/>
        </p:nvGrpSpPr>
        <p:grpSpPr>
          <a:xfrm>
            <a:off x="228600" y="2803025"/>
            <a:ext cx="3790949" cy="914400"/>
            <a:chOff x="400050" y="2914650"/>
            <a:chExt cx="3790949" cy="914400"/>
          </a:xfrm>
        </p:grpSpPr>
        <p:sp>
          <p:nvSpPr>
            <p:cNvPr id="28" name="Freeform 20">
              <a:extLst>
                <a:ext uri="{FF2B5EF4-FFF2-40B4-BE49-F238E27FC236}">
                  <a16:creationId xmlns:a16="http://schemas.microsoft.com/office/drawing/2014/main" id="{E080DB3E-6123-4009-BF0E-ED6A4AC1EF63}"/>
                </a:ext>
              </a:extLst>
            </p:cNvPr>
            <p:cNvSpPr>
              <a:spLocks/>
            </p:cNvSpPr>
            <p:nvPr/>
          </p:nvSpPr>
          <p:spPr bwMode="auto">
            <a:xfrm rot="16200000" flipV="1">
              <a:off x="2251546" y="1819614"/>
              <a:ext cx="739765" cy="3139141"/>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9" name="TextBox 38">
              <a:extLst>
                <a:ext uri="{FF2B5EF4-FFF2-40B4-BE49-F238E27FC236}">
                  <a16:creationId xmlns:a16="http://schemas.microsoft.com/office/drawing/2014/main" id="{B64454DD-F8F5-4412-BFD4-3C7371EC9834}"/>
                </a:ext>
              </a:extLst>
            </p:cNvPr>
            <p:cNvSpPr txBox="1"/>
            <p:nvPr/>
          </p:nvSpPr>
          <p:spPr>
            <a:xfrm>
              <a:off x="1346202" y="3004278"/>
              <a:ext cx="2844797" cy="769441"/>
            </a:xfrm>
            <a:prstGeom prst="rect">
              <a:avLst/>
            </a:prstGeom>
            <a:noFill/>
          </p:spPr>
          <p:txBody>
            <a:bodyPr wrap="square" rtlCol="0">
              <a:spAutoFit/>
            </a:bodyPr>
            <a:lstStyle/>
            <a:p>
              <a:r>
                <a:rPr lang="en-US" sz="4400" b="1">
                  <a:solidFill>
                    <a:srgbClr val="FFC000"/>
                  </a:solidFill>
                  <a:latin typeface="Tahoma" pitchFamily="34" charset="0"/>
                  <a:ea typeface="Tahoma" pitchFamily="34" charset="0"/>
                  <a:cs typeface="Tahoma" pitchFamily="34" charset="0"/>
                </a:rPr>
                <a:t>Nhận xét</a:t>
              </a:r>
              <a:endParaRPr lang="en-US" sz="4400" b="1" dirty="0">
                <a:solidFill>
                  <a:srgbClr val="FFC000"/>
                </a:solidFill>
                <a:latin typeface="Tahoma" pitchFamily="34" charset="0"/>
                <a:ea typeface="Tahoma" pitchFamily="34" charset="0"/>
                <a:cs typeface="Tahoma" pitchFamily="34" charset="0"/>
              </a:endParaRPr>
            </a:p>
          </p:txBody>
        </p:sp>
        <p:sp>
          <p:nvSpPr>
            <p:cNvPr id="41" name="Round Diagonal Corner Rectangle 41">
              <a:extLst>
                <a:ext uri="{FF2B5EF4-FFF2-40B4-BE49-F238E27FC236}">
                  <a16:creationId xmlns:a16="http://schemas.microsoft.com/office/drawing/2014/main" id="{00799F29-1790-4BCD-B5D2-DD3A72D123EE}"/>
                </a:ext>
              </a:extLst>
            </p:cNvPr>
            <p:cNvSpPr/>
            <p:nvPr/>
          </p:nvSpPr>
          <p:spPr>
            <a:xfrm flipV="1">
              <a:off x="482013" y="3019305"/>
              <a:ext cx="774703" cy="739764"/>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Graphic 41" descr="Clipboard outline">
              <a:extLst>
                <a:ext uri="{FF2B5EF4-FFF2-40B4-BE49-F238E27FC236}">
                  <a16:creationId xmlns:a16="http://schemas.microsoft.com/office/drawing/2014/main" id="{4D117547-C8E7-45C7-A11A-518964E35E0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400050" y="2914650"/>
              <a:ext cx="914400" cy="914400"/>
            </a:xfrm>
            <a:prstGeom prst="rect">
              <a:avLst/>
            </a:prstGeom>
          </p:spPr>
        </p:pic>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9F508EF-B588-468E-9494-B4D23B0244BF}"/>
                  </a:ext>
                </a:extLst>
              </p:cNvPr>
              <p:cNvSpPr txBox="1"/>
              <p:nvPr/>
            </p:nvSpPr>
            <p:spPr>
              <a:xfrm>
                <a:off x="406450" y="3788777"/>
                <a:ext cx="23622000" cy="3046988"/>
              </a:xfrm>
              <a:prstGeom prst="rect">
                <a:avLst/>
              </a:prstGeom>
              <a:noFill/>
            </p:spPr>
            <p:txBody>
              <a:bodyPr wrap="square">
                <a:spAutoFit/>
              </a:bodyPr>
              <a:lstStyle/>
              <a:p>
                <a:pPr algn="just"/>
                <a:r>
                  <a:rPr lang="en-US" sz="4800" dirty="0" err="1">
                    <a:effectLst/>
                    <a:latin typeface="Tahoma" panose="020B0604030504040204" pitchFamily="34" charset="0"/>
                    <a:ea typeface="Tahoma" panose="020B0604030504040204" pitchFamily="34" charset="0"/>
                    <a:cs typeface="Tahoma" panose="020B0604030504040204" pitchFamily="34" charset="0"/>
                  </a:rPr>
                  <a:t>Mỗi</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cách</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chọn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ra</a:t>
                </a:r>
                <a:r>
                  <a:rPr lang="en-US" sz="4800"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2</m:t>
                    </m:r>
                  </m:oMath>
                </a14:m>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bạn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từ</a:t>
                </a:r>
                <a:r>
                  <a:rPr lang="en-US" sz="4800"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4</m:t>
                    </m:r>
                  </m:oMath>
                </a14:m>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bạn</a:t>
                </a:r>
                <a:r>
                  <a:rPr lang="en-US" sz="4800" dirty="0">
                    <a:effectLst/>
                    <a:latin typeface="Tahoma" panose="020B0604030504040204" pitchFamily="34" charset="0"/>
                    <a:ea typeface="Tahoma" panose="020B0604030504040204" pitchFamily="34" charset="0"/>
                    <a:cs typeface="Tahoma" panose="020B0604030504040204" pitchFamily="34" charset="0"/>
                  </a:rPr>
                  <a:t> ở HĐ2a </a:t>
                </a:r>
                <a:r>
                  <a:rPr lang="en-US" sz="4800" dirty="0" err="1">
                    <a:effectLst/>
                    <a:latin typeface="Tahoma" panose="020B0604030504040204" pitchFamily="34" charset="0"/>
                    <a:ea typeface="Tahoma" panose="020B0604030504040204" pitchFamily="34" charset="0"/>
                    <a:cs typeface="Tahoma" panose="020B0604030504040204" pitchFamily="34" charset="0"/>
                  </a:rPr>
                  <a:t>được</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gọi</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là</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một</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i="1" dirty="0" err="1">
                    <a:effectLst/>
                    <a:latin typeface="Tahoma" panose="020B0604030504040204" pitchFamily="34" charset="0"/>
                    <a:ea typeface="Tahoma" panose="020B0604030504040204" pitchFamily="34" charset="0"/>
                    <a:cs typeface="Tahoma" panose="020B0604030504040204" pitchFamily="34" charset="0"/>
                  </a:rPr>
                  <a:t>tổ</a:t>
                </a:r>
                <a:r>
                  <a:rPr lang="en-US" sz="4800" i="1" dirty="0">
                    <a:effectLst/>
                    <a:latin typeface="Tahoma" panose="020B0604030504040204" pitchFamily="34" charset="0"/>
                    <a:ea typeface="Tahoma" panose="020B0604030504040204" pitchFamily="34" charset="0"/>
                    <a:cs typeface="Tahoma" panose="020B0604030504040204" pitchFamily="34" charset="0"/>
                  </a:rPr>
                  <a:t> </a:t>
                </a:r>
                <a:r>
                  <a:rPr lang="en-US" sz="4800" i="1" dirty="0" err="1">
                    <a:effectLst/>
                    <a:latin typeface="Tahoma" panose="020B0604030504040204" pitchFamily="34" charset="0"/>
                    <a:ea typeface="Tahoma" panose="020B0604030504040204" pitchFamily="34" charset="0"/>
                    <a:cs typeface="Tahoma" panose="020B0604030504040204" pitchFamily="34" charset="0"/>
                  </a:rPr>
                  <a:t>hợp</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chập</a:t>
                </a:r>
                <a:r>
                  <a:rPr lang="en-US" sz="4800"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2</m:t>
                    </m:r>
                  </m:oMath>
                </a14:m>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của</a:t>
                </a:r>
                <a:r>
                  <a:rPr lang="en-US" sz="4800"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4</m:t>
                    </m:r>
                  </m:oMath>
                </a14:m>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Vì</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không</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cần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sắp</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xếp</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thứ</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tự</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hai</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bạn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được</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chọn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nên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số</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cách</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chọn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sẽ</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giảm</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đi</a:t>
                </a:r>
                <a:r>
                  <a:rPr lang="en-US" sz="4800"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2!</m:t>
                    </m:r>
                  </m:oMath>
                </a14:m>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lần</a:t>
                </a:r>
                <a:r>
                  <a:rPr lang="en-US" sz="4800" dirty="0">
                    <a:effectLst/>
                    <a:latin typeface="Tahoma" panose="020B0604030504040204" pitchFamily="34" charset="0"/>
                    <a:ea typeface="Tahoma" panose="020B0604030504040204" pitchFamily="34" charset="0"/>
                    <a:cs typeface="Tahoma" panose="020B0604030504040204" pitchFamily="34" charset="0"/>
                  </a:rPr>
                  <a:t> so </a:t>
                </a:r>
                <a:r>
                  <a:rPr lang="en-US" sz="4800" dirty="0" err="1">
                    <a:effectLst/>
                    <a:latin typeface="Tahoma" panose="020B0604030504040204" pitchFamily="34" charset="0"/>
                    <a:ea typeface="Tahoma" panose="020B0604030504040204" pitchFamily="34" charset="0"/>
                    <a:cs typeface="Tahoma" panose="020B0604030504040204" pitchFamily="34" charset="0"/>
                  </a:rPr>
                  <a:t>với</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việc</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chọn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ra</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hai</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bạn</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có</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sắp</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xếp</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thứ</a:t>
                </a:r>
                <a:r>
                  <a:rPr lang="en-US" sz="4800" dirty="0">
                    <a:effectLst/>
                    <a:latin typeface="Tahoma" panose="020B0604030504040204" pitchFamily="34" charset="0"/>
                    <a:ea typeface="Tahoma" panose="020B0604030504040204" pitchFamily="34" charset="0"/>
                    <a:cs typeface="Tahoma" panose="020B0604030504040204" pitchFamily="34" charset="0"/>
                  </a:rPr>
                  <a:t> </a:t>
                </a:r>
                <a:r>
                  <a:rPr lang="en-US" sz="4800" dirty="0" err="1">
                    <a:effectLst/>
                    <a:latin typeface="Tahoma" panose="020B0604030504040204" pitchFamily="34" charset="0"/>
                    <a:ea typeface="Tahoma" panose="020B0604030504040204" pitchFamily="34" charset="0"/>
                    <a:cs typeface="Tahoma" panose="020B0604030504040204" pitchFamily="34" charset="0"/>
                  </a:rPr>
                  <a:t>tự</a:t>
                </a:r>
                <a:r>
                  <a:rPr lang="en-US" sz="4800" dirty="0">
                    <a:effectLst/>
                    <a:latin typeface="Tahoma" panose="020B0604030504040204" pitchFamily="34" charset="0"/>
                    <a:ea typeface="Tahoma" panose="020B0604030504040204" pitchFamily="34" charset="0"/>
                    <a:cs typeface="Tahoma" panose="020B0604030504040204" pitchFamily="34" charset="0"/>
                  </a:rPr>
                  <a:t> (ở </a:t>
                </a:r>
                <a:r>
                  <a:rPr lang="en-US" sz="4800" dirty="0" err="1">
                    <a:effectLst/>
                    <a:latin typeface="Tahoma" panose="020B0604030504040204" pitchFamily="34" charset="0"/>
                    <a:ea typeface="Tahoma" panose="020B0604030504040204" pitchFamily="34" charset="0"/>
                    <a:cs typeface="Tahoma" panose="020B0604030504040204" pitchFamily="34" charset="0"/>
                  </a:rPr>
                  <a:t>câu</a:t>
                </a:r>
                <a:r>
                  <a:rPr lang="en-US" sz="4800" dirty="0">
                    <a:effectLst/>
                    <a:latin typeface="Tahoma" panose="020B0604030504040204" pitchFamily="34" charset="0"/>
                    <a:ea typeface="Tahoma" panose="020B0604030504040204" pitchFamily="34" charset="0"/>
                    <a:cs typeface="Tahoma" panose="020B0604030504040204" pitchFamily="34" charset="0"/>
                  </a:rPr>
                  <a:t> HĐ2b).</a:t>
                </a:r>
              </a:p>
              <a:p>
                <a:r>
                  <a:rPr lang="en-US" sz="4800" dirty="0" err="1">
                    <a:latin typeface="Tahoma" panose="020B0604030504040204" pitchFamily="34" charset="0"/>
                    <a:ea typeface="Tahoma" panose="020B0604030504040204" pitchFamily="34" charset="0"/>
                    <a:cs typeface="Tahoma" panose="020B0604030504040204" pitchFamily="34" charset="0"/>
                  </a:rPr>
                  <a:t>Tổng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quát</a:t>
                </a:r>
                <a:r>
                  <a:rPr lang="en-US" sz="4800" dirty="0">
                    <a:latin typeface="Tahoma" panose="020B0604030504040204" pitchFamily="34" charset="0"/>
                    <a:ea typeface="Tahoma" panose="020B0604030504040204" pitchFamily="34" charset="0"/>
                    <a:cs typeface="Tahoma" panose="020B0604030504040204" pitchFamily="34" charset="0"/>
                  </a:rPr>
                  <a:t> ta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3" name="TextBox 42">
                <a:extLst>
                  <a:ext uri="{FF2B5EF4-FFF2-40B4-BE49-F238E27FC236}">
                    <a16:creationId xmlns:a16="http://schemas.microsoft.com/office/drawing/2014/main" id="{19F508EF-B588-468E-9494-B4D23B0244BF}"/>
                  </a:ext>
                </a:extLst>
              </p:cNvPr>
              <p:cNvSpPr txBox="1">
                <a:spLocks noRot="1" noChangeAspect="1" noMove="1" noResize="1" noEditPoints="1" noAdjustHandles="1" noChangeArrowheads="1" noChangeShapeType="1" noTextEdit="1"/>
              </p:cNvSpPr>
              <p:nvPr/>
            </p:nvSpPr>
            <p:spPr>
              <a:xfrm>
                <a:off x="406450" y="3788777"/>
                <a:ext cx="23622000" cy="3046988"/>
              </a:xfrm>
              <a:prstGeom prst="rect">
                <a:avLst/>
              </a:prstGeom>
              <a:blipFill>
                <a:blip r:embed="rId5"/>
                <a:stretch>
                  <a:fillRect l="-1187" t="-4810" r="-1161" b="-98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Rounded Corners 44">
                <a:extLst>
                  <a:ext uri="{FF2B5EF4-FFF2-40B4-BE49-F238E27FC236}">
                    <a16:creationId xmlns:a16="http://schemas.microsoft.com/office/drawing/2014/main" id="{65DD7587-DC3C-4240-9A62-866A02381562}"/>
                  </a:ext>
                </a:extLst>
              </p:cNvPr>
              <p:cNvSpPr/>
              <p:nvPr/>
            </p:nvSpPr>
            <p:spPr>
              <a:xfrm>
                <a:off x="406450" y="7419910"/>
                <a:ext cx="23825150" cy="5762689"/>
              </a:xfrm>
              <a:prstGeom prst="roundRect">
                <a:avLst>
                  <a:gd name="adj" fmla="val 9039"/>
                </a:avLst>
              </a:prstGeom>
              <a:solidFill>
                <a:srgbClr val="FFE2A7"/>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72000" bIns="0" numCol="1" spcCol="0" rtlCol="0" fromWordArt="0" anchor="t" anchorCtr="0" forceAA="0" compatLnSpc="1">
                <a:prstTxWarp prst="textNoShape">
                  <a:avLst/>
                </a:prstTxWarp>
                <a:noAutofit/>
              </a:bodyPr>
              <a:lstStyle/>
              <a:p>
                <a:pPr marL="0" marR="0" algn="just">
                  <a:lnSpc>
                    <a:spcPct val="107000"/>
                  </a:lnSpc>
                  <a:spcBef>
                    <a:spcPts val="0"/>
                  </a:spcBef>
                  <a:spcAft>
                    <a:spcPts val="600"/>
                  </a:spcAft>
                </a:pPr>
                <a:r>
                  <a:rPr lang="en-US" sz="4800"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Một</a:t>
                </a:r>
                <a:r>
                  <a:rPr lang="en-US" sz="4800"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tổ</a:t>
                </a:r>
                <a:r>
                  <a:rPr lang="en-US" sz="4800"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hợp</a:t>
                </a:r>
                <a:r>
                  <a:rPr lang="en-US" sz="4800"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chập</a:t>
                </a:r>
                <a:r>
                  <a:rPr lang="en-US" sz="4800"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oMath>
                </a14:m>
                <a:r>
                  <a:rPr lang="en-US" sz="4800"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của</a:t>
                </a:r>
                <a:r>
                  <a:rPr lang="en-US" sz="4800"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là</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một</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cách</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chọn</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oMath>
                </a14:m>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phần</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tử</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từ</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một</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tập</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hợp</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phần</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tử</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với</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là</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các</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số</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tự</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nhiên</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p>
                <a:pPr marL="0" marR="0">
                  <a:lnSpc>
                    <a:spcPct val="107000"/>
                  </a:lnSpc>
                  <a:spcBef>
                    <a:spcPts val="0"/>
                  </a:spcBef>
                  <a:spcAft>
                    <a:spcPts val="0"/>
                  </a:spcAft>
                </a:pP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Số</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các</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tổ</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hợp</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chập</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oMath>
                </a14:m>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của</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kí</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hiệu</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là</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Sup>
                      <m:sSubSupPr>
                        <m:ctrlP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𝑛</m:t>
                        </m:r>
                      </m:sub>
                      <m:sup>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𝑘</m:t>
                        </m:r>
                      </m:sup>
                    </m:sSubSup>
                  </m:oMath>
                </a14:m>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được</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tính</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bằng</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công</a:t>
                </a:r>
                <a:r>
                  <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thức</a:t>
                </a:r>
                <a:endParaRPr lang="en-US" sz="48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algn="ctr">
                  <a:spcBef>
                    <a:spcPts val="0"/>
                  </a:spcBef>
                  <a:spcAft>
                    <a:spcPts val="0"/>
                  </a:spcAft>
                  <a:tabLst>
                    <a:tab pos="2971800" algn="ctr"/>
                    <a:tab pos="5943600" algn="r"/>
                  </a:tabLst>
                </a:pPr>
                <a:r>
                  <a:rPr lang="nl-NL" sz="4800" b="1" dirty="0">
                    <a:solidFill>
                      <a:srgbClr val="0000FF"/>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Sup>
                      <m:sSubSupPr>
                        <m:ctrlPr>
                          <a:rPr lang="en-US" sz="4800" b="1" i="1">
                            <a:solidFill>
                              <a:srgbClr val="0000FF"/>
                            </a:solidFill>
                            <a:effectLst/>
                            <a:latin typeface="Cambria Math" panose="02040503050406030204" pitchFamily="18" charset="0"/>
                            <a:ea typeface="Calibri" panose="020F0502020204030204" pitchFamily="34" charset="0"/>
                          </a:rPr>
                        </m:ctrlPr>
                      </m:sSubSupPr>
                      <m:e>
                        <m:r>
                          <a:rPr lang="nl-NL" sz="4800" b="1" i="1">
                            <a:solidFill>
                              <a:srgbClr val="0000FF"/>
                            </a:solidFill>
                            <a:effectLst/>
                            <a:latin typeface="Cambria Math" panose="02040503050406030204" pitchFamily="18" charset="0"/>
                            <a:ea typeface="Calibri" panose="020F0502020204030204" pitchFamily="34" charset="0"/>
                          </a:rPr>
                          <m:t>𝑪</m:t>
                        </m:r>
                      </m:e>
                      <m:sub>
                        <m:r>
                          <a:rPr lang="nl-NL" sz="4800" b="1" i="1">
                            <a:solidFill>
                              <a:srgbClr val="0000FF"/>
                            </a:solidFill>
                            <a:effectLst/>
                            <a:latin typeface="Cambria Math" panose="02040503050406030204" pitchFamily="18" charset="0"/>
                            <a:ea typeface="Calibri" panose="020F0502020204030204" pitchFamily="34" charset="0"/>
                          </a:rPr>
                          <m:t>𝒏</m:t>
                        </m:r>
                      </m:sub>
                      <m:sup>
                        <m:r>
                          <a:rPr lang="nl-NL" sz="4800" b="1" i="1">
                            <a:solidFill>
                              <a:srgbClr val="0000FF"/>
                            </a:solidFill>
                            <a:effectLst/>
                            <a:latin typeface="Cambria Math" panose="02040503050406030204" pitchFamily="18" charset="0"/>
                            <a:ea typeface="Calibri" panose="020F0502020204030204" pitchFamily="34" charset="0"/>
                          </a:rPr>
                          <m:t>𝒌</m:t>
                        </m:r>
                      </m:sup>
                    </m:sSubSup>
                    <m:r>
                      <a:rPr lang="nl-NL" sz="4800" b="1" i="1">
                        <a:solidFill>
                          <a:srgbClr val="0000FF"/>
                        </a:solidFill>
                        <a:effectLst/>
                        <a:latin typeface="Cambria Math" panose="02040503050406030204" pitchFamily="18" charset="0"/>
                        <a:ea typeface="Calibri" panose="020F0502020204030204" pitchFamily="34" charset="0"/>
                      </a:rPr>
                      <m:t>=</m:t>
                    </m:r>
                    <m:f>
                      <m:fPr>
                        <m:ctrlPr>
                          <a:rPr lang="en-US" sz="4800" b="1" i="1">
                            <a:solidFill>
                              <a:srgbClr val="0000FF"/>
                            </a:solidFill>
                            <a:effectLst/>
                            <a:latin typeface="Cambria Math" panose="02040503050406030204" pitchFamily="18" charset="0"/>
                            <a:ea typeface="Calibri" panose="020F0502020204030204" pitchFamily="34" charset="0"/>
                          </a:rPr>
                        </m:ctrlPr>
                      </m:fPr>
                      <m:num>
                        <m:r>
                          <a:rPr lang="nl-NL" sz="4800" b="1" i="1">
                            <a:solidFill>
                              <a:srgbClr val="0000FF"/>
                            </a:solidFill>
                            <a:effectLst/>
                            <a:latin typeface="Cambria Math" panose="02040503050406030204" pitchFamily="18" charset="0"/>
                            <a:ea typeface="Calibri" panose="020F0502020204030204" pitchFamily="34" charset="0"/>
                          </a:rPr>
                          <m:t>𝒏</m:t>
                        </m:r>
                        <m:r>
                          <a:rPr lang="nl-NL" sz="4800" b="1" i="1">
                            <a:solidFill>
                              <a:srgbClr val="0000FF"/>
                            </a:solidFill>
                            <a:effectLst/>
                            <a:latin typeface="Cambria Math" panose="02040503050406030204" pitchFamily="18" charset="0"/>
                            <a:ea typeface="Calibri" panose="020F0502020204030204" pitchFamily="34" charset="0"/>
                          </a:rPr>
                          <m:t>!</m:t>
                        </m:r>
                      </m:num>
                      <m:den>
                        <m:d>
                          <m:dPr>
                            <m:ctrlPr>
                              <a:rPr lang="en-US" sz="4800" b="1" i="1">
                                <a:solidFill>
                                  <a:srgbClr val="0000FF"/>
                                </a:solidFill>
                                <a:effectLst/>
                                <a:latin typeface="Cambria Math" panose="02040503050406030204" pitchFamily="18" charset="0"/>
                                <a:ea typeface="Calibri" panose="020F0502020204030204" pitchFamily="34" charset="0"/>
                              </a:rPr>
                            </m:ctrlPr>
                          </m:dPr>
                          <m:e>
                            <m:r>
                              <a:rPr lang="nl-NL" sz="4800" b="1" i="1">
                                <a:solidFill>
                                  <a:srgbClr val="0000FF"/>
                                </a:solidFill>
                                <a:effectLst/>
                                <a:latin typeface="Cambria Math" panose="02040503050406030204" pitchFamily="18" charset="0"/>
                                <a:ea typeface="Calibri" panose="020F0502020204030204" pitchFamily="34" charset="0"/>
                              </a:rPr>
                              <m:t>𝒏</m:t>
                            </m:r>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𝒌</m:t>
                            </m:r>
                          </m:e>
                        </m:d>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𝒌</m:t>
                        </m:r>
                        <m:r>
                          <a:rPr lang="nl-NL" sz="4800" b="1" i="1">
                            <a:solidFill>
                              <a:srgbClr val="0000FF"/>
                            </a:solidFill>
                            <a:effectLst/>
                            <a:latin typeface="Cambria Math" panose="02040503050406030204" pitchFamily="18" charset="0"/>
                            <a:ea typeface="Calibri" panose="020F0502020204030204" pitchFamily="34" charset="0"/>
                          </a:rPr>
                          <m:t>!</m:t>
                        </m:r>
                      </m:den>
                    </m:f>
                    <m:r>
                      <a:rPr lang="nl-NL" sz="4800" b="1" i="1">
                        <a:solidFill>
                          <a:srgbClr val="0000FF"/>
                        </a:solidFill>
                        <a:effectLst/>
                        <a:latin typeface="Cambria Math" panose="02040503050406030204" pitchFamily="18" charset="0"/>
                        <a:ea typeface="Calibri" panose="020F0502020204030204" pitchFamily="34" charset="0"/>
                      </a:rPr>
                      <m:t> </m:t>
                    </m:r>
                    <m:d>
                      <m:dPr>
                        <m:ctrlPr>
                          <a:rPr lang="en-US" sz="4800" b="1" i="1">
                            <a:solidFill>
                              <a:srgbClr val="0000FF"/>
                            </a:solidFill>
                            <a:effectLst/>
                            <a:latin typeface="Cambria Math" panose="02040503050406030204" pitchFamily="18" charset="0"/>
                            <a:ea typeface="Calibri" panose="020F0502020204030204" pitchFamily="34" charset="0"/>
                          </a:rPr>
                        </m:ctrlPr>
                      </m:dPr>
                      <m:e>
                        <m:r>
                          <a:rPr lang="nl-NL" sz="4800" b="1" i="1">
                            <a:solidFill>
                              <a:srgbClr val="0000FF"/>
                            </a:solidFill>
                            <a:effectLst/>
                            <a:latin typeface="Cambria Math" panose="02040503050406030204" pitchFamily="18" charset="0"/>
                            <a:ea typeface="Calibri" panose="020F0502020204030204" pitchFamily="34" charset="0"/>
                          </a:rPr>
                          <m:t>𝟎</m:t>
                        </m:r>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𝒌</m:t>
                        </m:r>
                        <m:r>
                          <a:rPr lang="nl-NL" sz="4800" b="1" i="1">
                            <a:solidFill>
                              <a:srgbClr val="0000FF"/>
                            </a:solidFill>
                            <a:effectLst/>
                            <a:latin typeface="Cambria Math" panose="02040503050406030204" pitchFamily="18" charset="0"/>
                            <a:ea typeface="Calibri" panose="020F0502020204030204" pitchFamily="34" charset="0"/>
                          </a:rPr>
                          <m:t>≤</m:t>
                        </m:r>
                        <m:r>
                          <a:rPr lang="nl-NL" sz="4800" b="1" i="1">
                            <a:solidFill>
                              <a:srgbClr val="0000FF"/>
                            </a:solidFill>
                            <a:effectLst/>
                            <a:latin typeface="Cambria Math" panose="02040503050406030204" pitchFamily="18" charset="0"/>
                            <a:ea typeface="Calibri" panose="020F0502020204030204" pitchFamily="34" charset="0"/>
                          </a:rPr>
                          <m:t>𝒏</m:t>
                        </m:r>
                      </m:e>
                    </m:d>
                    <m:r>
                      <a:rPr lang="nl-NL" sz="4800" b="1" i="1">
                        <a:solidFill>
                          <a:srgbClr val="0000FF"/>
                        </a:solidFill>
                        <a:effectLst/>
                        <a:latin typeface="Cambria Math" panose="02040503050406030204" pitchFamily="18" charset="0"/>
                        <a:ea typeface="Calibri" panose="020F0502020204030204" pitchFamily="34" charset="0"/>
                      </a:rPr>
                      <m:t>.</m:t>
                    </m:r>
                  </m:oMath>
                </a14:m>
                <a:endParaRPr lang="en-US" sz="4800" b="1" dirty="0">
                  <a:solidFill>
                    <a:srgbClr val="0000FF"/>
                  </a:solidFill>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5" name="Rectangle: Rounded Corners 44">
                <a:extLst>
                  <a:ext uri="{FF2B5EF4-FFF2-40B4-BE49-F238E27FC236}">
                    <a16:creationId xmlns:a16="http://schemas.microsoft.com/office/drawing/2014/main" id="{65DD7587-DC3C-4240-9A62-866A02381562}"/>
                  </a:ext>
                </a:extLst>
              </p:cNvPr>
              <p:cNvSpPr>
                <a:spLocks noRot="1" noChangeAspect="1" noMove="1" noResize="1" noEditPoints="1" noAdjustHandles="1" noChangeArrowheads="1" noChangeShapeType="1" noTextEdit="1"/>
              </p:cNvSpPr>
              <p:nvPr/>
            </p:nvSpPr>
            <p:spPr>
              <a:xfrm>
                <a:off x="406450" y="7419910"/>
                <a:ext cx="23825150" cy="5762689"/>
              </a:xfrm>
              <a:prstGeom prst="roundRect">
                <a:avLst>
                  <a:gd name="adj" fmla="val 9039"/>
                </a:avLst>
              </a:prstGeom>
              <a:blipFill>
                <a:blip r:embed="rId6"/>
                <a:stretch>
                  <a:fillRect l="-588" t="-738" r="-563"/>
                </a:stretch>
              </a:blipFill>
              <a:ln w="19050">
                <a:solidFill>
                  <a:schemeClr val="accent2">
                    <a:lumMod val="75000"/>
                  </a:schemeClr>
                </a:solidFill>
              </a:ln>
            </p:spPr>
            <p:txBody>
              <a:bodyPr/>
              <a:lstStyle/>
              <a:p>
                <a:r>
                  <a:rPr lang="en-US">
                    <a:noFill/>
                  </a:rPr>
                  <a:t> </a:t>
                </a:r>
              </a:p>
            </p:txBody>
          </p:sp>
        </mc:Fallback>
      </mc:AlternateContent>
      <p:sp>
        <p:nvSpPr>
          <p:cNvPr id="47" name="Rounded Rectangle 4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1" name="TextBox 5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5759262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animEffect transition="in" filter="wipe(left)">
                                      <p:cBhvr>
                                        <p:cTn id="7" dur="500"/>
                                        <p:tgtEl>
                                          <p:spTgt spid="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
                                            <p:txEl>
                                              <p:pRg st="1" end="1"/>
                                            </p:txEl>
                                          </p:spTgt>
                                        </p:tgtEl>
                                        <p:attrNameLst>
                                          <p:attrName>style.visibility</p:attrName>
                                        </p:attrNameLst>
                                      </p:cBhvr>
                                      <p:to>
                                        <p:strVal val="visible"/>
                                      </p:to>
                                    </p:set>
                                    <p:animEffect transition="in" filter="wipe(left)">
                                      <p:cBhvr>
                                        <p:cTn id="12" dur="500"/>
                                        <p:tgtEl>
                                          <p:spTgt spid="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5">
                                            <p:txEl>
                                              <p:pRg st="0" end="0"/>
                                            </p:txEl>
                                          </p:spTgt>
                                        </p:tgtEl>
                                        <p:attrNameLst>
                                          <p:attrName>style.visibility</p:attrName>
                                        </p:attrNameLst>
                                      </p:cBhvr>
                                      <p:to>
                                        <p:strVal val="visible"/>
                                      </p:to>
                                    </p:set>
                                    <p:animEffect transition="in" filter="wipe(left)">
                                      <p:cBhvr>
                                        <p:cTn id="17" dur="500"/>
                                        <p:tgtEl>
                                          <p:spTgt spid="4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5">
                                            <p:txEl>
                                              <p:pRg st="1" end="1"/>
                                            </p:txEl>
                                          </p:spTgt>
                                        </p:tgtEl>
                                        <p:attrNameLst>
                                          <p:attrName>style.visibility</p:attrName>
                                        </p:attrNameLst>
                                      </p:cBhvr>
                                      <p:to>
                                        <p:strVal val="visible"/>
                                      </p:to>
                                    </p:set>
                                    <p:animEffect transition="in" filter="wipe(left)">
                                      <p:cBhvr>
                                        <p:cTn id="22" dur="500"/>
                                        <p:tgtEl>
                                          <p:spTgt spid="4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5">
                                            <p:txEl>
                                              <p:pRg st="2" end="2"/>
                                            </p:txEl>
                                          </p:spTgt>
                                        </p:tgtEl>
                                        <p:attrNameLst>
                                          <p:attrName>style.visibility</p:attrName>
                                        </p:attrNameLst>
                                      </p:cBhvr>
                                      <p:to>
                                        <p:strVal val="visible"/>
                                      </p:to>
                                    </p:set>
                                    <p:animEffect transition="in" filter="wipe(left)">
                                      <p:cBhvr>
                                        <p:cTn id="27" dur="500"/>
                                        <p:tgtEl>
                                          <p:spTgt spid="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19">
            <a:extLst>
              <a:ext uri="{FF2B5EF4-FFF2-40B4-BE49-F238E27FC236}">
                <a16:creationId xmlns:a16="http://schemas.microsoft.com/office/drawing/2014/main" id="{1C9EDFF1-6642-4686-95A1-6E08D6C9618B}"/>
              </a:ext>
            </a:extLst>
          </p:cNvPr>
          <p:cNvSpPr/>
          <p:nvPr/>
        </p:nvSpPr>
        <p:spPr>
          <a:xfrm>
            <a:off x="381000" y="2874377"/>
            <a:ext cx="23622000" cy="5794309"/>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TỔ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27" name="Group 26">
            <a:extLst>
              <a:ext uri="{FF2B5EF4-FFF2-40B4-BE49-F238E27FC236}">
                <a16:creationId xmlns:a16="http://schemas.microsoft.com/office/drawing/2014/main" id="{D07C67C1-01A6-4F15-92DB-6898FB73822E}"/>
              </a:ext>
            </a:extLst>
          </p:cNvPr>
          <p:cNvGrpSpPr/>
          <p:nvPr/>
        </p:nvGrpSpPr>
        <p:grpSpPr>
          <a:xfrm>
            <a:off x="228600" y="2803025"/>
            <a:ext cx="2895601" cy="914400"/>
            <a:chOff x="400050" y="2914650"/>
            <a:chExt cx="2895601" cy="914400"/>
          </a:xfrm>
        </p:grpSpPr>
        <p:sp>
          <p:nvSpPr>
            <p:cNvPr id="28" name="Freeform 20">
              <a:extLst>
                <a:ext uri="{FF2B5EF4-FFF2-40B4-BE49-F238E27FC236}">
                  <a16:creationId xmlns:a16="http://schemas.microsoft.com/office/drawing/2014/main" id="{E080DB3E-6123-4009-BF0E-ED6A4AC1EF63}"/>
                </a:ext>
              </a:extLst>
            </p:cNvPr>
            <p:cNvSpPr>
              <a:spLocks/>
            </p:cNvSpPr>
            <p:nvPr/>
          </p:nvSpPr>
          <p:spPr bwMode="auto">
            <a:xfrm rot="16200000" flipV="1">
              <a:off x="1803871" y="2267287"/>
              <a:ext cx="739765" cy="2243793"/>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9" name="TextBox 38">
              <a:extLst>
                <a:ext uri="{FF2B5EF4-FFF2-40B4-BE49-F238E27FC236}">
                  <a16:creationId xmlns:a16="http://schemas.microsoft.com/office/drawing/2014/main" id="{B64454DD-F8F5-4412-BFD4-3C7371EC9834}"/>
                </a:ext>
              </a:extLst>
            </p:cNvPr>
            <p:cNvSpPr txBox="1"/>
            <p:nvPr/>
          </p:nvSpPr>
          <p:spPr>
            <a:xfrm>
              <a:off x="1346203" y="3004278"/>
              <a:ext cx="1949448" cy="769441"/>
            </a:xfrm>
            <a:prstGeom prst="rect">
              <a:avLst/>
            </a:prstGeom>
            <a:noFill/>
          </p:spPr>
          <p:txBody>
            <a:bodyPr wrap="square" rtlCol="0">
              <a:spAutoFit/>
            </a:bodyPr>
            <a:lstStyle/>
            <a:p>
              <a:r>
                <a:rPr lang="en-US" sz="4400" b="1">
                  <a:solidFill>
                    <a:srgbClr val="FFC000"/>
                  </a:solidFill>
                  <a:latin typeface="Tahoma" pitchFamily="34" charset="0"/>
                  <a:ea typeface="Tahoma" pitchFamily="34" charset="0"/>
                  <a:cs typeface="Tahoma" pitchFamily="34" charset="0"/>
                </a:rPr>
                <a:t>Chú ý</a:t>
              </a:r>
              <a:endParaRPr lang="en-US" sz="4400" b="1" dirty="0">
                <a:solidFill>
                  <a:srgbClr val="FFC000"/>
                </a:solidFill>
                <a:latin typeface="Tahoma" pitchFamily="34" charset="0"/>
                <a:ea typeface="Tahoma" pitchFamily="34" charset="0"/>
                <a:cs typeface="Tahoma" pitchFamily="34" charset="0"/>
              </a:endParaRPr>
            </a:p>
          </p:txBody>
        </p:sp>
        <p:sp>
          <p:nvSpPr>
            <p:cNvPr id="41" name="Round Diagonal Corner Rectangle 41">
              <a:extLst>
                <a:ext uri="{FF2B5EF4-FFF2-40B4-BE49-F238E27FC236}">
                  <a16:creationId xmlns:a16="http://schemas.microsoft.com/office/drawing/2014/main" id="{00799F29-1790-4BCD-B5D2-DD3A72D123EE}"/>
                </a:ext>
              </a:extLst>
            </p:cNvPr>
            <p:cNvSpPr/>
            <p:nvPr/>
          </p:nvSpPr>
          <p:spPr>
            <a:xfrm flipV="1">
              <a:off x="482013" y="3019305"/>
              <a:ext cx="774703" cy="739764"/>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Graphic 41" descr="Clipboard outline">
              <a:extLst>
                <a:ext uri="{FF2B5EF4-FFF2-40B4-BE49-F238E27FC236}">
                  <a16:creationId xmlns:a16="http://schemas.microsoft.com/office/drawing/2014/main" id="{4D117547-C8E7-45C7-A11A-518964E35E0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400050" y="2914650"/>
              <a:ext cx="914400" cy="914400"/>
            </a:xfrm>
            <a:prstGeom prst="rect">
              <a:avLst/>
            </a:prstGeom>
          </p:spPr>
        </p:pic>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7F447EB-F90E-46DE-BA49-033CCFAB8CD0}"/>
                  </a:ext>
                </a:extLst>
              </p:cNvPr>
              <p:cNvSpPr txBox="1"/>
              <p:nvPr/>
            </p:nvSpPr>
            <p:spPr>
              <a:xfrm>
                <a:off x="599092" y="3609224"/>
                <a:ext cx="23403907" cy="5059462"/>
              </a:xfrm>
              <a:prstGeom prst="rect">
                <a:avLst/>
              </a:prstGeom>
              <a:noFill/>
            </p:spPr>
            <p:txBody>
              <a:bodyPr wrap="square">
                <a:spAutoFit/>
              </a:bodyPr>
              <a:lstStyle/>
              <a:p>
                <a:pPr marL="685800" marR="0" indent="-685800">
                  <a:lnSpc>
                    <a:spcPct val="150000"/>
                  </a:lnSpc>
                  <a:spcBef>
                    <a:spcPts val="0"/>
                  </a:spcBef>
                  <a:spcAft>
                    <a:spcPts val="0"/>
                  </a:spcAft>
                  <a:buFont typeface="Symbol" panose="05050102010706020507" pitchFamily="18" charset="2"/>
                  <a:buChar char="·"/>
                </a:pPr>
                <a14:m>
                  <m:oMath xmlns:m="http://schemas.openxmlformats.org/officeDocument/2006/math">
                    <m:sSubSup>
                      <m:sSubSupPr>
                        <m:ctrlPr>
                          <a:rPr lang="en-US" sz="4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i="1">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48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n-US" sz="4800" i="1">
                            <a:effectLst/>
                            <a:latin typeface="Cambria Math" panose="02040503050406030204" pitchFamily="18" charset="0"/>
                            <a:ea typeface="Calibri" panose="020F0502020204030204" pitchFamily="34" charset="0"/>
                            <a:cs typeface="Times New Roman" panose="02020603050405020304" pitchFamily="18" charset="0"/>
                          </a:rPr>
                          <m:t>𝑘</m:t>
                        </m:r>
                      </m:sup>
                    </m:sSubSup>
                    <m:r>
                      <a:rPr lang="en-US" sz="4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i="1">
                            <a:effectLst/>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4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i="1">
                                <a:effectLst/>
                                <a:latin typeface="Cambria Math" panose="02040503050406030204" pitchFamily="18" charset="0"/>
                                <a:ea typeface="Calibri" panose="020F0502020204030204" pitchFamily="34" charset="0"/>
                                <a:cs typeface="Times New Roman" panose="02020603050405020304" pitchFamily="18" charset="0"/>
                              </a:rPr>
                              <m:t>𝐴</m:t>
                            </m:r>
                          </m:e>
                          <m:sub>
                            <m:r>
                              <a:rPr lang="en-US" sz="48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n-US" sz="4800" i="1">
                                <a:effectLst/>
                                <a:latin typeface="Cambria Math" panose="02040503050406030204" pitchFamily="18" charset="0"/>
                                <a:ea typeface="Calibri" panose="020F0502020204030204" pitchFamily="34" charset="0"/>
                                <a:cs typeface="Times New Roman" panose="02020603050405020304" pitchFamily="18" charset="0"/>
                              </a:rPr>
                              <m:t>𝑘</m:t>
                            </m:r>
                          </m:sup>
                        </m:sSubSup>
                      </m:num>
                      <m:den>
                        <m:r>
                          <a:rPr lang="en-US" sz="4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4800" i="1">
                            <a:effectLst/>
                            <a:latin typeface="Cambria Math" panose="02040503050406030204" pitchFamily="18" charset="0"/>
                            <a:ea typeface="Calibri" panose="020F0502020204030204" pitchFamily="34" charset="0"/>
                            <a:cs typeface="Times New Roman" panose="02020603050405020304" pitchFamily="18" charset="0"/>
                          </a:rPr>
                          <m:t>!</m:t>
                        </m:r>
                      </m:den>
                    </m:f>
                  </m:oMath>
                </a14:m>
                <a:r>
                  <a:rPr lang="en-US" sz="4800" dirty="0">
                    <a:effectLst/>
                    <a:latin typeface="Tahoma" panose="020B0604030504040204" pitchFamily="34" charset="0"/>
                    <a:ea typeface="Tahoma" panose="020B0604030504040204" pitchFamily="34" charset="0"/>
                    <a:cs typeface="Tahoma" panose="020B0604030504040204" pitchFamily="34" charset="0"/>
                  </a:rPr>
                  <a:t>.</a:t>
                </a:r>
              </a:p>
              <a:p>
                <a:pPr marL="685800" marR="0" indent="-685800" algn="just">
                  <a:lnSpc>
                    <a:spcPct val="150000"/>
                  </a:lnSpc>
                  <a:spcBef>
                    <a:spcPts val="0"/>
                  </a:spcBef>
                  <a:spcAft>
                    <a:spcPts val="0"/>
                  </a:spcAft>
                  <a:buFont typeface="Symbol" panose="05050102010706020507" pitchFamily="18" charset="2"/>
                  <a:buChar char="·"/>
                </a:pPr>
                <a:r>
                  <a:rPr lang="vi-VN" sz="4800" dirty="0">
                    <a:effectLst/>
                    <a:latin typeface="Tahoma" panose="020B0604030504040204" pitchFamily="34" charset="0"/>
                    <a:ea typeface="Tahoma" panose="020B0604030504040204" pitchFamily="34" charset="0"/>
                    <a:cs typeface="Tahoma" panose="020B0604030504040204" pitchFamily="34" charset="0"/>
                  </a:rPr>
                  <a:t>Chỉnh hợp và tổ hợp đều có điểm giống nhau là đều chọn một số phần tử trong một tập hợp, nhưng khác nhau ở chỗ, chỉnh hợp là chọn có xếp thứ tự, còn tổ hợp là chọn không xếp thứ tự.</a:t>
                </a:r>
                <a:endParaRPr lang="en-US" sz="4800"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2" name="TextBox 21">
                <a:extLst>
                  <a:ext uri="{FF2B5EF4-FFF2-40B4-BE49-F238E27FC236}">
                    <a16:creationId xmlns:a16="http://schemas.microsoft.com/office/drawing/2014/main" id="{D7F447EB-F90E-46DE-BA49-033CCFAB8CD0}"/>
                  </a:ext>
                </a:extLst>
              </p:cNvPr>
              <p:cNvSpPr txBox="1">
                <a:spLocks noRot="1" noChangeAspect="1" noMove="1" noResize="1" noEditPoints="1" noAdjustHandles="1" noChangeArrowheads="1" noChangeShapeType="1" noTextEdit="1"/>
              </p:cNvSpPr>
              <p:nvPr/>
            </p:nvSpPr>
            <p:spPr>
              <a:xfrm>
                <a:off x="599092" y="3609224"/>
                <a:ext cx="23403907" cy="5059462"/>
              </a:xfrm>
              <a:prstGeom prst="rect">
                <a:avLst/>
              </a:prstGeom>
              <a:blipFill>
                <a:blip r:embed="rId5"/>
                <a:stretch>
                  <a:fillRect l="-1224" r="-1198" b="-5422"/>
                </a:stretch>
              </a:blipFill>
            </p:spPr>
            <p:txBody>
              <a:bodyPr/>
              <a:lstStyle/>
              <a:p>
                <a:r>
                  <a:rPr lang="en-US">
                    <a:noFill/>
                  </a:rPr>
                  <a:t> </a:t>
                </a:r>
              </a:p>
            </p:txBody>
          </p:sp>
        </mc:Fallback>
      </mc:AlternateContent>
      <p:sp>
        <p:nvSpPr>
          <p:cNvPr id="44" name="Rounded Rectangle 4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48" name="TextBox 4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875113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wipe(left)">
                                      <p:cBhvr>
                                        <p:cTn id="7" dur="5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xEl>
                                              <p:pRg st="1" end="1"/>
                                            </p:txEl>
                                          </p:spTgt>
                                        </p:tgtEl>
                                        <p:attrNameLst>
                                          <p:attrName>style.visibility</p:attrName>
                                        </p:attrNameLst>
                                      </p:cBhvr>
                                      <p:to>
                                        <p:strVal val="visible"/>
                                      </p:to>
                                    </p:set>
                                    <p:animEffect transition="in" filter="wipe(left)">
                                      <p:cBhvr>
                                        <p:cTn id="12"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8" name="Group 7">
            <a:extLst>
              <a:ext uri="{FF2B5EF4-FFF2-40B4-BE49-F238E27FC236}">
                <a16:creationId xmlns:a16="http://schemas.microsoft.com/office/drawing/2014/main" id="{B9353CAC-3AE7-4242-9E77-BDCD1520898D}"/>
              </a:ext>
            </a:extLst>
          </p:cNvPr>
          <p:cNvGrpSpPr/>
          <p:nvPr/>
        </p:nvGrpSpPr>
        <p:grpSpPr>
          <a:xfrm>
            <a:off x="495209" y="5730436"/>
            <a:ext cx="23506006" cy="7756964"/>
            <a:chOff x="495209" y="5730436"/>
            <a:chExt cx="23506006" cy="7756964"/>
          </a:xfrm>
        </p:grpSpPr>
        <p:sp>
          <p:nvSpPr>
            <p:cNvPr id="35" name="Rounded Rectangle 34">
              <a:extLst>
                <a:ext uri="{FF2B5EF4-FFF2-40B4-BE49-F238E27FC236}">
                  <a16:creationId xmlns:a16="http://schemas.microsoft.com/office/drawing/2014/main" id="{D04F078C-CEB5-4C4F-A97E-1DF03AE09DB2}"/>
                </a:ext>
              </a:extLst>
            </p:cNvPr>
            <p:cNvSpPr/>
            <p:nvPr/>
          </p:nvSpPr>
          <p:spPr>
            <a:xfrm>
              <a:off x="533309" y="5940161"/>
              <a:ext cx="23467906" cy="7547239"/>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8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8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8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495209" y="5730436"/>
              <a:ext cx="3294702" cy="754791"/>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23419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2971801" cy="838200"/>
            <a:chOff x="22440" y="38104"/>
            <a:chExt cx="958198"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850471" cy="162052"/>
              <a:chOff x="31572" y="60276"/>
              <a:chExt cx="1196628"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782433" cy="234000"/>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Ví </a:t>
              </a:r>
              <a:r>
                <a:rPr lang="vi-VN"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dụ </a:t>
              </a:r>
              <a:r>
                <a:rPr lang="en-US"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3</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609600" y="3962400"/>
                <a:ext cx="23088600" cy="1569660"/>
              </a:xfrm>
              <a:prstGeom prst="rect">
                <a:avLst/>
              </a:prstGeom>
              <a:noFill/>
            </p:spPr>
            <p:txBody>
              <a:bodyPr wrap="square" rtlCol="0">
                <a:spAutoFit/>
              </a:bodyPr>
              <a:lstStyle/>
              <a:p>
                <a:pPr marL="0" indent="0" algn="just">
                  <a:spcBef>
                    <a:spcPts val="600"/>
                  </a:spcBef>
                  <a:buNone/>
                </a:pPr>
                <a:r>
                  <a:rPr lang="vi-VN" sz="4800">
                    <a:solidFill>
                      <a:schemeClr val="tx1"/>
                    </a:solidFill>
                    <a:latin typeface="Tahoma" panose="020B0604030504040204" pitchFamily="34" charset="0"/>
                    <a:ea typeface="Tahoma" panose="020B0604030504040204" pitchFamily="34" charset="0"/>
                    <a:cs typeface="Tahoma" panose="020B0604030504040204" pitchFamily="34" charset="0"/>
                  </a:rPr>
                  <a:t>Có </a:t>
                </a:r>
                <a14:m>
                  <m:oMath xmlns:m="http://schemas.openxmlformats.org/officeDocument/2006/math">
                    <m:r>
                      <a:rPr lang="vi-VN" sz="4800" i="1" smtClean="0">
                        <a:solidFill>
                          <a:schemeClr val="tx1"/>
                        </a:solidFill>
                        <a:latin typeface="Cambria Math" panose="02040503050406030204" pitchFamily="18" charset="0"/>
                        <a:ea typeface="Tahoma" panose="020B0604030504040204" pitchFamily="34" charset="0"/>
                        <a:cs typeface="Tahoma" panose="020B0604030504040204" pitchFamily="34" charset="0"/>
                      </a:rPr>
                      <m:t>7</m:t>
                    </m:r>
                  </m:oMath>
                </a14:m>
                <a:r>
                  <a:rPr lang="vi-VN" sz="4800">
                    <a:solidFill>
                      <a:schemeClr val="tx1"/>
                    </a:solidFill>
                    <a:latin typeface="Tahoma" panose="020B0604030504040204" pitchFamily="34" charset="0"/>
                    <a:ea typeface="Tahoma" panose="020B0604030504040204" pitchFamily="34" charset="0"/>
                    <a:cs typeface="Tahoma" panose="020B0604030504040204" pitchFamily="34" charset="0"/>
                  </a:rPr>
                  <a:t> bạn học sinh muốn chơi cờ cá ngựa, nhưng mỗi ván chỉ có </a:t>
                </a:r>
                <a14:m>
                  <m:oMath xmlns:m="http://schemas.openxmlformats.org/officeDocument/2006/math">
                    <m:r>
                      <a:rPr lang="vi-VN" sz="4800" i="1" smtClean="0">
                        <a:solidFill>
                          <a:schemeClr val="tx1"/>
                        </a:solidFill>
                        <a:latin typeface="Cambria Math" panose="02040503050406030204" pitchFamily="18" charset="0"/>
                        <a:ea typeface="Tahoma" panose="020B0604030504040204" pitchFamily="34" charset="0"/>
                        <a:cs typeface="Tahoma" panose="020B0604030504040204" pitchFamily="34" charset="0"/>
                      </a:rPr>
                      <m:t>4</m:t>
                    </m:r>
                  </m:oMath>
                </a14:m>
                <a:r>
                  <a:rPr lang="vi-VN" sz="4800">
                    <a:solidFill>
                      <a:schemeClr val="tx1"/>
                    </a:solidFill>
                    <a:latin typeface="Tahoma" panose="020B0604030504040204" pitchFamily="34" charset="0"/>
                    <a:ea typeface="Tahoma" panose="020B0604030504040204" pitchFamily="34" charset="0"/>
                    <a:cs typeface="Tahoma" panose="020B0604030504040204" pitchFamily="34" charset="0"/>
                  </a:rPr>
                  <a:t> người chơi. Hỏi có bao nhiêu cách chọn </a:t>
                </a:r>
                <a14:m>
                  <m:oMath xmlns:m="http://schemas.openxmlformats.org/officeDocument/2006/math">
                    <m:r>
                      <a:rPr lang="vi-VN" sz="4800" i="1" smtClean="0">
                        <a:solidFill>
                          <a:schemeClr val="tx1"/>
                        </a:solidFill>
                        <a:latin typeface="Cambria Math" panose="02040503050406030204" pitchFamily="18" charset="0"/>
                        <a:ea typeface="Tahoma" panose="020B0604030504040204" pitchFamily="34" charset="0"/>
                        <a:cs typeface="Tahoma" panose="020B0604030504040204" pitchFamily="34" charset="0"/>
                      </a:rPr>
                      <m:t>4</m:t>
                    </m:r>
                  </m:oMath>
                </a14:m>
                <a:r>
                  <a:rPr lang="vi-VN" sz="4800">
                    <a:solidFill>
                      <a:schemeClr val="tx1"/>
                    </a:solidFill>
                    <a:latin typeface="Tahoma" panose="020B0604030504040204" pitchFamily="34" charset="0"/>
                    <a:ea typeface="Tahoma" panose="020B0604030504040204" pitchFamily="34" charset="0"/>
                    <a:cs typeface="Tahoma" panose="020B0604030504040204" pitchFamily="34" charset="0"/>
                  </a:rPr>
                  <a:t> bạn chơi cờ cá ngựa?</a:t>
                </a:r>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TextBox 2">
                <a:extLst>
                  <a:ext uri="{FF2B5EF4-FFF2-40B4-BE49-F238E27FC236}">
                    <a16:creationId xmlns:a16="http://schemas.microsoft.com/office/drawing/2014/main" id="{E5C8CF20-A188-40A3-A095-8424A5327F85}"/>
                  </a:ext>
                </a:extLst>
              </p:cNvPr>
              <p:cNvSpPr txBox="1">
                <a:spLocks noRot="1" noChangeAspect="1" noMove="1" noResize="1" noEditPoints="1" noAdjustHandles="1" noChangeArrowheads="1" noChangeShapeType="1" noTextEdit="1"/>
              </p:cNvSpPr>
              <p:nvPr/>
            </p:nvSpPr>
            <p:spPr>
              <a:xfrm>
                <a:off x="609600" y="3962400"/>
                <a:ext cx="23088600" cy="1569660"/>
              </a:xfrm>
              <a:prstGeom prst="rect">
                <a:avLst/>
              </a:prstGeom>
              <a:blipFill>
                <a:blip r:embed="rId3"/>
                <a:stretch>
                  <a:fillRect l="-1188" t="-9339" r="-1162" b="-19455"/>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51DB63CB-2A63-459C-AADD-287525D37EA8}"/>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1F86E250-4FA7-4163-8BFB-A39204B83BB2}"/>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TỔ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53973268-ABB3-4BCF-B6BE-D6810127554F}"/>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71E69410-4275-41F4-9C90-54CBB03AADA6}"/>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9F0CBFB1-3FF6-4A13-9E2B-1E120B0B37E8}"/>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B1290E05-B6FA-4BDF-9C66-53B2D1313C65}"/>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D5B1409-7BAD-4E7B-AEEA-7CA71EEB78A9}"/>
                  </a:ext>
                </a:extLst>
              </p:cNvPr>
              <p:cNvSpPr txBox="1"/>
              <p:nvPr/>
            </p:nvSpPr>
            <p:spPr>
              <a:xfrm>
                <a:off x="580043" y="6388133"/>
                <a:ext cx="23270648" cy="1058175"/>
              </a:xfrm>
              <a:prstGeom prst="rect">
                <a:avLst/>
              </a:prstGeom>
              <a:noFill/>
            </p:spPr>
            <p:txBody>
              <a:bodyPr wrap="square">
                <a:spAutoFit/>
              </a:bodyPr>
              <a:lstStyle/>
              <a:p>
                <a:pPr marL="0" marR="0">
                  <a:lnSpc>
                    <a:spcPct val="150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Mỗi cách chọn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4</m:t>
                    </m:r>
                  </m:oMath>
                </a14:m>
                <a:r>
                  <a:rPr lang="en-US" sz="4800">
                    <a:effectLst/>
                    <a:latin typeface="Tahoma" panose="020B0604030504040204" pitchFamily="34" charset="0"/>
                    <a:ea typeface="Tahoma" panose="020B0604030504040204" pitchFamily="34" charset="0"/>
                    <a:cs typeface="Tahoma" panose="020B0604030504040204" pitchFamily="34" charset="0"/>
                  </a:rPr>
                  <a:t> bạn trong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7</m:t>
                    </m:r>
                  </m:oMath>
                </a14:m>
                <a:r>
                  <a:rPr lang="en-US" sz="4800">
                    <a:effectLst/>
                    <a:latin typeface="Tahoma" panose="020B0604030504040204" pitchFamily="34" charset="0"/>
                    <a:ea typeface="Tahoma" panose="020B0604030504040204" pitchFamily="34" charset="0"/>
                    <a:cs typeface="Tahoma" panose="020B0604030504040204" pitchFamily="34" charset="0"/>
                  </a:rPr>
                  <a:t> bạn học sinh là một tổ hợp chập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4</m:t>
                    </m:r>
                  </m:oMath>
                </a14:m>
                <a:r>
                  <a:rPr lang="en-US" sz="4800">
                    <a:effectLst/>
                    <a:latin typeface="Tahoma" panose="020B0604030504040204" pitchFamily="34" charset="0"/>
                    <a:ea typeface="Tahoma" panose="020B0604030504040204" pitchFamily="34" charset="0"/>
                    <a:cs typeface="Tahoma" panose="020B0604030504040204" pitchFamily="34" charset="0"/>
                  </a:rPr>
                  <a:t> của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7</m:t>
                    </m:r>
                  </m:oMath>
                </a14:m>
                <a:r>
                  <a:rPr lang="en-US" sz="4800">
                    <a:effectLst/>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1" name="TextBox 40">
                <a:extLst>
                  <a:ext uri="{FF2B5EF4-FFF2-40B4-BE49-F238E27FC236}">
                    <a16:creationId xmlns:a16="http://schemas.microsoft.com/office/drawing/2014/main" id="{4D5B1409-7BAD-4E7B-AEEA-7CA71EEB78A9}"/>
                  </a:ext>
                </a:extLst>
              </p:cNvPr>
              <p:cNvSpPr txBox="1">
                <a:spLocks noRot="1" noChangeAspect="1" noMove="1" noResize="1" noEditPoints="1" noAdjustHandles="1" noChangeArrowheads="1" noChangeShapeType="1" noTextEdit="1"/>
              </p:cNvSpPr>
              <p:nvPr/>
            </p:nvSpPr>
            <p:spPr>
              <a:xfrm>
                <a:off x="580043" y="6388133"/>
                <a:ext cx="23270648" cy="1058175"/>
              </a:xfrm>
              <a:prstGeom prst="rect">
                <a:avLst/>
              </a:prstGeom>
              <a:blipFill>
                <a:blip r:embed="rId4"/>
                <a:stretch>
                  <a:fillRect l="-1179" b="-287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B720893A-B1BB-4840-BF85-D2D51AC4D3BE}"/>
                  </a:ext>
                </a:extLst>
              </p:cNvPr>
              <p:cNvSpPr txBox="1"/>
              <p:nvPr/>
            </p:nvSpPr>
            <p:spPr>
              <a:xfrm>
                <a:off x="628060" y="7259197"/>
                <a:ext cx="21012739" cy="1554977"/>
              </a:xfrm>
              <a:prstGeom prst="rect">
                <a:avLst/>
              </a:prstGeom>
              <a:noFill/>
            </p:spPr>
            <p:txBody>
              <a:bodyPr wrap="square">
                <a:spAutoFit/>
              </a:bodyPr>
              <a:lstStyle/>
              <a:p>
                <a:pPr algn="just">
                  <a:lnSpc>
                    <a:spcPct val="150000"/>
                  </a:lnSpc>
                </a:pPr>
                <a:r>
                  <a:rPr lang="en-US" sz="4800">
                    <a:solidFill>
                      <a:schemeClr val="tx1"/>
                    </a:solidFill>
                    <a:effectLst/>
                    <a:latin typeface="Tahoma" panose="020B0604030504040204" pitchFamily="34" charset="0"/>
                    <a:ea typeface="Tahoma" panose="020B0604030504040204" pitchFamily="34" charset="0"/>
                    <a:cs typeface="Tahoma" panose="020B0604030504040204" pitchFamily="34" charset="0"/>
                  </a:rPr>
                  <a:t>Vậy số cách chọn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4</m:t>
                    </m:r>
                  </m:oMath>
                </a14:m>
                <a:r>
                  <a:rPr lang="en-US" sz="4800">
                    <a:solidFill>
                      <a:schemeClr val="tx1"/>
                    </a:solidFill>
                    <a:effectLst/>
                    <a:latin typeface="Tahoma" panose="020B0604030504040204" pitchFamily="34" charset="0"/>
                    <a:ea typeface="Tahoma" panose="020B0604030504040204" pitchFamily="34" charset="0"/>
                    <a:cs typeface="Tahoma" panose="020B0604030504040204" pitchFamily="34" charset="0"/>
                  </a:rPr>
                  <a:t> bạn chơi cờ cá ngựa là </a:t>
                </a:r>
                <a14:m>
                  <m:oMath xmlns:m="http://schemas.openxmlformats.org/officeDocument/2006/math">
                    <m:sSubSup>
                      <m:sSubSupPr>
                        <m:ctrlP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7</m:t>
                        </m:r>
                      </m:sub>
                      <m:sup>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4</m:t>
                        </m:r>
                      </m:sup>
                    </m:sSubSup>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7!</m:t>
                        </m:r>
                      </m:num>
                      <m:den>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4!3!</m:t>
                        </m:r>
                      </m:den>
                    </m:f>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=35</m:t>
                    </m:r>
                  </m:oMath>
                </a14:m>
                <a:r>
                  <a:rPr lang="en-US" sz="4800">
                    <a:solidFill>
                      <a:schemeClr val="tx1"/>
                    </a:solidFill>
                    <a:effectLst/>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2" name="TextBox 41">
                <a:extLst>
                  <a:ext uri="{FF2B5EF4-FFF2-40B4-BE49-F238E27FC236}">
                    <a16:creationId xmlns:a16="http://schemas.microsoft.com/office/drawing/2014/main" id="{B720893A-B1BB-4840-BF85-D2D51AC4D3BE}"/>
                  </a:ext>
                </a:extLst>
              </p:cNvPr>
              <p:cNvSpPr txBox="1">
                <a:spLocks noRot="1" noChangeAspect="1" noMove="1" noResize="1" noEditPoints="1" noAdjustHandles="1" noChangeArrowheads="1" noChangeShapeType="1" noTextEdit="1"/>
              </p:cNvSpPr>
              <p:nvPr/>
            </p:nvSpPr>
            <p:spPr>
              <a:xfrm>
                <a:off x="628060" y="7259197"/>
                <a:ext cx="21012739" cy="1554977"/>
              </a:xfrm>
              <a:prstGeom prst="rect">
                <a:avLst/>
              </a:prstGeom>
              <a:blipFill>
                <a:blip r:embed="rId5"/>
                <a:stretch>
                  <a:fillRect l="-1305" b="-8235"/>
                </a:stretch>
              </a:blipFill>
            </p:spPr>
            <p:txBody>
              <a:bodyPr/>
              <a:lstStyle/>
              <a:p>
                <a:r>
                  <a:rPr lang="en-US">
                    <a:noFill/>
                  </a:rPr>
                  <a:t> </a:t>
                </a:r>
              </a:p>
            </p:txBody>
          </p:sp>
        </mc:Fallback>
      </mc:AlternateContent>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496820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1">
                                            <p:txEl>
                                              <p:pRg st="0" end="0"/>
                                            </p:txEl>
                                          </p:spTgt>
                                        </p:tgtEl>
                                        <p:attrNameLst>
                                          <p:attrName>style.visibility</p:attrName>
                                        </p:attrNameLst>
                                      </p:cBhvr>
                                      <p:to>
                                        <p:strVal val="visible"/>
                                      </p:to>
                                    </p:set>
                                    <p:animEffect transition="in" filter="wipe(left)">
                                      <p:cBhvr>
                                        <p:cTn id="17" dur="500"/>
                                        <p:tgtEl>
                                          <p:spTgt spid="4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2">
                                            <p:txEl>
                                              <p:pRg st="0" end="0"/>
                                            </p:txEl>
                                          </p:spTgt>
                                        </p:tgtEl>
                                        <p:attrNameLst>
                                          <p:attrName>style.visibility</p:attrName>
                                        </p:attrNameLst>
                                      </p:cBhvr>
                                      <p:to>
                                        <p:strVal val="visible"/>
                                      </p:to>
                                    </p:set>
                                    <p:animEffect transition="in" filter="wipe(left)">
                                      <p:cBhvr>
                                        <p:cTn id="22" dur="500"/>
                                        <p:tgtEl>
                                          <p:spTgt spid="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8" name="Group 7">
            <a:extLst>
              <a:ext uri="{FF2B5EF4-FFF2-40B4-BE49-F238E27FC236}">
                <a16:creationId xmlns:a16="http://schemas.microsoft.com/office/drawing/2014/main" id="{3620CD01-5CC6-4595-861D-588261E34D01}"/>
              </a:ext>
            </a:extLst>
          </p:cNvPr>
          <p:cNvGrpSpPr/>
          <p:nvPr/>
        </p:nvGrpSpPr>
        <p:grpSpPr>
          <a:xfrm>
            <a:off x="495209" y="6831434"/>
            <a:ext cx="23506006" cy="6427366"/>
            <a:chOff x="495209" y="6831434"/>
            <a:chExt cx="23506006" cy="6427366"/>
          </a:xfrm>
        </p:grpSpPr>
        <p:sp>
          <p:nvSpPr>
            <p:cNvPr id="35" name="Rounded Rectangle 34">
              <a:extLst>
                <a:ext uri="{FF2B5EF4-FFF2-40B4-BE49-F238E27FC236}">
                  <a16:creationId xmlns:a16="http://schemas.microsoft.com/office/drawing/2014/main" id="{D04F078C-CEB5-4C4F-A97E-1DF03AE09DB2}"/>
                </a:ext>
              </a:extLst>
            </p:cNvPr>
            <p:cNvSpPr/>
            <p:nvPr/>
          </p:nvSpPr>
          <p:spPr>
            <a:xfrm>
              <a:off x="533309" y="7041159"/>
              <a:ext cx="23467906" cy="6217641"/>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495209" y="6831434"/>
              <a:ext cx="3294702" cy="754791"/>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sp>
        <p:nvSpPr>
          <p:cNvPr id="52" name="Rounded Rectangle 19">
            <a:extLst>
              <a:ext uri="{FF2B5EF4-FFF2-40B4-BE49-F238E27FC236}">
                <a16:creationId xmlns:a16="http://schemas.microsoft.com/office/drawing/2014/main" id="{9732CF64-EA0B-4855-B3A1-931E81F57942}"/>
              </a:ext>
            </a:extLst>
          </p:cNvPr>
          <p:cNvSpPr/>
          <p:nvPr/>
        </p:nvSpPr>
        <p:spPr>
          <a:xfrm>
            <a:off x="491838" y="3220627"/>
            <a:ext cx="23512749" cy="3426675"/>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3401642" cy="838200"/>
            <a:chOff x="22440" y="38104"/>
            <a:chExt cx="1096792"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1096792" cy="162052"/>
              <a:chOff x="31572" y="60276"/>
              <a:chExt cx="1543206"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4" y="62042"/>
                <a:ext cx="1370194"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921027" cy="234000"/>
            </a:xfrm>
            <a:prstGeom prst="rect">
              <a:avLst/>
            </a:prstGeom>
            <a:noFill/>
          </p:spPr>
          <p:txBody>
            <a:bodyPr wrap="square" tIns="54000" bIns="0">
              <a:noAutofit/>
            </a:bodyPr>
            <a:lstStyle/>
            <a:p>
              <a:pPr>
                <a:lnSpc>
                  <a:spcPct val="107000"/>
                </a:lnSpc>
                <a:spcAft>
                  <a:spcPts val="800"/>
                </a:spcAft>
              </a:pPr>
              <a:r>
                <a:rPr lang="vi-VN"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Luyện tập </a:t>
              </a:r>
              <a:r>
                <a:rPr lang="en-US"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3</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nvGrpSpPr>
          <p:cNvPr id="26" name="Group 25">
            <a:extLst>
              <a:ext uri="{FF2B5EF4-FFF2-40B4-BE49-F238E27FC236}">
                <a16:creationId xmlns:a16="http://schemas.microsoft.com/office/drawing/2014/main" id="{738845D2-29B6-4E96-B754-01D434AF6D2D}"/>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5365643F-FA25-4083-BBE1-F7FB2A1D47C0}"/>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TỔ HỢP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B3E801CA-8A1C-4571-BD7F-75230BBAB5CB}"/>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B6722DAF-55BC-41D9-A69C-37464CDB9344}"/>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74DBC0A2-2C57-475D-BA68-2EA89FAE5F87}"/>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498DC4D8-427E-4E2D-B924-BA25DA13F2FB}"/>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954783B-697D-4DB7-AE5D-0CE960FCC97A}"/>
                  </a:ext>
                </a:extLst>
              </p:cNvPr>
              <p:cNvSpPr txBox="1"/>
              <p:nvPr/>
            </p:nvSpPr>
            <p:spPr>
              <a:xfrm>
                <a:off x="533308" y="3620284"/>
                <a:ext cx="23467905" cy="3046988"/>
              </a:xfrm>
              <a:prstGeom prst="rect">
                <a:avLst/>
              </a:prstGeom>
              <a:noFill/>
            </p:spPr>
            <p:txBody>
              <a:bodyPr wrap="square">
                <a:spAutoFit/>
              </a:bodyPr>
              <a:lstStyle/>
              <a:p>
                <a:pPr algn="just"/>
                <a:r>
                  <a:rPr lang="en-US" sz="4800">
                    <a:effectLst/>
                    <a:latin typeface="Tahoma" panose="020B0604030504040204" pitchFamily="34" charset="0"/>
                    <a:ea typeface="Tahoma" panose="020B0604030504040204" pitchFamily="34" charset="0"/>
                    <a:cs typeface="Tahoma" panose="020B0604030504040204" pitchFamily="34" charset="0"/>
                  </a:rPr>
                  <a:t>Trong ngân hàng đề kiểm tra cuối học kì II môn Vật lí có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20</m:t>
                    </m:r>
                  </m:oMath>
                </a14:m>
                <a:r>
                  <a:rPr lang="en-US" sz="4800">
                    <a:effectLst/>
                    <a:latin typeface="Tahoma" panose="020B0604030504040204" pitchFamily="34" charset="0"/>
                    <a:ea typeface="Tahoma" panose="020B0604030504040204" pitchFamily="34" charset="0"/>
                    <a:cs typeface="Tahoma" panose="020B0604030504040204" pitchFamily="34" charset="0"/>
                  </a:rPr>
                  <a:t> câu lí thuyết và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40</m:t>
                    </m:r>
                  </m:oMath>
                </a14:m>
                <a:r>
                  <a:rPr lang="en-US" sz="4800">
                    <a:effectLst/>
                    <a:latin typeface="Tahoma" panose="020B0604030504040204" pitchFamily="34" charset="0"/>
                    <a:ea typeface="Tahoma" panose="020B0604030504040204" pitchFamily="34" charset="0"/>
                    <a:cs typeface="Tahoma" panose="020B0604030504040204" pitchFamily="34" charset="0"/>
                  </a:rPr>
                  <a:t> câu bài tập. Người ta chọn ra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2</m:t>
                    </m:r>
                  </m:oMath>
                </a14:m>
                <a:r>
                  <a:rPr lang="en-US" sz="4800">
                    <a:effectLst/>
                    <a:latin typeface="Tahoma" panose="020B0604030504040204" pitchFamily="34" charset="0"/>
                    <a:ea typeface="Tahoma" panose="020B0604030504040204" pitchFamily="34" charset="0"/>
                    <a:cs typeface="Tahoma" panose="020B0604030504040204" pitchFamily="34" charset="0"/>
                  </a:rPr>
                  <a:t> câu lí thuyết và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3</m:t>
                    </m:r>
                  </m:oMath>
                </a14:m>
                <a:r>
                  <a:rPr lang="en-US" sz="4800">
                    <a:effectLst/>
                    <a:latin typeface="Tahoma" panose="020B0604030504040204" pitchFamily="34" charset="0"/>
                    <a:ea typeface="Tahoma" panose="020B0604030504040204" pitchFamily="34" charset="0"/>
                    <a:cs typeface="Tahoma" panose="020B0604030504040204" pitchFamily="34" charset="0"/>
                  </a:rPr>
                  <a:t> câu bài tập trong ngân hàng đề để tạo thành một đề thi. Hỏi có bao nhiêu cách lập đề thi gồm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5</m:t>
                    </m:r>
                  </m:oMath>
                </a14:m>
                <a:r>
                  <a:rPr lang="en-US" sz="4800">
                    <a:effectLst/>
                    <a:latin typeface="Tahoma" panose="020B0604030504040204" pitchFamily="34" charset="0"/>
                    <a:ea typeface="Tahoma" panose="020B0604030504040204" pitchFamily="34" charset="0"/>
                    <a:cs typeface="Tahoma" panose="020B0604030504040204" pitchFamily="34" charset="0"/>
                  </a:rPr>
                  <a:t> câu hỏi theo cách chọn như trên?</a:t>
                </a:r>
                <a:endParaRPr lang="en-US" sz="480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4" name="TextBox 33">
                <a:extLst>
                  <a:ext uri="{FF2B5EF4-FFF2-40B4-BE49-F238E27FC236}">
                    <a16:creationId xmlns:a16="http://schemas.microsoft.com/office/drawing/2014/main" id="{3954783B-697D-4DB7-AE5D-0CE960FCC97A}"/>
                  </a:ext>
                </a:extLst>
              </p:cNvPr>
              <p:cNvSpPr txBox="1">
                <a:spLocks noRot="1" noChangeAspect="1" noMove="1" noResize="1" noEditPoints="1" noAdjustHandles="1" noChangeArrowheads="1" noChangeShapeType="1" noTextEdit="1"/>
              </p:cNvSpPr>
              <p:nvPr/>
            </p:nvSpPr>
            <p:spPr>
              <a:xfrm>
                <a:off x="533308" y="3620284"/>
                <a:ext cx="23467905" cy="3046988"/>
              </a:xfrm>
              <a:prstGeom prst="rect">
                <a:avLst/>
              </a:prstGeom>
              <a:blipFill>
                <a:blip r:embed="rId3"/>
                <a:stretch>
                  <a:fillRect l="-1169" t="-4800" r="-1195" b="-9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7EBB741-CBF2-428D-8482-03407D9413A7}"/>
                  </a:ext>
                </a:extLst>
              </p:cNvPr>
              <p:cNvSpPr txBox="1"/>
              <p:nvPr/>
            </p:nvSpPr>
            <p:spPr>
              <a:xfrm>
                <a:off x="571409" y="7413738"/>
                <a:ext cx="24041191" cy="5568832"/>
              </a:xfrm>
              <a:prstGeom prst="rect">
                <a:avLst/>
              </a:prstGeom>
              <a:noFill/>
            </p:spPr>
            <p:txBody>
              <a:bodyPr wrap="square">
                <a:spAutoFit/>
              </a:bodyPr>
              <a:lstStyle/>
              <a:p>
                <a:pPr marL="0" marR="0" algn="just">
                  <a:lnSpc>
                    <a:spcPct val="150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Để lập đề thi gồm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5</m:t>
                    </m:r>
                  </m:oMath>
                </a14:m>
                <a:r>
                  <a:rPr lang="en-US" sz="4800">
                    <a:effectLst/>
                    <a:latin typeface="Tahoma" panose="020B0604030504040204" pitchFamily="34" charset="0"/>
                    <a:ea typeface="Tahoma" panose="020B0604030504040204" pitchFamily="34" charset="0"/>
                    <a:cs typeface="Tahoma" panose="020B0604030504040204" pitchFamily="34" charset="0"/>
                  </a:rPr>
                  <a:t> câu hỏi theo cách chọn như trên ta tiến hành hai công đoạn sau:</a:t>
                </a:r>
              </a:p>
              <a:p>
                <a:pPr marL="180340" marR="0">
                  <a:lnSpc>
                    <a:spcPct val="150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1. Chọn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2</m:t>
                    </m:r>
                  </m:oMath>
                </a14:m>
                <a:r>
                  <a:rPr lang="en-US" sz="4800">
                    <a:effectLst/>
                    <a:latin typeface="Tahoma" panose="020B0604030504040204" pitchFamily="34" charset="0"/>
                    <a:ea typeface="Tahoma" panose="020B0604030504040204" pitchFamily="34" charset="0"/>
                    <a:cs typeface="Tahoma" panose="020B0604030504040204" pitchFamily="34" charset="0"/>
                  </a:rPr>
                  <a:t> câu hỏi lí thuyết trong số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20</m:t>
                    </m:r>
                  </m:oMath>
                </a14:m>
                <a:r>
                  <a:rPr lang="en-US" sz="4800">
                    <a:effectLst/>
                    <a:latin typeface="Tahoma" panose="020B0604030504040204" pitchFamily="34" charset="0"/>
                    <a:ea typeface="Tahoma" panose="020B0604030504040204" pitchFamily="34" charset="0"/>
                    <a:cs typeface="Tahoma" panose="020B0604030504040204" pitchFamily="34" charset="0"/>
                  </a:rPr>
                  <a:t> câu lí thuyết: có </a:t>
                </a:r>
                <a14:m>
                  <m:oMath xmlns:m="http://schemas.openxmlformats.org/officeDocument/2006/math">
                    <m:sSubSup>
                      <m:sSubSupPr>
                        <m:ctrlPr>
                          <a:rPr lang="en-US" sz="4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i="1">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4800" i="1">
                            <a:effectLst/>
                            <a:latin typeface="Cambria Math" panose="02040503050406030204" pitchFamily="18" charset="0"/>
                            <a:ea typeface="Calibri" panose="020F0502020204030204" pitchFamily="34" charset="0"/>
                            <a:cs typeface="Times New Roman" panose="02020603050405020304" pitchFamily="18" charset="0"/>
                          </a:rPr>
                          <m:t>20</m:t>
                        </m:r>
                      </m:sub>
                      <m:sup>
                        <m:r>
                          <a:rPr lang="en-US" sz="4800" i="1">
                            <a:effectLst/>
                            <a:latin typeface="Cambria Math" panose="02040503050406030204" pitchFamily="18" charset="0"/>
                            <a:ea typeface="Calibri" panose="020F0502020204030204" pitchFamily="34" charset="0"/>
                            <a:cs typeface="Times New Roman" panose="02020603050405020304" pitchFamily="18" charset="0"/>
                          </a:rPr>
                          <m:t>2</m:t>
                        </m:r>
                      </m:sup>
                    </m:sSubSup>
                  </m:oMath>
                </a14:m>
                <a:r>
                  <a:rPr lang="en-US" sz="4800">
                    <a:effectLst/>
                    <a:latin typeface="Tahoma" panose="020B0604030504040204" pitchFamily="34" charset="0"/>
                    <a:ea typeface="Tahoma" panose="020B0604030504040204" pitchFamily="34" charset="0"/>
                    <a:cs typeface="Tahoma" panose="020B0604030504040204" pitchFamily="34" charset="0"/>
                  </a:rPr>
                  <a:t> cách;</a:t>
                </a:r>
              </a:p>
              <a:p>
                <a:pPr marL="180340" marR="0">
                  <a:lnSpc>
                    <a:spcPct val="150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2. Chọn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3</m:t>
                    </m:r>
                  </m:oMath>
                </a14:m>
                <a:r>
                  <a:rPr lang="en-US" sz="4800">
                    <a:effectLst/>
                    <a:latin typeface="Tahoma" panose="020B0604030504040204" pitchFamily="34" charset="0"/>
                    <a:ea typeface="Tahoma" panose="020B0604030504040204" pitchFamily="34" charset="0"/>
                    <a:cs typeface="Tahoma" panose="020B0604030504040204" pitchFamily="34" charset="0"/>
                  </a:rPr>
                  <a:t> câu bài tập trong số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40</m:t>
                    </m:r>
                  </m:oMath>
                </a14:m>
                <a:r>
                  <a:rPr lang="en-US" sz="4800">
                    <a:effectLst/>
                    <a:latin typeface="Tahoma" panose="020B0604030504040204" pitchFamily="34" charset="0"/>
                    <a:ea typeface="Tahoma" panose="020B0604030504040204" pitchFamily="34" charset="0"/>
                    <a:cs typeface="Tahoma" panose="020B0604030504040204" pitchFamily="34" charset="0"/>
                  </a:rPr>
                  <a:t> câu bài tập: có </a:t>
                </a:r>
                <a14:m>
                  <m:oMath xmlns:m="http://schemas.openxmlformats.org/officeDocument/2006/math">
                    <m:sSubSup>
                      <m:sSubSupPr>
                        <m:ctrlPr>
                          <a:rPr lang="en-US" sz="4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i="1">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4800" i="1">
                            <a:effectLst/>
                            <a:latin typeface="Cambria Math" panose="02040503050406030204" pitchFamily="18" charset="0"/>
                            <a:ea typeface="Calibri" panose="020F0502020204030204" pitchFamily="34" charset="0"/>
                            <a:cs typeface="Times New Roman" panose="02020603050405020304" pitchFamily="18" charset="0"/>
                          </a:rPr>
                          <m:t>40</m:t>
                        </m:r>
                      </m:sub>
                      <m:sup>
                        <m:r>
                          <a:rPr lang="en-US" sz="4800" i="1">
                            <a:effectLst/>
                            <a:latin typeface="Cambria Math" panose="02040503050406030204" pitchFamily="18" charset="0"/>
                            <a:ea typeface="Calibri" panose="020F0502020204030204" pitchFamily="34" charset="0"/>
                            <a:cs typeface="Times New Roman" panose="02020603050405020304" pitchFamily="18" charset="0"/>
                          </a:rPr>
                          <m:t>3</m:t>
                        </m:r>
                      </m:sup>
                    </m:sSubSup>
                  </m:oMath>
                </a14:m>
                <a:r>
                  <a:rPr lang="en-US" sz="4800">
                    <a:effectLst/>
                    <a:latin typeface="Tahoma" panose="020B0604030504040204" pitchFamily="34" charset="0"/>
                    <a:ea typeface="Tahoma" panose="020B0604030504040204" pitchFamily="34" charset="0"/>
                    <a:cs typeface="Tahoma" panose="020B0604030504040204" pitchFamily="34" charset="0"/>
                  </a:rPr>
                  <a:t> cách.</a:t>
                </a:r>
              </a:p>
              <a:p>
                <a:pPr marL="0" marR="0">
                  <a:lnSpc>
                    <a:spcPct val="150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Vậy, theo quy tắc nhân, số cách lập đề thi gồm </a:t>
                </a:r>
                <a14:m>
                  <m:oMath xmlns:m="http://schemas.openxmlformats.org/officeDocument/2006/math">
                    <m:r>
                      <a:rPr lang="en-US" sz="4800" i="1">
                        <a:effectLst/>
                        <a:latin typeface="Cambria Math" panose="02040503050406030204" pitchFamily="18" charset="0"/>
                        <a:ea typeface="Calibri" panose="020F0502020204030204" pitchFamily="34" charset="0"/>
                        <a:cs typeface="Times New Roman" panose="02020603050405020304" pitchFamily="18" charset="0"/>
                      </a:rPr>
                      <m:t>5</m:t>
                    </m:r>
                  </m:oMath>
                </a14:m>
                <a:r>
                  <a:rPr lang="en-US" sz="4800">
                    <a:effectLst/>
                    <a:latin typeface="Tahoma" panose="020B0604030504040204" pitchFamily="34" charset="0"/>
                    <a:ea typeface="Tahoma" panose="020B0604030504040204" pitchFamily="34" charset="0"/>
                    <a:cs typeface="Tahoma" panose="020B0604030504040204" pitchFamily="34" charset="0"/>
                  </a:rPr>
                  <a:t> câu hỏi theo cách chọn như trên là </a:t>
                </a:r>
              </a:p>
              <a:p>
                <a:pPr marL="0" marR="0" algn="ctr">
                  <a:lnSpc>
                    <a:spcPct val="150000"/>
                  </a:lnSpc>
                  <a:spcBef>
                    <a:spcPts val="0"/>
                  </a:spcBef>
                  <a:spcAft>
                    <a:spcPts val="0"/>
                  </a:spcAft>
                </a:pPr>
                <a14:m>
                  <m:oMath xmlns:m="http://schemas.openxmlformats.org/officeDocument/2006/math">
                    <m:sSubSup>
                      <m:sSubSupPr>
                        <m:ctrlPr>
                          <a:rPr lang="en-US" sz="4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i="1">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4800" i="1">
                            <a:effectLst/>
                            <a:latin typeface="Cambria Math" panose="02040503050406030204" pitchFamily="18" charset="0"/>
                            <a:ea typeface="Calibri" panose="020F0502020204030204" pitchFamily="34" charset="0"/>
                            <a:cs typeface="Times New Roman" panose="02020603050405020304" pitchFamily="18" charset="0"/>
                          </a:rPr>
                          <m:t>20</m:t>
                        </m:r>
                      </m:sub>
                      <m:sup>
                        <m:r>
                          <a:rPr lang="en-US" sz="4800" i="1">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4800" i="1">
                        <a:effectLst/>
                        <a:latin typeface="Cambria Math" panose="02040503050406030204" pitchFamily="18" charset="0"/>
                        <a:ea typeface="Calibri" panose="020F0502020204030204" pitchFamily="34" charset="0"/>
                        <a:cs typeface="Cambria Math" panose="02040503050406030204" pitchFamily="18" charset="0"/>
                      </a:rPr>
                      <m:t>⋅</m:t>
                    </m:r>
                    <m:sSubSup>
                      <m:sSubSupPr>
                        <m:ctrlPr>
                          <a:rPr lang="en-US" sz="48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4800" i="1">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4800" i="1">
                            <a:effectLst/>
                            <a:latin typeface="Cambria Math" panose="02040503050406030204" pitchFamily="18" charset="0"/>
                            <a:ea typeface="Calibri" panose="020F0502020204030204" pitchFamily="34" charset="0"/>
                            <a:cs typeface="Times New Roman" panose="02020603050405020304" pitchFamily="18" charset="0"/>
                          </a:rPr>
                          <m:t>40</m:t>
                        </m:r>
                      </m:sub>
                      <m:sup>
                        <m:r>
                          <a:rPr lang="en-US" sz="4800" i="1">
                            <a:effectLst/>
                            <a:latin typeface="Cambria Math" panose="02040503050406030204" pitchFamily="18" charset="0"/>
                            <a:ea typeface="Calibri" panose="020F0502020204030204" pitchFamily="34" charset="0"/>
                            <a:cs typeface="Times New Roman" panose="02020603050405020304" pitchFamily="18" charset="0"/>
                          </a:rPr>
                          <m:t>3</m:t>
                        </m:r>
                      </m:sup>
                    </m:sSubSup>
                    <m:r>
                      <a:rPr lang="en-US" sz="4800" i="1">
                        <a:effectLst/>
                        <a:latin typeface="Cambria Math" panose="02040503050406030204" pitchFamily="18" charset="0"/>
                        <a:ea typeface="Calibri" panose="020F0502020204030204" pitchFamily="34" charset="0"/>
                        <a:cs typeface="Times New Roman" panose="02020603050405020304" pitchFamily="18" charset="0"/>
                      </a:rPr>
                      <m:t>=1 877 200</m:t>
                    </m:r>
                  </m:oMath>
                </a14:m>
                <a:r>
                  <a:rPr lang="en-US" sz="4800">
                    <a:effectLst/>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6" name="TextBox 45">
                <a:extLst>
                  <a:ext uri="{FF2B5EF4-FFF2-40B4-BE49-F238E27FC236}">
                    <a16:creationId xmlns:a16="http://schemas.microsoft.com/office/drawing/2014/main" id="{87EBB741-CBF2-428D-8482-03407D9413A7}"/>
                  </a:ext>
                </a:extLst>
              </p:cNvPr>
              <p:cNvSpPr txBox="1">
                <a:spLocks noRot="1" noChangeAspect="1" noMove="1" noResize="1" noEditPoints="1" noAdjustHandles="1" noChangeArrowheads="1" noChangeShapeType="1" noTextEdit="1"/>
              </p:cNvSpPr>
              <p:nvPr/>
            </p:nvSpPr>
            <p:spPr>
              <a:xfrm>
                <a:off x="571409" y="7413738"/>
                <a:ext cx="24041191" cy="5568832"/>
              </a:xfrm>
              <a:prstGeom prst="rect">
                <a:avLst/>
              </a:prstGeom>
              <a:blipFill>
                <a:blip r:embed="rId4"/>
                <a:stretch>
                  <a:fillRect l="-1166" b="-4486"/>
                </a:stretch>
              </a:blipFill>
            </p:spPr>
            <p:txBody>
              <a:bodyPr/>
              <a:lstStyle/>
              <a:p>
                <a:r>
                  <a:rPr lang="en-US">
                    <a:noFill/>
                  </a:rPr>
                  <a:t> </a:t>
                </a:r>
              </a:p>
            </p:txBody>
          </p:sp>
        </mc:Fallback>
      </mc:AlternateContent>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6353526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wipe(left)">
                                      <p:cBhvr>
                                        <p:cTn id="7" dur="500"/>
                                        <p:tgtEl>
                                          <p:spTgt spid="34">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6">
                                            <p:txEl>
                                              <p:pRg st="0" end="0"/>
                                            </p:txEl>
                                          </p:spTgt>
                                        </p:tgtEl>
                                        <p:attrNameLst>
                                          <p:attrName>style.visibility</p:attrName>
                                        </p:attrNameLst>
                                      </p:cBhvr>
                                      <p:to>
                                        <p:strVal val="visible"/>
                                      </p:to>
                                    </p:set>
                                    <p:animEffect transition="in" filter="wipe(left)">
                                      <p:cBhvr>
                                        <p:cTn id="16" dur="500"/>
                                        <p:tgtEl>
                                          <p:spTgt spid="46">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6">
                                            <p:txEl>
                                              <p:pRg st="1" end="1"/>
                                            </p:txEl>
                                          </p:spTgt>
                                        </p:tgtEl>
                                        <p:attrNameLst>
                                          <p:attrName>style.visibility</p:attrName>
                                        </p:attrNameLst>
                                      </p:cBhvr>
                                      <p:to>
                                        <p:strVal val="visible"/>
                                      </p:to>
                                    </p:set>
                                    <p:animEffect transition="in" filter="wipe(left)">
                                      <p:cBhvr>
                                        <p:cTn id="21" dur="500"/>
                                        <p:tgtEl>
                                          <p:spTgt spid="46">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6">
                                            <p:txEl>
                                              <p:pRg st="2" end="2"/>
                                            </p:txEl>
                                          </p:spTgt>
                                        </p:tgtEl>
                                        <p:attrNameLst>
                                          <p:attrName>style.visibility</p:attrName>
                                        </p:attrNameLst>
                                      </p:cBhvr>
                                      <p:to>
                                        <p:strVal val="visible"/>
                                      </p:to>
                                    </p:set>
                                    <p:animEffect transition="in" filter="wipe(left)">
                                      <p:cBhvr>
                                        <p:cTn id="26" dur="500"/>
                                        <p:tgtEl>
                                          <p:spTgt spid="46">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46">
                                            <p:txEl>
                                              <p:pRg st="3" end="3"/>
                                            </p:txEl>
                                          </p:spTgt>
                                        </p:tgtEl>
                                        <p:attrNameLst>
                                          <p:attrName>style.visibility</p:attrName>
                                        </p:attrNameLst>
                                      </p:cBhvr>
                                      <p:to>
                                        <p:strVal val="visible"/>
                                      </p:to>
                                    </p:set>
                                    <p:animEffect transition="in" filter="wipe(left)">
                                      <p:cBhvr>
                                        <p:cTn id="31" dur="500"/>
                                        <p:tgtEl>
                                          <p:spTgt spid="46">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6">
                                            <p:txEl>
                                              <p:pRg st="4" end="4"/>
                                            </p:txEl>
                                          </p:spTgt>
                                        </p:tgtEl>
                                        <p:attrNameLst>
                                          <p:attrName>style.visibility</p:attrName>
                                        </p:attrNameLst>
                                      </p:cBhvr>
                                      <p:to>
                                        <p:strVal val="visible"/>
                                      </p:to>
                                    </p:set>
                                    <p:animEffect transition="in" filter="wipe(left)">
                                      <p:cBhvr>
                                        <p:cTn id="36" dur="500"/>
                                        <p:tgtEl>
                                          <p:spTgt spid="4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71500" y="8915400"/>
            <a:ext cx="23506006" cy="4572000"/>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2971801"/>
            <a:ext cx="23699787" cy="5714999"/>
            <a:chOff x="304800" y="2971801"/>
            <a:chExt cx="23699787" cy="5714999"/>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54661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2971801" cy="838200"/>
              <a:chOff x="22440" y="38104"/>
              <a:chExt cx="958198"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850471" cy="162052"/>
                <a:chOff x="31572" y="60276"/>
                <a:chExt cx="1196628"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782433" cy="234000"/>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Ví dụ 4</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ỨNG DỤNG HOÁN VỊ, CHỈNH HỢP, TỔ HỢP VÀO CÁC BÀI TOÁN ĐẾM</a:t>
              </a: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grpSp>
      <p:sp>
        <p:nvSpPr>
          <p:cNvPr id="3" name="TextBox 2">
            <a:extLst>
              <a:ext uri="{FF2B5EF4-FFF2-40B4-BE49-F238E27FC236}">
                <a16:creationId xmlns:a16="http://schemas.microsoft.com/office/drawing/2014/main" id="{E5C8CF20-A188-40A3-A095-8424A5327F85}"/>
              </a:ext>
            </a:extLst>
          </p:cNvPr>
          <p:cNvSpPr txBox="1"/>
          <p:nvPr/>
        </p:nvSpPr>
        <p:spPr>
          <a:xfrm>
            <a:off x="609600" y="3962400"/>
            <a:ext cx="23088600" cy="1446550"/>
          </a:xfrm>
          <a:prstGeom prst="rect">
            <a:avLst/>
          </a:prstGeom>
          <a:noFill/>
        </p:spPr>
        <p:txBody>
          <a:bodyPr wrap="square" rtlCol="0">
            <a:spAutoFit/>
          </a:bodyPr>
          <a:lstStyle/>
          <a:p>
            <a:pPr marL="0" indent="0" algn="just">
              <a:spcBef>
                <a:spcPts val="600"/>
              </a:spcBef>
              <a:buNone/>
            </a:pPr>
            <a:r>
              <a:rPr lang="vi-VN" sz="4400" dirty="0">
                <a:solidFill>
                  <a:schemeClr val="tx1"/>
                </a:solidFill>
                <a:latin typeface="Tahoma" panose="020B0604030504040204" pitchFamily="34" charset="0"/>
                <a:ea typeface="Tahoma" panose="020B0604030504040204" pitchFamily="34" charset="0"/>
                <a:cs typeface="Tahoma" panose="020B0604030504040204" pitchFamily="34" charset="0"/>
              </a:rPr>
              <a:t>Một lần anh Hưng đến Hà Nội và dự định từ Hà Nội tham quan Đền Hùng, Ninh Bình, Hạ Long, Đường Lâm và Bát Tràng, mỗi ngày đi tham quan một địa điểm rồi về lại Hà Nội.</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A820F67-58D8-4644-8FFA-523A9B7B88A6}"/>
                  </a:ext>
                </a:extLst>
              </p:cNvPr>
              <p:cNvSpPr txBox="1"/>
              <p:nvPr/>
            </p:nvSpPr>
            <p:spPr>
              <a:xfrm>
                <a:off x="609600" y="5334000"/>
                <a:ext cx="23088600" cy="2954655"/>
              </a:xfrm>
              <a:prstGeom prst="rect">
                <a:avLst/>
              </a:prstGeom>
              <a:noFill/>
            </p:spPr>
            <p:txBody>
              <a:bodyPr wrap="square" rtlCol="0">
                <a:spAutoFit/>
              </a:bodyPr>
              <a:lstStyle/>
              <a:p>
                <a:pPr marL="0" indent="0" algn="just">
                  <a:spcBef>
                    <a:spcPts val="600"/>
                  </a:spcBef>
                  <a:spcAft>
                    <a:spcPts val="600"/>
                  </a:spcAft>
                  <a:buNone/>
                </a:pPr>
                <a:r>
                  <a:rPr lang="vi-VN" sz="4400" dirty="0">
                    <a:solidFill>
                      <a:schemeClr val="tx1"/>
                    </a:solidFill>
                    <a:latin typeface="Tahoma" panose="020B0604030504040204" pitchFamily="34" charset="0"/>
                    <a:ea typeface="Tahoma" panose="020B0604030504040204" pitchFamily="34" charset="0"/>
                    <a:cs typeface="Tahoma" panose="020B0604030504040204" pitchFamily="34" charset="0"/>
                  </a:rPr>
                  <a:t>a) Hỏi anh Hưng có thể xếp được bao nhiêu lịch trình đi tham quan tất cả các địa điểm (ở đây lịch trình tính cả thứ tự tham quan)?</a:t>
                </a:r>
              </a:p>
              <a:p>
                <a:pPr algn="just">
                  <a:spcBef>
                    <a:spcPts val="600"/>
                  </a:spcBef>
                  <a:spcAft>
                    <a:spcPts val="600"/>
                  </a:spcAft>
                </a:pPr>
                <a:r>
                  <a:rPr lang="vi-VN" sz="4400" dirty="0">
                    <a:solidFill>
                      <a:schemeClr val="tx1"/>
                    </a:solidFill>
                    <a:latin typeface="Tahoma" panose="020B0604030504040204" pitchFamily="34" charset="0"/>
                    <a:ea typeface="Tahoma" panose="020B0604030504040204" pitchFamily="34" charset="0"/>
                    <a:cs typeface="Tahoma" panose="020B0604030504040204" pitchFamily="34" charset="0"/>
                  </a:rPr>
                  <a:t>b) Anh Hưng có việc đột xuất phải về sớm, nên anh chỉ có </a:t>
                </a:r>
                <a14:m>
                  <m:oMath xmlns:m="http://schemas.openxmlformats.org/officeDocument/2006/math">
                    <m:r>
                      <a:rPr lang="vi-VN" sz="4400" i="1" dirty="0" smtClean="0">
                        <a:solidFill>
                          <a:schemeClr val="tx1"/>
                        </a:solidFill>
                        <a:latin typeface="Cambria Math" panose="02040503050406030204" pitchFamily="18" charset="0"/>
                      </a:rPr>
                      <m:t>3</m:t>
                    </m:r>
                  </m:oMath>
                </a14:m>
                <a:r>
                  <a:rPr lang="vi-VN" sz="4400" dirty="0">
                    <a:solidFill>
                      <a:schemeClr val="tx1"/>
                    </a:solidFill>
                    <a:latin typeface="Tahoma" panose="020B0604030504040204" pitchFamily="34" charset="0"/>
                    <a:ea typeface="Tahoma" panose="020B0604030504040204" pitchFamily="34" charset="0"/>
                    <a:cs typeface="Tahoma" panose="020B0604030504040204" pitchFamily="34" charset="0"/>
                  </a:rPr>
                  <a:t> ngày để đi tham quan  </a:t>
                </a:r>
                <a14:m>
                  <m:oMath xmlns:m="http://schemas.openxmlformats.org/officeDocument/2006/math">
                    <m:r>
                      <a:rPr lang="vi-VN" sz="4400" i="1" dirty="0">
                        <a:solidFill>
                          <a:schemeClr val="tx1"/>
                        </a:solidFill>
                        <a:latin typeface="Cambria Math" panose="02040503050406030204" pitchFamily="18" charset="0"/>
                      </a:rPr>
                      <m:t>3</m:t>
                    </m:r>
                  </m:oMath>
                </a14:m>
                <a:r>
                  <a:rPr lang="vi-VN" sz="4400" dirty="0">
                    <a:solidFill>
                      <a:schemeClr val="tx1"/>
                    </a:solidFill>
                    <a:latin typeface="Tahoma" panose="020B0604030504040204" pitchFamily="34" charset="0"/>
                    <a:ea typeface="Tahoma" panose="020B0604030504040204" pitchFamily="34" charset="0"/>
                    <a:cs typeface="Tahoma" panose="020B0604030504040204" pitchFamily="34" charset="0"/>
                  </a:rPr>
                  <a:t> địa điểm. Hỏi anh Hưng có bao nhiêu cách xếp lịch trình đi tham quan?</a:t>
                </a:r>
                <a:endParaRPr lang="en-US" sz="44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4" name="TextBox 23">
                <a:extLst>
                  <a:ext uri="{FF2B5EF4-FFF2-40B4-BE49-F238E27FC236}">
                    <a16:creationId xmlns:a16="http://schemas.microsoft.com/office/drawing/2014/main" id="{BA820F67-58D8-4644-8FFA-523A9B7B88A6}"/>
                  </a:ext>
                </a:extLst>
              </p:cNvPr>
              <p:cNvSpPr txBox="1">
                <a:spLocks noRot="1" noChangeAspect="1" noMove="1" noResize="1" noEditPoints="1" noAdjustHandles="1" noChangeArrowheads="1" noChangeShapeType="1" noTextEdit="1"/>
              </p:cNvSpPr>
              <p:nvPr/>
            </p:nvSpPr>
            <p:spPr>
              <a:xfrm>
                <a:off x="609600" y="5334000"/>
                <a:ext cx="23088600" cy="2954655"/>
              </a:xfrm>
              <a:prstGeom prst="rect">
                <a:avLst/>
              </a:prstGeom>
              <a:blipFill>
                <a:blip r:embed="rId3"/>
                <a:stretch>
                  <a:fillRect l="-1056" t="-4124" r="-1030" b="-88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5C77573-004B-47AB-A06D-169C5ED317A4}"/>
                  </a:ext>
                </a:extLst>
              </p:cNvPr>
              <p:cNvSpPr txBox="1"/>
              <p:nvPr/>
            </p:nvSpPr>
            <p:spPr>
              <a:xfrm>
                <a:off x="685800" y="9829800"/>
                <a:ext cx="23317200" cy="3917996"/>
              </a:xfrm>
              <a:prstGeom prst="rect">
                <a:avLst/>
              </a:prstGeom>
              <a:noFill/>
            </p:spPr>
            <p:txBody>
              <a:bodyPr wrap="square" rtlCol="0">
                <a:spAutoFit/>
              </a:bodyPr>
              <a:lstStyle/>
              <a:p>
                <a:pPr algn="just"/>
                <a:r>
                  <a:rPr lang="vi-VN" sz="4700" dirty="0" smtClean="0">
                    <a:latin typeface="Tomaho"/>
                  </a:rPr>
                  <a:t>a</a:t>
                </a:r>
                <a:r>
                  <a:rPr lang="vi-VN" sz="4700" dirty="0">
                    <a:latin typeface="Tomaho"/>
                  </a:rPr>
                  <a:t>) </a:t>
                </a:r>
                <a:r>
                  <a:rPr lang="vi-VN" sz="4700" dirty="0" smtClean="0">
                    <a:latin typeface="Tomaho"/>
                  </a:rPr>
                  <a:t>Số cách </a:t>
                </a:r>
                <a:r>
                  <a:rPr lang="vi-VN" sz="4700" dirty="0">
                    <a:latin typeface="Tomaho"/>
                  </a:rPr>
                  <a:t>xếp lịch trình của anh anh </a:t>
                </a:r>
                <a:r>
                  <a:rPr lang="vi-VN" sz="4700" dirty="0" smtClean="0">
                    <a:latin typeface="Tomaho"/>
                  </a:rPr>
                  <a:t>Hưng để </a:t>
                </a:r>
                <a:r>
                  <a:rPr lang="vi-VN" sz="4700" dirty="0">
                    <a:latin typeface="Tomaho"/>
                  </a:rPr>
                  <a:t>đi tham quan </a:t>
                </a:r>
                <a14:m>
                  <m:oMath xmlns:m="http://schemas.openxmlformats.org/officeDocument/2006/math">
                    <m:r>
                      <a:rPr lang="vi-VN" sz="4700" b="0" i="1" smtClean="0">
                        <a:latin typeface="Cambria Math"/>
                      </a:rPr>
                      <m:t>5</m:t>
                    </m:r>
                  </m:oMath>
                </a14:m>
                <a:r>
                  <a:rPr lang="vi-VN" sz="4700" dirty="0" smtClean="0">
                    <a:latin typeface="Tomaho"/>
                  </a:rPr>
                  <a:t> </a:t>
                </a:r>
                <a:r>
                  <a:rPr lang="vi-VN" sz="4700" dirty="0">
                    <a:latin typeface="Tomaho"/>
                  </a:rPr>
                  <a:t>nơi, thì mỗi cách xếp lịch trình của anh chính là một cách chọn có thứ tự </a:t>
                </a:r>
                <a14:m>
                  <m:oMath xmlns:m="http://schemas.openxmlformats.org/officeDocument/2006/math">
                    <m:r>
                      <a:rPr lang="vi-VN" sz="4700" b="0" i="1" smtClean="0">
                        <a:latin typeface="Cambria Math"/>
                      </a:rPr>
                      <m:t>5</m:t>
                    </m:r>
                  </m:oMath>
                </a14:m>
                <a:r>
                  <a:rPr lang="vi-VN" sz="4700" dirty="0" smtClean="0">
                    <a:latin typeface="Tomaho"/>
                  </a:rPr>
                  <a:t> </a:t>
                </a:r>
                <a:r>
                  <a:rPr lang="vi-VN" sz="4700" dirty="0">
                    <a:latin typeface="Tomaho"/>
                  </a:rPr>
                  <a:t>địa điểm từ </a:t>
                </a:r>
                <a14:m>
                  <m:oMath xmlns:m="http://schemas.openxmlformats.org/officeDocument/2006/math">
                    <m:r>
                      <a:rPr lang="vi-VN" sz="4700" i="1">
                        <a:latin typeface="Cambria Math" panose="02040503050406030204" pitchFamily="18" charset="0"/>
                      </a:rPr>
                      <m:t>5</m:t>
                    </m:r>
                  </m:oMath>
                </a14:m>
                <a:r>
                  <a:rPr lang="vi-VN" sz="4700" dirty="0">
                    <a:latin typeface="Tomaho"/>
                  </a:rPr>
                  <a:t> địa điểm, tức là một chỉnh hợp chập </a:t>
                </a:r>
                <a14:m>
                  <m:oMath xmlns:m="http://schemas.openxmlformats.org/officeDocument/2006/math">
                    <m:r>
                      <a:rPr lang="vi-VN" sz="4700" b="0" i="1" smtClean="0">
                        <a:latin typeface="Cambria Math"/>
                      </a:rPr>
                      <m:t>5</m:t>
                    </m:r>
                  </m:oMath>
                </a14:m>
                <a:r>
                  <a:rPr lang="vi-VN" sz="4700" dirty="0" smtClean="0">
                    <a:latin typeface="Tomaho"/>
                  </a:rPr>
                  <a:t> </a:t>
                </a:r>
                <a:r>
                  <a:rPr lang="vi-VN" sz="4700" dirty="0">
                    <a:latin typeface="Tomaho"/>
                  </a:rPr>
                  <a:t>của </a:t>
                </a:r>
                <a14:m>
                  <m:oMath xmlns:m="http://schemas.openxmlformats.org/officeDocument/2006/math">
                    <m:r>
                      <a:rPr lang="vi-VN" sz="4700" i="1">
                        <a:latin typeface="Cambria Math" panose="02040503050406030204" pitchFamily="18" charset="0"/>
                      </a:rPr>
                      <m:t>5</m:t>
                    </m:r>
                  </m:oMath>
                </a14:m>
                <a:r>
                  <a:rPr lang="vi-VN" sz="4700" dirty="0" smtClean="0">
                    <a:latin typeface="Tomaho"/>
                  </a:rPr>
                  <a:t>. Hay là số hoán vị </a:t>
                </a:r>
                <a14:m>
                  <m:oMath xmlns:m="http://schemas.openxmlformats.org/officeDocument/2006/math">
                    <m:r>
                      <a:rPr lang="vi-VN" sz="4700" i="1">
                        <a:latin typeface="Cambria Math" panose="02040503050406030204" pitchFamily="18" charset="0"/>
                      </a:rPr>
                      <m:t>5</m:t>
                    </m:r>
                  </m:oMath>
                </a14:m>
                <a:r>
                  <a:rPr lang="vi-VN" sz="4700" dirty="0" smtClean="0">
                    <a:latin typeface="Tomaho"/>
                  </a:rPr>
                  <a:t> địa điểm trên.</a:t>
                </a:r>
                <a:endParaRPr lang="vi-VN" sz="4700" dirty="0">
                  <a:latin typeface="Tomaho"/>
                </a:endParaRPr>
              </a:p>
              <a:p>
                <a:r>
                  <a:rPr lang="vi-VN" sz="4800" dirty="0">
                    <a:latin typeface="Tomaho"/>
                  </a:rPr>
                  <a:t>Vậy số cách xếp lịch trình đi tham quan trong trường hợp này là</a:t>
                </a:r>
              </a:p>
              <a:p>
                <a:pPr algn="ctr"/>
                <a14:m>
                  <m:oMath xmlns:m="http://schemas.openxmlformats.org/officeDocument/2006/math">
                    <m:sSubSup>
                      <m:sSubSupPr>
                        <m:ctrlPr>
                          <a:rPr lang="vi-VN" sz="5400" b="1" i="1">
                            <a:latin typeface="Cambria Math" panose="02040503050406030204" pitchFamily="18" charset="0"/>
                          </a:rPr>
                        </m:ctrlPr>
                      </m:sSubSupPr>
                      <m:e>
                        <m:r>
                          <a:rPr lang="vi-VN" sz="5400" b="1" i="1">
                            <a:latin typeface="Cambria Math" panose="02040503050406030204" pitchFamily="18" charset="0"/>
                          </a:rPr>
                          <m:t>𝑨</m:t>
                        </m:r>
                      </m:e>
                      <m:sub>
                        <m:r>
                          <a:rPr lang="vi-VN" sz="5400" b="1" i="1">
                            <a:latin typeface="Cambria Math" panose="02040503050406030204" pitchFamily="18" charset="0"/>
                          </a:rPr>
                          <m:t>𝟓</m:t>
                        </m:r>
                      </m:sub>
                      <m:sup>
                        <m:r>
                          <a:rPr lang="vi-VN" sz="5400" b="1" i="1" smtClean="0">
                            <a:latin typeface="Cambria Math"/>
                          </a:rPr>
                          <m:t>𝟓</m:t>
                        </m:r>
                      </m:sup>
                    </m:sSubSup>
                    <m:r>
                      <a:rPr lang="vi-VN" sz="5400" b="1" i="1">
                        <a:latin typeface="Cambria Math" panose="02040503050406030204" pitchFamily="18" charset="0"/>
                      </a:rPr>
                      <m:t>=</m:t>
                    </m:r>
                    <m:r>
                      <a:rPr lang="vi-VN" sz="5400" b="1" i="1" smtClean="0">
                        <a:latin typeface="Cambria Math"/>
                      </a:rPr>
                      <m:t>𝟏𝟐</m:t>
                    </m:r>
                    <m:r>
                      <a:rPr lang="vi-VN" sz="5400" b="1" i="1">
                        <a:latin typeface="Cambria Math" panose="02040503050406030204" pitchFamily="18" charset="0"/>
                      </a:rPr>
                      <m:t>𝟎</m:t>
                    </m:r>
                  </m:oMath>
                </a14:m>
                <a:r>
                  <a:rPr lang="vi-VN" sz="4800" b="1" dirty="0">
                    <a:latin typeface="Tomaho"/>
                  </a:rPr>
                  <a:t> </a:t>
                </a:r>
                <a:r>
                  <a:rPr lang="vi-VN" sz="4800" dirty="0">
                    <a:latin typeface="Tomaho"/>
                  </a:rPr>
                  <a:t>(cách).</a:t>
                </a:r>
              </a:p>
            </p:txBody>
          </p:sp>
        </mc:Choice>
        <mc:Fallback xmlns="">
          <p:sp>
            <p:nvSpPr>
              <p:cNvPr id="25" name="TextBox 24">
                <a:extLst>
                  <a:ext uri="{FF2B5EF4-FFF2-40B4-BE49-F238E27FC236}">
                    <a16:creationId xmlns:a16="http://schemas.microsoft.com/office/drawing/2014/main" xmlns:a14="http://schemas.microsoft.com/office/drawing/2010/main" xmlns="" id="{35C77573-004B-47AB-A06D-169C5ED317A4}"/>
                  </a:ext>
                </a:extLst>
              </p:cNvPr>
              <p:cNvSpPr txBox="1">
                <a:spLocks noRot="1" noChangeAspect="1" noMove="1" noResize="1" noEditPoints="1" noAdjustHandles="1" noChangeArrowheads="1" noChangeShapeType="1" noTextEdit="1"/>
              </p:cNvSpPr>
              <p:nvPr/>
            </p:nvSpPr>
            <p:spPr>
              <a:xfrm>
                <a:off x="685800" y="9829800"/>
                <a:ext cx="23317200" cy="3917996"/>
              </a:xfrm>
              <a:prstGeom prst="rect">
                <a:avLst/>
              </a:prstGeom>
              <a:blipFill rotWithShape="1">
                <a:blip r:embed="rId4"/>
                <a:stretch>
                  <a:fillRect l="-1203" t="-3427" r="-1150" b="-6231"/>
                </a:stretch>
              </a:blipFill>
            </p:spPr>
            <p:txBody>
              <a:bodyPr/>
              <a:lstStyle/>
              <a:p>
                <a:r>
                  <a:rPr lang="en-US">
                    <a:noFill/>
                  </a:rPr>
                  <a:t> </a:t>
                </a:r>
              </a:p>
            </p:txBody>
          </p:sp>
        </mc:Fallback>
      </mc:AlternateContent>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0844030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left)">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xEl>
                                              <p:pRg st="1" end="1"/>
                                            </p:txEl>
                                          </p:spTgt>
                                        </p:tgtEl>
                                        <p:attrNameLst>
                                          <p:attrName>style.visibility</p:attrName>
                                        </p:attrNameLst>
                                      </p:cBhvr>
                                      <p:to>
                                        <p:strVal val="visible"/>
                                      </p:to>
                                    </p:set>
                                    <p:animEffect transition="in" filter="wipe(left)">
                                      <p:cBhvr>
                                        <p:cTn id="12" dur="500"/>
                                        <p:tgtEl>
                                          <p:spTgt spid="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wipe(left)">
                                      <p:cBhvr>
                                        <p:cTn id="17"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71500" y="8915400"/>
            <a:ext cx="23506006" cy="4572000"/>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2971801"/>
            <a:ext cx="23699787" cy="5714999"/>
            <a:chOff x="304800" y="2971801"/>
            <a:chExt cx="23699787" cy="5714999"/>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54661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2971801" cy="838200"/>
              <a:chOff x="22440" y="38104"/>
              <a:chExt cx="958198"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850471" cy="162052"/>
                <a:chOff x="31572" y="60276"/>
                <a:chExt cx="1196628"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782433" cy="234000"/>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Ví dụ 4</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815609"/>
            <a:chOff x="381000" y="1904999"/>
            <a:chExt cx="23219986"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ỨNG DỤNG HOÁN VỊ, CHỈNH HỢP, TỔ HỢP VÀO CÁC BÀI TOÁN ĐẾM</a:t>
              </a: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grpSp>
      <p:sp>
        <p:nvSpPr>
          <p:cNvPr id="3" name="TextBox 2">
            <a:extLst>
              <a:ext uri="{FF2B5EF4-FFF2-40B4-BE49-F238E27FC236}">
                <a16:creationId xmlns:a16="http://schemas.microsoft.com/office/drawing/2014/main" id="{E5C8CF20-A188-40A3-A095-8424A5327F85}"/>
              </a:ext>
            </a:extLst>
          </p:cNvPr>
          <p:cNvSpPr txBox="1"/>
          <p:nvPr/>
        </p:nvSpPr>
        <p:spPr>
          <a:xfrm>
            <a:off x="609600" y="3962400"/>
            <a:ext cx="23088600" cy="1446550"/>
          </a:xfrm>
          <a:prstGeom prst="rect">
            <a:avLst/>
          </a:prstGeom>
          <a:noFill/>
        </p:spPr>
        <p:txBody>
          <a:bodyPr wrap="square" rtlCol="0">
            <a:spAutoFit/>
          </a:bodyPr>
          <a:lstStyle/>
          <a:p>
            <a:pPr marL="0" indent="0" algn="just">
              <a:spcBef>
                <a:spcPts val="600"/>
              </a:spcBef>
              <a:buNone/>
            </a:pPr>
            <a:r>
              <a:rPr lang="vi-VN" sz="4400" dirty="0">
                <a:solidFill>
                  <a:schemeClr val="tx1"/>
                </a:solidFill>
                <a:latin typeface="Tahoma" panose="020B0604030504040204" pitchFamily="34" charset="0"/>
                <a:ea typeface="Tahoma" panose="020B0604030504040204" pitchFamily="34" charset="0"/>
                <a:cs typeface="Tahoma" panose="020B0604030504040204" pitchFamily="34" charset="0"/>
              </a:rPr>
              <a:t>Một lần anh Hưng đến Hà Nội và dự định từ Hà Nội tham quan Đền Hùng, Ninh Bình, Hạ Long, Đường Lâm và Bát Tràng, mỗi ngày đi tham quan một địa điểm rồi về lại Hà Nội.</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A820F67-58D8-4644-8FFA-523A9B7B88A6}"/>
                  </a:ext>
                </a:extLst>
              </p:cNvPr>
              <p:cNvSpPr txBox="1"/>
              <p:nvPr/>
            </p:nvSpPr>
            <p:spPr>
              <a:xfrm>
                <a:off x="609600" y="5334000"/>
                <a:ext cx="23088600" cy="2954655"/>
              </a:xfrm>
              <a:prstGeom prst="rect">
                <a:avLst/>
              </a:prstGeom>
              <a:noFill/>
            </p:spPr>
            <p:txBody>
              <a:bodyPr wrap="square" rtlCol="0">
                <a:spAutoFit/>
              </a:bodyPr>
              <a:lstStyle/>
              <a:p>
                <a:pPr marL="0" indent="0" algn="just">
                  <a:spcBef>
                    <a:spcPts val="600"/>
                  </a:spcBef>
                  <a:spcAft>
                    <a:spcPts val="600"/>
                  </a:spcAft>
                  <a:buNone/>
                </a:pPr>
                <a:r>
                  <a:rPr lang="vi-VN" sz="4400" dirty="0">
                    <a:solidFill>
                      <a:schemeClr val="tx1"/>
                    </a:solidFill>
                    <a:latin typeface="Tahoma" panose="020B0604030504040204" pitchFamily="34" charset="0"/>
                    <a:ea typeface="Tahoma" panose="020B0604030504040204" pitchFamily="34" charset="0"/>
                    <a:cs typeface="Tahoma" panose="020B0604030504040204" pitchFamily="34" charset="0"/>
                  </a:rPr>
                  <a:t>a) Hỏi anh Hưng có thể xếp được bao nhiêu lịch trình đi tham quan tất cả các địa điểm (ở đây lịch trình tính cả thứ tự tham quan)?</a:t>
                </a:r>
              </a:p>
              <a:p>
                <a:pPr algn="just">
                  <a:spcBef>
                    <a:spcPts val="600"/>
                  </a:spcBef>
                  <a:spcAft>
                    <a:spcPts val="600"/>
                  </a:spcAft>
                </a:pPr>
                <a:r>
                  <a:rPr lang="vi-VN" sz="4400" dirty="0">
                    <a:solidFill>
                      <a:schemeClr val="tx1"/>
                    </a:solidFill>
                    <a:latin typeface="Tahoma" panose="020B0604030504040204" pitchFamily="34" charset="0"/>
                    <a:ea typeface="Tahoma" panose="020B0604030504040204" pitchFamily="34" charset="0"/>
                    <a:cs typeface="Tahoma" panose="020B0604030504040204" pitchFamily="34" charset="0"/>
                  </a:rPr>
                  <a:t>b) Anh Hưng có việc đột xuất phải về sớm, nên anh chỉ có </a:t>
                </a:r>
                <a14:m>
                  <m:oMath xmlns:m="http://schemas.openxmlformats.org/officeDocument/2006/math">
                    <m:r>
                      <a:rPr lang="vi-VN" sz="4400" i="1" dirty="0" smtClean="0">
                        <a:solidFill>
                          <a:schemeClr val="tx1"/>
                        </a:solidFill>
                        <a:latin typeface="Cambria Math" panose="02040503050406030204" pitchFamily="18" charset="0"/>
                      </a:rPr>
                      <m:t>3</m:t>
                    </m:r>
                  </m:oMath>
                </a14:m>
                <a:r>
                  <a:rPr lang="vi-VN" sz="4400" dirty="0">
                    <a:solidFill>
                      <a:schemeClr val="tx1"/>
                    </a:solidFill>
                    <a:latin typeface="Tahoma" panose="020B0604030504040204" pitchFamily="34" charset="0"/>
                    <a:ea typeface="Tahoma" panose="020B0604030504040204" pitchFamily="34" charset="0"/>
                    <a:cs typeface="Tahoma" panose="020B0604030504040204" pitchFamily="34" charset="0"/>
                  </a:rPr>
                  <a:t> ngày để đi tham quan  </a:t>
                </a:r>
                <a14:m>
                  <m:oMath xmlns:m="http://schemas.openxmlformats.org/officeDocument/2006/math">
                    <m:r>
                      <a:rPr lang="vi-VN" sz="4400" i="1" dirty="0">
                        <a:solidFill>
                          <a:schemeClr val="tx1"/>
                        </a:solidFill>
                        <a:latin typeface="Cambria Math" panose="02040503050406030204" pitchFamily="18" charset="0"/>
                      </a:rPr>
                      <m:t>3</m:t>
                    </m:r>
                  </m:oMath>
                </a14:m>
                <a:r>
                  <a:rPr lang="vi-VN" sz="4400" dirty="0">
                    <a:solidFill>
                      <a:schemeClr val="tx1"/>
                    </a:solidFill>
                    <a:latin typeface="Tahoma" panose="020B0604030504040204" pitchFamily="34" charset="0"/>
                    <a:ea typeface="Tahoma" panose="020B0604030504040204" pitchFamily="34" charset="0"/>
                    <a:cs typeface="Tahoma" panose="020B0604030504040204" pitchFamily="34" charset="0"/>
                  </a:rPr>
                  <a:t> địa điểm. Hỏi anh Hưng có bao nhiêu cách xếp lịch trình đi tham quan?</a:t>
                </a:r>
                <a:endParaRPr lang="en-US" sz="44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4" name="TextBox 23">
                <a:extLst>
                  <a:ext uri="{FF2B5EF4-FFF2-40B4-BE49-F238E27FC236}">
                    <a16:creationId xmlns:a16="http://schemas.microsoft.com/office/drawing/2014/main" id="{BA820F67-58D8-4644-8FFA-523A9B7B88A6}"/>
                  </a:ext>
                </a:extLst>
              </p:cNvPr>
              <p:cNvSpPr txBox="1">
                <a:spLocks noRot="1" noChangeAspect="1" noMove="1" noResize="1" noEditPoints="1" noAdjustHandles="1" noChangeArrowheads="1" noChangeShapeType="1" noTextEdit="1"/>
              </p:cNvSpPr>
              <p:nvPr/>
            </p:nvSpPr>
            <p:spPr>
              <a:xfrm>
                <a:off x="609600" y="5334000"/>
                <a:ext cx="23088600" cy="2954655"/>
              </a:xfrm>
              <a:prstGeom prst="rect">
                <a:avLst/>
              </a:prstGeom>
              <a:blipFill>
                <a:blip r:embed="rId3"/>
                <a:stretch>
                  <a:fillRect l="-1056" t="-4124" r="-1030" b="-88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5C77573-004B-47AB-A06D-169C5ED317A4}"/>
                  </a:ext>
                </a:extLst>
              </p:cNvPr>
              <p:cNvSpPr txBox="1"/>
              <p:nvPr/>
            </p:nvSpPr>
            <p:spPr>
              <a:xfrm>
                <a:off x="685800" y="9829800"/>
                <a:ext cx="23317200" cy="3431837"/>
              </a:xfrm>
              <a:prstGeom prst="rect">
                <a:avLst/>
              </a:prstGeom>
              <a:noFill/>
            </p:spPr>
            <p:txBody>
              <a:bodyPr wrap="square" rtlCol="0">
                <a:spAutoFit/>
              </a:bodyPr>
              <a:lstStyle/>
              <a:p>
                <a:pPr algn="just"/>
                <a:r>
                  <a:rPr lang="vi-VN" sz="4700" dirty="0">
                    <a:latin typeface="Tomaho"/>
                  </a:rPr>
                  <a:t>b) Nếu anh Hưng chỉ có </a:t>
                </a:r>
                <a14:m>
                  <m:oMath xmlns:m="http://schemas.openxmlformats.org/officeDocument/2006/math">
                    <m:r>
                      <a:rPr lang="vi-VN" sz="4700" i="1">
                        <a:latin typeface="Cambria Math" panose="02040503050406030204" pitchFamily="18" charset="0"/>
                      </a:rPr>
                      <m:t>3</m:t>
                    </m:r>
                  </m:oMath>
                </a14:m>
                <a:r>
                  <a:rPr lang="vi-VN" sz="4700" dirty="0">
                    <a:latin typeface="Tomaho"/>
                  </a:rPr>
                  <a:t> ngày để đi tham quan </a:t>
                </a:r>
                <a14:m>
                  <m:oMath xmlns:m="http://schemas.openxmlformats.org/officeDocument/2006/math">
                    <m:r>
                      <a:rPr lang="vi-VN" sz="4700" i="1">
                        <a:latin typeface="Cambria Math" panose="02040503050406030204" pitchFamily="18" charset="0"/>
                      </a:rPr>
                      <m:t>3</m:t>
                    </m:r>
                  </m:oMath>
                </a14:m>
                <a:r>
                  <a:rPr lang="vi-VN" sz="4700" dirty="0">
                    <a:latin typeface="Tomaho"/>
                  </a:rPr>
                  <a:t> nơi, thì mỗi cách xếp lịch trình của anh chính là một cách chọn có thứ tự </a:t>
                </a:r>
                <a14:m>
                  <m:oMath xmlns:m="http://schemas.openxmlformats.org/officeDocument/2006/math">
                    <m:r>
                      <a:rPr lang="vi-VN" sz="4700" i="1">
                        <a:latin typeface="Cambria Math" panose="02040503050406030204" pitchFamily="18" charset="0"/>
                      </a:rPr>
                      <m:t>3</m:t>
                    </m:r>
                  </m:oMath>
                </a14:m>
                <a:r>
                  <a:rPr lang="vi-VN" sz="4700" dirty="0">
                    <a:latin typeface="Tomaho"/>
                  </a:rPr>
                  <a:t> địa điểm từ </a:t>
                </a:r>
                <a14:m>
                  <m:oMath xmlns:m="http://schemas.openxmlformats.org/officeDocument/2006/math">
                    <m:r>
                      <a:rPr lang="vi-VN" sz="4700" i="1">
                        <a:latin typeface="Cambria Math" panose="02040503050406030204" pitchFamily="18" charset="0"/>
                      </a:rPr>
                      <m:t>5</m:t>
                    </m:r>
                  </m:oMath>
                </a14:m>
                <a:r>
                  <a:rPr lang="vi-VN" sz="4700" dirty="0">
                    <a:latin typeface="Tomaho"/>
                  </a:rPr>
                  <a:t> địa điểm, tức là một chỉnh hợp chập </a:t>
                </a:r>
                <a14:m>
                  <m:oMath xmlns:m="http://schemas.openxmlformats.org/officeDocument/2006/math">
                    <m:r>
                      <a:rPr lang="vi-VN" sz="4700" i="1">
                        <a:latin typeface="Cambria Math" panose="02040503050406030204" pitchFamily="18" charset="0"/>
                      </a:rPr>
                      <m:t>3</m:t>
                    </m:r>
                  </m:oMath>
                </a14:m>
                <a:r>
                  <a:rPr lang="vi-VN" sz="4700" dirty="0">
                    <a:latin typeface="Tomaho"/>
                  </a:rPr>
                  <a:t> của </a:t>
                </a:r>
                <a14:m>
                  <m:oMath xmlns:m="http://schemas.openxmlformats.org/officeDocument/2006/math">
                    <m:r>
                      <a:rPr lang="vi-VN" sz="4700" i="1">
                        <a:latin typeface="Cambria Math" panose="02040503050406030204" pitchFamily="18" charset="0"/>
                      </a:rPr>
                      <m:t>5</m:t>
                    </m:r>
                  </m:oMath>
                </a14:m>
                <a:r>
                  <a:rPr lang="vi-VN" sz="4700" dirty="0">
                    <a:latin typeface="Tomaho"/>
                  </a:rPr>
                  <a:t>.</a:t>
                </a:r>
              </a:p>
              <a:p>
                <a:r>
                  <a:rPr lang="vi-VN" sz="4800" dirty="0">
                    <a:latin typeface="Tomaho"/>
                  </a:rPr>
                  <a:t>Vậy số cách xếp lịch trình đi tham quan trong trường hợp này là</a:t>
                </a:r>
              </a:p>
              <a:p>
                <a:pPr algn="ctr"/>
                <a14:m>
                  <m:oMath xmlns:m="http://schemas.openxmlformats.org/officeDocument/2006/math">
                    <m:sSubSup>
                      <m:sSubSupPr>
                        <m:ctrlPr>
                          <a:rPr lang="vi-VN" sz="4800" b="1" i="1">
                            <a:latin typeface="Cambria Math" panose="02040503050406030204" pitchFamily="18" charset="0"/>
                          </a:rPr>
                        </m:ctrlPr>
                      </m:sSubSupPr>
                      <m:e>
                        <m:r>
                          <a:rPr lang="vi-VN" sz="4800" b="1" i="1">
                            <a:latin typeface="Cambria Math" panose="02040503050406030204" pitchFamily="18" charset="0"/>
                          </a:rPr>
                          <m:t>𝑨</m:t>
                        </m:r>
                      </m:e>
                      <m:sub>
                        <m:r>
                          <a:rPr lang="vi-VN" sz="4800" b="1" i="1">
                            <a:latin typeface="Cambria Math" panose="02040503050406030204" pitchFamily="18" charset="0"/>
                          </a:rPr>
                          <m:t>𝟓</m:t>
                        </m:r>
                      </m:sub>
                      <m:sup>
                        <m:r>
                          <a:rPr lang="vi-VN" sz="4800" b="1" i="1">
                            <a:latin typeface="Cambria Math" panose="02040503050406030204" pitchFamily="18" charset="0"/>
                          </a:rPr>
                          <m:t>𝟑</m:t>
                        </m:r>
                      </m:sup>
                    </m:sSubSup>
                    <m:r>
                      <a:rPr lang="vi-VN" sz="4800" b="1" i="1">
                        <a:latin typeface="Cambria Math" panose="02040503050406030204" pitchFamily="18" charset="0"/>
                      </a:rPr>
                      <m:t>=</m:t>
                    </m:r>
                    <m:f>
                      <m:fPr>
                        <m:ctrlPr>
                          <a:rPr lang="vi-VN" sz="4800" b="1" i="1">
                            <a:latin typeface="Cambria Math" panose="02040503050406030204" pitchFamily="18" charset="0"/>
                          </a:rPr>
                        </m:ctrlPr>
                      </m:fPr>
                      <m:num>
                        <m:r>
                          <a:rPr lang="vi-VN" sz="4800" b="1" i="1">
                            <a:latin typeface="Cambria Math" panose="02040503050406030204" pitchFamily="18" charset="0"/>
                          </a:rPr>
                          <m:t>𝟓</m:t>
                        </m:r>
                        <m:r>
                          <a:rPr lang="vi-VN" sz="4800" b="1" i="1">
                            <a:latin typeface="Cambria Math" panose="02040503050406030204" pitchFamily="18" charset="0"/>
                          </a:rPr>
                          <m:t>!</m:t>
                        </m:r>
                      </m:num>
                      <m:den>
                        <m:d>
                          <m:dPr>
                            <m:ctrlPr>
                              <a:rPr lang="vi-VN" sz="4800" b="1" i="1">
                                <a:latin typeface="Cambria Math" panose="02040503050406030204" pitchFamily="18" charset="0"/>
                              </a:rPr>
                            </m:ctrlPr>
                          </m:dPr>
                          <m:e>
                            <m:r>
                              <a:rPr lang="vi-VN" sz="4800" b="1" i="1">
                                <a:latin typeface="Cambria Math" panose="02040503050406030204" pitchFamily="18" charset="0"/>
                              </a:rPr>
                              <m:t>𝟓</m:t>
                            </m:r>
                            <m:r>
                              <a:rPr lang="vi-VN" sz="4800" b="1" i="1">
                                <a:latin typeface="Cambria Math" panose="02040503050406030204" pitchFamily="18" charset="0"/>
                              </a:rPr>
                              <m:t>−</m:t>
                            </m:r>
                            <m:r>
                              <a:rPr lang="vi-VN" sz="4800" b="1" i="1">
                                <a:latin typeface="Cambria Math" panose="02040503050406030204" pitchFamily="18" charset="0"/>
                              </a:rPr>
                              <m:t>𝟑</m:t>
                            </m:r>
                          </m:e>
                        </m:d>
                        <m:r>
                          <a:rPr lang="vi-VN" sz="4800" b="1" i="1">
                            <a:latin typeface="Cambria Math" panose="02040503050406030204" pitchFamily="18" charset="0"/>
                          </a:rPr>
                          <m:t>!</m:t>
                        </m:r>
                      </m:den>
                    </m:f>
                    <m:r>
                      <a:rPr lang="vi-VN" sz="4800" b="1" i="1">
                        <a:latin typeface="Cambria Math" panose="02040503050406030204" pitchFamily="18" charset="0"/>
                      </a:rPr>
                      <m:t>=</m:t>
                    </m:r>
                    <m:f>
                      <m:fPr>
                        <m:ctrlPr>
                          <a:rPr lang="vi-VN" sz="4800" b="1" i="1">
                            <a:latin typeface="Cambria Math" panose="02040503050406030204" pitchFamily="18" charset="0"/>
                          </a:rPr>
                        </m:ctrlPr>
                      </m:fPr>
                      <m:num>
                        <m:r>
                          <a:rPr lang="vi-VN" sz="4800" b="1" i="1">
                            <a:latin typeface="Cambria Math" panose="02040503050406030204" pitchFamily="18" charset="0"/>
                          </a:rPr>
                          <m:t>𝟓</m:t>
                        </m:r>
                        <m:r>
                          <a:rPr lang="vi-VN" sz="4800" b="1" i="1">
                            <a:latin typeface="Cambria Math" panose="02040503050406030204" pitchFamily="18" charset="0"/>
                          </a:rPr>
                          <m:t>!</m:t>
                        </m:r>
                      </m:num>
                      <m:den>
                        <m:r>
                          <a:rPr lang="vi-VN" sz="4800" b="1" i="1">
                            <a:latin typeface="Cambria Math" panose="02040503050406030204" pitchFamily="18" charset="0"/>
                          </a:rPr>
                          <m:t>𝟐</m:t>
                        </m:r>
                        <m:r>
                          <a:rPr lang="vi-VN" sz="4800" b="1" i="1">
                            <a:latin typeface="Cambria Math" panose="02040503050406030204" pitchFamily="18" charset="0"/>
                          </a:rPr>
                          <m:t>!</m:t>
                        </m:r>
                      </m:den>
                    </m:f>
                    <m:r>
                      <a:rPr lang="vi-VN" sz="4800" b="1" i="1">
                        <a:latin typeface="Cambria Math" panose="02040503050406030204" pitchFamily="18" charset="0"/>
                      </a:rPr>
                      <m:t>=</m:t>
                    </m:r>
                    <m:r>
                      <a:rPr lang="vi-VN" sz="4800" b="1" i="1">
                        <a:latin typeface="Cambria Math" panose="02040503050406030204" pitchFamily="18" charset="0"/>
                      </a:rPr>
                      <m:t>𝟔𝟎</m:t>
                    </m:r>
                  </m:oMath>
                </a14:m>
                <a:r>
                  <a:rPr lang="vi-VN" sz="4800" b="1" dirty="0">
                    <a:latin typeface="Tomaho"/>
                  </a:rPr>
                  <a:t> </a:t>
                </a:r>
                <a:r>
                  <a:rPr lang="vi-VN" sz="4800" dirty="0">
                    <a:latin typeface="Tomaho"/>
                  </a:rPr>
                  <a:t>(cách).</a:t>
                </a:r>
              </a:p>
            </p:txBody>
          </p:sp>
        </mc:Choice>
        <mc:Fallback xmlns="">
          <p:sp>
            <p:nvSpPr>
              <p:cNvPr id="25" name="TextBox 24">
                <a:extLst>
                  <a:ext uri="{FF2B5EF4-FFF2-40B4-BE49-F238E27FC236}">
                    <a16:creationId xmlns:a16="http://schemas.microsoft.com/office/drawing/2014/main" id="{35C77573-004B-47AB-A06D-169C5ED317A4}"/>
                  </a:ext>
                </a:extLst>
              </p:cNvPr>
              <p:cNvSpPr txBox="1">
                <a:spLocks noRot="1" noChangeAspect="1" noMove="1" noResize="1" noEditPoints="1" noAdjustHandles="1" noChangeArrowheads="1" noChangeShapeType="1" noTextEdit="1"/>
              </p:cNvSpPr>
              <p:nvPr/>
            </p:nvSpPr>
            <p:spPr>
              <a:xfrm>
                <a:off x="685800" y="9829800"/>
                <a:ext cx="23317200" cy="3431837"/>
              </a:xfrm>
              <a:prstGeom prst="rect">
                <a:avLst/>
              </a:prstGeom>
              <a:blipFill>
                <a:blip r:embed="rId4"/>
                <a:stretch>
                  <a:fillRect l="-1203" t="-4093" r="-1150" b="-1957"/>
                </a:stretch>
              </a:blipFill>
            </p:spPr>
            <p:txBody>
              <a:bodyPr/>
              <a:lstStyle/>
              <a:p>
                <a:r>
                  <a:rPr lang="en-US">
                    <a:noFill/>
                  </a:rPr>
                  <a:t> </a:t>
                </a:r>
              </a:p>
            </p:txBody>
          </p:sp>
        </mc:Fallback>
      </mc:AlternateContent>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588322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left)">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xEl>
                                              <p:pRg st="1" end="1"/>
                                            </p:txEl>
                                          </p:spTgt>
                                        </p:tgtEl>
                                        <p:attrNameLst>
                                          <p:attrName>style.visibility</p:attrName>
                                        </p:attrNameLst>
                                      </p:cBhvr>
                                      <p:to>
                                        <p:strVal val="visible"/>
                                      </p:to>
                                    </p:set>
                                    <p:animEffect transition="in" filter="wipe(left)">
                                      <p:cBhvr>
                                        <p:cTn id="12" dur="500"/>
                                        <p:tgtEl>
                                          <p:spTgt spid="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wipe(left)">
                                      <p:cBhvr>
                                        <p:cTn id="17"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33400" y="4953001"/>
            <a:ext cx="23469600" cy="8153400"/>
            <a:chOff x="1222851" y="5231975"/>
            <a:chExt cx="55867071" cy="10639333"/>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6"/>
              <a:ext cx="55828851" cy="1030617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600"/>
                </a:spcAft>
              </a:pPr>
              <a:endParaRPr lang="vi-VN" sz="4700" dirty="0">
                <a:solidFill>
                  <a:schemeClr val="tx1"/>
                </a:solidFill>
                <a:effectLst/>
                <a:latin typeface="Tomaho"/>
                <a:ea typeface="Times New Roman" panose="02020603050405020304" pitchFamily="18" charset="0"/>
                <a:cs typeface="Times New Roman" panose="02020603050405020304" pitchFamily="18" charset="0"/>
              </a:endParaRPr>
            </a:p>
            <a:p>
              <a:pPr algn="just">
                <a:spcAft>
                  <a:spcPts val="600"/>
                </a:spcAft>
              </a:pPr>
              <a:endParaRPr lang="vi-VN" sz="4700" dirty="0">
                <a:solidFill>
                  <a:schemeClr val="tx1"/>
                </a:solidFill>
                <a:latin typeface="Tomaho"/>
                <a:ea typeface="Times New Roman" panose="02020603050405020304" pitchFamily="18" charset="0"/>
                <a:cs typeface="Times New Roman" panose="02020603050405020304" pitchFamily="18" charset="0"/>
              </a:endParaRPr>
            </a:p>
            <a:p>
              <a:pPr algn="just">
                <a:spcAft>
                  <a:spcPts val="600"/>
                </a:spcAft>
              </a:pPr>
              <a:endParaRPr lang="vi-VN" sz="4700" dirty="0">
                <a:solidFill>
                  <a:schemeClr val="tx1"/>
                </a:solidFill>
                <a:effectLst/>
                <a:latin typeface="Tomaho"/>
                <a:ea typeface="Times New Roman" panose="02020603050405020304" pitchFamily="18" charset="0"/>
                <a:cs typeface="Times New Roman" panose="02020603050405020304" pitchFamily="18" charset="0"/>
              </a:endParaRPr>
            </a:p>
            <a:p>
              <a:pPr algn="just">
                <a:spcAft>
                  <a:spcPts val="600"/>
                </a:spcAft>
              </a:pPr>
              <a:endParaRPr lang="vi-VN" sz="4700" dirty="0">
                <a:solidFill>
                  <a:schemeClr val="tx1"/>
                </a:solidFill>
                <a:latin typeface="Tomaho"/>
                <a:ea typeface="Times New Roman" panose="02020603050405020304" pitchFamily="18" charset="0"/>
                <a:cs typeface="Times New Roman" panose="02020603050405020304" pitchFamily="18" charset="0"/>
              </a:endParaRPr>
            </a:p>
            <a:p>
              <a:pPr algn="just">
                <a:spcBef>
                  <a:spcPts val="600"/>
                </a:spcBef>
              </a:pP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231975"/>
              <a:ext cx="6711305" cy="1004040"/>
              <a:chOff x="1224542" y="6206025"/>
              <a:chExt cx="6712080" cy="1009158"/>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4334419" y="3784632"/>
                <a:ext cx="882631" cy="5958957"/>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131580" y="6206025"/>
                <a:ext cx="5805042" cy="1009158"/>
              </a:xfrm>
              <a:prstGeom prst="rect">
                <a:avLst/>
              </a:prstGeom>
              <a:noFill/>
            </p:spPr>
            <p:txBody>
              <a:bodyPr wrap="squar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41" name="Group 40">
            <a:extLst>
              <a:ext uri="{FF2B5EF4-FFF2-40B4-BE49-F238E27FC236}">
                <a16:creationId xmlns:a16="http://schemas.microsoft.com/office/drawing/2014/main" id="{15956DCF-BE81-49BD-AEFD-E1B23CD9355B}"/>
              </a:ext>
            </a:extLst>
          </p:cNvPr>
          <p:cNvGrpSpPr/>
          <p:nvPr/>
        </p:nvGrpSpPr>
        <p:grpSpPr>
          <a:xfrm>
            <a:off x="304800" y="2971801"/>
            <a:ext cx="23317199" cy="1828799"/>
            <a:chOff x="304800" y="2971801"/>
            <a:chExt cx="23317199" cy="1828799"/>
          </a:xfrm>
        </p:grpSpPr>
        <p:sp>
          <p:nvSpPr>
            <p:cNvPr id="42" name="Rounded Rectangle 19">
              <a:extLst>
                <a:ext uri="{FF2B5EF4-FFF2-40B4-BE49-F238E27FC236}">
                  <a16:creationId xmlns:a16="http://schemas.microsoft.com/office/drawing/2014/main" id="{77A07A8C-0C66-46F5-9492-F3FF15272385}"/>
                </a:ext>
              </a:extLst>
            </p:cNvPr>
            <p:cNvSpPr/>
            <p:nvPr/>
          </p:nvSpPr>
          <p:spPr>
            <a:xfrm>
              <a:off x="491838" y="3220628"/>
              <a:ext cx="23130161" cy="15799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spcAft>
                  <a:spcPts val="800"/>
                </a:spcAft>
              </a:pPr>
              <a:r>
                <a:rPr lang="vi-VN" sz="4800" dirty="0">
                  <a:solidFill>
                    <a:schemeClr val="tx1"/>
                  </a:solidFill>
                  <a:effectLst/>
                  <a:latin typeface="Tomaho"/>
                  <a:ea typeface="Arial" panose="020B0604020202020204" pitchFamily="34" charset="0"/>
                  <a:cs typeface="Times New Roman" panose="02020603050405020304" pitchFamily="18" charset="0"/>
                </a:rPr>
                <a:t>Giải bài toán trong </a:t>
              </a:r>
              <a:r>
                <a:rPr lang="vi-VN" sz="4800" b="1" i="1" dirty="0">
                  <a:solidFill>
                    <a:schemeClr val="tx1"/>
                  </a:solidFill>
                  <a:effectLst/>
                  <a:latin typeface="Tomaho"/>
                  <a:ea typeface="Arial" panose="020B0604020202020204" pitchFamily="34" charset="0"/>
                  <a:cs typeface="Times New Roman" panose="02020603050405020304" pitchFamily="18" charset="0"/>
                </a:rPr>
                <a:t>tình huống mở đầu</a:t>
              </a:r>
              <a:r>
                <a:rPr lang="vi-VN" sz="4800" b="1" dirty="0">
                  <a:solidFill>
                    <a:schemeClr val="tx1"/>
                  </a:solidFill>
                  <a:effectLst/>
                  <a:latin typeface="Tomaho"/>
                  <a:ea typeface="Arial" panose="020B0604020202020204" pitchFamily="34" charset="0"/>
                  <a:cs typeface="Times New Roman" panose="02020603050405020304" pitchFamily="18" charset="0"/>
                </a:rPr>
                <a:t> </a:t>
              </a:r>
              <a:r>
                <a:rPr lang="vi-VN" sz="4800" dirty="0">
                  <a:solidFill>
                    <a:schemeClr val="tx1"/>
                  </a:solidFill>
                  <a:effectLst/>
                  <a:latin typeface="Tomaho"/>
                  <a:ea typeface="Arial" panose="020B0604020202020204" pitchFamily="34" charset="0"/>
                  <a:cs typeface="Times New Roman" panose="02020603050405020304" pitchFamily="18" charset="0"/>
                </a:rPr>
                <a:t>về đội hình của đội tuyển bóng đá Quốc gia</a:t>
              </a:r>
              <a:r>
                <a:rPr lang="vi-VN" sz="1800" dirty="0">
                  <a:effectLst/>
                  <a:latin typeface="Arial" panose="020B0604020202020204" pitchFamily="34" charset="0"/>
                  <a:ea typeface="Arial" panose="020B0604020202020204" pitchFamily="34" charset="0"/>
                  <a:cs typeface="Times New Roman" panose="02020603050405020304" pitchFamily="18" charset="0"/>
                </a:rPr>
                <a:t>.</a:t>
              </a:r>
            </a:p>
          </p:txBody>
        </p:sp>
        <p:grpSp>
          <p:nvGrpSpPr>
            <p:cNvPr id="43" name="Group 42">
              <a:extLst>
                <a:ext uri="{FF2B5EF4-FFF2-40B4-BE49-F238E27FC236}">
                  <a16:creationId xmlns:a16="http://schemas.microsoft.com/office/drawing/2014/main" id="{731AF5AF-AB66-43AD-977A-4DB2F036BF08}"/>
                </a:ext>
              </a:extLst>
            </p:cNvPr>
            <p:cNvGrpSpPr/>
            <p:nvPr/>
          </p:nvGrpSpPr>
          <p:grpSpPr>
            <a:xfrm>
              <a:off x="304800" y="2971801"/>
              <a:ext cx="2971801" cy="838200"/>
              <a:chOff x="22440" y="38104"/>
              <a:chExt cx="958198" cy="234000"/>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59287"/>
                <a:ext cx="850471" cy="162052"/>
                <a:chOff x="31572" y="60276"/>
                <a:chExt cx="1196628" cy="200549"/>
              </a:xfrm>
            </p:grpSpPr>
            <p:sp>
              <p:nvSpPr>
                <p:cNvPr id="46" name="Arrow: Pentagon 45">
                  <a:extLst>
                    <a:ext uri="{FF2B5EF4-FFF2-40B4-BE49-F238E27FC236}">
                      <a16:creationId xmlns:a16="http://schemas.microsoft.com/office/drawing/2014/main" id="{E4DD6093-8752-4E91-AA4A-F0A093044FF9}"/>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38104"/>
                <a:ext cx="782433" cy="234000"/>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Ví dụ 5</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pic>
        <p:nvPicPr>
          <p:cNvPr id="20" name="Picture 19">
            <a:extLst>
              <a:ext uri="{FF2B5EF4-FFF2-40B4-BE49-F238E27FC236}">
                <a16:creationId xmlns:a16="http://schemas.microsoft.com/office/drawing/2014/main" id="{99BF6486-DAEE-4215-A932-12720E926F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61080" y="6248400"/>
            <a:ext cx="7429500" cy="4876800"/>
          </a:xfrm>
          <a:prstGeom prst="rect">
            <a:avLst/>
          </a:prstGeom>
        </p:spPr>
      </p:pic>
      <p:grpSp>
        <p:nvGrpSpPr>
          <p:cNvPr id="21" name="Group 20">
            <a:extLst>
              <a:ext uri="{FF2B5EF4-FFF2-40B4-BE49-F238E27FC236}">
                <a16:creationId xmlns:a16="http://schemas.microsoft.com/office/drawing/2014/main" id="{81624D04-9044-428E-8920-E27A825A9508}"/>
              </a:ext>
            </a:extLst>
          </p:cNvPr>
          <p:cNvGrpSpPr/>
          <p:nvPr/>
        </p:nvGrpSpPr>
        <p:grpSpPr>
          <a:xfrm>
            <a:off x="381000" y="1904999"/>
            <a:ext cx="23219986" cy="815609"/>
            <a:chOff x="381000" y="1904999"/>
            <a:chExt cx="23219986" cy="815609"/>
          </a:xfrm>
        </p:grpSpPr>
        <p:sp>
          <p:nvSpPr>
            <p:cNvPr id="22" name="Rectangle 21">
              <a:extLst>
                <a:ext uri="{FF2B5EF4-FFF2-40B4-BE49-F238E27FC236}">
                  <a16:creationId xmlns:a16="http://schemas.microsoft.com/office/drawing/2014/main" id="{9EAA7846-5E92-4846-BCDF-5928321E5009}"/>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ỨNG DỤNG HOÁN VỊ, CHỈNH HỢP, TỔ HỢP VÀO CÁC BÀI TOÁN ĐẾM</a:t>
              </a:r>
            </a:p>
          </p:txBody>
        </p:sp>
        <p:sp>
          <p:nvSpPr>
            <p:cNvPr id="23" name="Round Same Side Corner Rectangle 51">
              <a:extLst>
                <a:ext uri="{FF2B5EF4-FFF2-40B4-BE49-F238E27FC236}">
                  <a16:creationId xmlns:a16="http://schemas.microsoft.com/office/drawing/2014/main" id="{CB08A370-74F5-4ECB-8F53-780305285280}"/>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4" name="TextBox 23">
              <a:extLst>
                <a:ext uri="{FF2B5EF4-FFF2-40B4-BE49-F238E27FC236}">
                  <a16:creationId xmlns:a16="http://schemas.microsoft.com/office/drawing/2014/main" id="{B988725E-01C8-46C2-AC3A-C33219D61451}"/>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5" name="Round Same Side Corner Rectangle 51">
              <a:extLst>
                <a:ext uri="{FF2B5EF4-FFF2-40B4-BE49-F238E27FC236}">
                  <a16:creationId xmlns:a16="http://schemas.microsoft.com/office/drawing/2014/main" id="{6C1BAF4C-0E28-448F-A5BB-65860D13DE9E}"/>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6" name="TextBox 25">
              <a:extLst>
                <a:ext uri="{FF2B5EF4-FFF2-40B4-BE49-F238E27FC236}">
                  <a16:creationId xmlns:a16="http://schemas.microsoft.com/office/drawing/2014/main" id="{0180903A-F0BC-4155-8EDB-A39BB64771E5}"/>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2BA0B98-8392-4EA9-820D-3360EAB5C1D7}"/>
                  </a:ext>
                </a:extLst>
              </p:cNvPr>
              <p:cNvSpPr txBox="1"/>
              <p:nvPr/>
            </p:nvSpPr>
            <p:spPr>
              <a:xfrm>
                <a:off x="838200" y="6019800"/>
                <a:ext cx="15392400" cy="6771854"/>
              </a:xfrm>
              <a:prstGeom prst="rect">
                <a:avLst/>
              </a:prstGeom>
              <a:noFill/>
            </p:spPr>
            <p:txBody>
              <a:bodyPr wrap="square" rtlCol="0">
                <a:spAutoFit/>
              </a:bodyPr>
              <a:lstStyle/>
              <a:p>
                <a:pPr algn="just">
                  <a:spcAft>
                    <a:spcPts val="600"/>
                  </a:spcAft>
                </a:pPr>
                <a:r>
                  <a:rPr lang="vi-VN" sz="4400" dirty="0">
                    <a:latin typeface="Tomaho"/>
                    <a:ea typeface="Times New Roman" panose="02020603050405020304" pitchFamily="18" charset="0"/>
                    <a:cs typeface="Times New Roman" panose="02020603050405020304" pitchFamily="18" charset="0"/>
                  </a:rPr>
                  <a:t>Vì mỗi đội hình gồm có </a:t>
                </a:r>
                <a14:m>
                  <m:oMath xmlns:m="http://schemas.openxmlformats.org/officeDocument/2006/math">
                    <m:r>
                      <a:rPr lang="vi-VN" sz="4400" i="1">
                        <a:latin typeface="Cambria Math" panose="02040503050406030204" pitchFamily="18" charset="0"/>
                        <a:ea typeface="Arial" panose="020B0604020202020204" pitchFamily="34" charset="0"/>
                        <a:cs typeface="Times New Roman" panose="02020603050405020304" pitchFamily="18" charset="0"/>
                      </a:rPr>
                      <m:t>1</m:t>
                    </m:r>
                  </m:oMath>
                </a14:m>
                <a:r>
                  <a:rPr lang="vi-VN" sz="4400" dirty="0">
                    <a:latin typeface="Tomaho"/>
                    <a:ea typeface="Times New Roman" panose="02020603050405020304" pitchFamily="18" charset="0"/>
                    <a:cs typeface="Times New Roman" panose="02020603050405020304" pitchFamily="18" charset="0"/>
                  </a:rPr>
                  <a:t> thủ môn, </a:t>
                </a:r>
                <a14:m>
                  <m:oMath xmlns:m="http://schemas.openxmlformats.org/officeDocument/2006/math">
                    <m:r>
                      <a:rPr lang="vi-VN" sz="4400" i="1">
                        <a:latin typeface="Cambria Math" panose="02040503050406030204" pitchFamily="18" charset="0"/>
                        <a:ea typeface="Arial" panose="020B0604020202020204" pitchFamily="34" charset="0"/>
                        <a:cs typeface="Times New Roman" panose="02020603050405020304" pitchFamily="18" charset="0"/>
                      </a:rPr>
                      <m:t>3</m:t>
                    </m:r>
                  </m:oMath>
                </a14:m>
                <a:r>
                  <a:rPr lang="vi-VN" sz="4400" dirty="0">
                    <a:latin typeface="Tomaho"/>
                    <a:ea typeface="Times New Roman" panose="02020603050405020304" pitchFamily="18" charset="0"/>
                    <a:cs typeface="Times New Roman" panose="02020603050405020304" pitchFamily="18" charset="0"/>
                  </a:rPr>
                  <a:t> hậu vệ, </a:t>
                </a:r>
                <a14:m>
                  <m:oMath xmlns:m="http://schemas.openxmlformats.org/officeDocument/2006/math">
                    <m:r>
                      <a:rPr lang="vi-VN" sz="4400" i="1">
                        <a:latin typeface="Cambria Math" panose="02040503050406030204" pitchFamily="18" charset="0"/>
                        <a:ea typeface="Arial" panose="020B0604020202020204" pitchFamily="34" charset="0"/>
                        <a:cs typeface="Times New Roman" panose="02020603050405020304" pitchFamily="18" charset="0"/>
                      </a:rPr>
                      <m:t>4</m:t>
                    </m:r>
                  </m:oMath>
                </a14:m>
                <a:r>
                  <a:rPr lang="vi-VN" sz="4400" dirty="0">
                    <a:latin typeface="Tomaho"/>
                    <a:ea typeface="Times New Roman" panose="02020603050405020304" pitchFamily="18" charset="0"/>
                    <a:cs typeface="Times New Roman" panose="02020603050405020304" pitchFamily="18" charset="0"/>
                  </a:rPr>
                  <a:t> tiền vệ và </a:t>
                </a:r>
                <a14:m>
                  <m:oMath xmlns:m="http://schemas.openxmlformats.org/officeDocument/2006/math">
                    <m:r>
                      <a:rPr lang="vi-VN" sz="4400" i="1">
                        <a:latin typeface="Cambria Math" panose="02040503050406030204" pitchFamily="18" charset="0"/>
                        <a:ea typeface="Arial" panose="020B0604020202020204" pitchFamily="34" charset="0"/>
                        <a:cs typeface="Times New Roman" panose="02020603050405020304" pitchFamily="18" charset="0"/>
                      </a:rPr>
                      <m:t>3</m:t>
                    </m:r>
                  </m:oMath>
                </a14:m>
                <a:r>
                  <a:rPr lang="vi-VN" sz="4400" dirty="0">
                    <a:latin typeface="Tomaho"/>
                    <a:ea typeface="Times New Roman" panose="02020603050405020304" pitchFamily="18" charset="0"/>
                    <a:cs typeface="Times New Roman" panose="02020603050405020304" pitchFamily="18" charset="0"/>
                  </a:rPr>
                  <a:t> tiền đạo và đã biết trước vị trí thủ môn, nên để chọn đội hình ta cần thực  hiện </a:t>
                </a:r>
                <a14:m>
                  <m:oMath xmlns:m="http://schemas.openxmlformats.org/officeDocument/2006/math">
                    <m:r>
                      <a:rPr lang="vi-VN" sz="4400" i="1">
                        <a:latin typeface="Cambria Math" panose="02040503050406030204" pitchFamily="18" charset="0"/>
                        <a:ea typeface="Arial" panose="020B0604020202020204" pitchFamily="34" charset="0"/>
                        <a:cs typeface="Times New Roman" panose="02020603050405020304" pitchFamily="18" charset="0"/>
                      </a:rPr>
                      <m:t>3</m:t>
                    </m:r>
                  </m:oMath>
                </a14:m>
                <a:r>
                  <a:rPr lang="vi-VN" sz="4400" dirty="0">
                    <a:latin typeface="Tomaho"/>
                    <a:ea typeface="Times New Roman" panose="02020603050405020304" pitchFamily="18" charset="0"/>
                    <a:cs typeface="Times New Roman" panose="02020603050405020304" pitchFamily="18" charset="0"/>
                  </a:rPr>
                  <a:t> công đoạn:</a:t>
                </a:r>
              </a:p>
              <a:p>
                <a:pPr marL="180340">
                  <a:spcAft>
                    <a:spcPts val="600"/>
                  </a:spcAft>
                </a:pPr>
                <a:r>
                  <a:rPr lang="vi-VN" sz="4400" dirty="0">
                    <a:latin typeface="Tomaho"/>
                    <a:ea typeface="Times New Roman" panose="02020603050405020304" pitchFamily="18" charset="0"/>
                    <a:cs typeface="Times New Roman" panose="02020603050405020304" pitchFamily="18" charset="0"/>
                  </a:rPr>
                  <a:t>1. Chọn hậu vệ là chọn </a:t>
                </a:r>
                <a14:m>
                  <m:oMath xmlns:m="http://schemas.openxmlformats.org/officeDocument/2006/math">
                    <m:r>
                      <a:rPr lang="vi-VN" sz="4400" i="1">
                        <a:latin typeface="Cambria Math" panose="02040503050406030204" pitchFamily="18" charset="0"/>
                        <a:ea typeface="Arial" panose="020B0604020202020204" pitchFamily="34" charset="0"/>
                        <a:cs typeface="Times New Roman" panose="02020603050405020304" pitchFamily="18" charset="0"/>
                      </a:rPr>
                      <m:t>3</m:t>
                    </m:r>
                  </m:oMath>
                </a14:m>
                <a:r>
                  <a:rPr lang="vi-VN" sz="4400" dirty="0">
                    <a:latin typeface="Tomaho"/>
                    <a:ea typeface="Times New Roman" panose="02020603050405020304" pitchFamily="18" charset="0"/>
                    <a:cs typeface="Times New Roman" panose="02020603050405020304" pitchFamily="18" charset="0"/>
                  </a:rPr>
                  <a:t> trong số </a:t>
                </a:r>
                <a14:m>
                  <m:oMath xmlns:m="http://schemas.openxmlformats.org/officeDocument/2006/math">
                    <m:r>
                      <a:rPr lang="vi-VN" sz="4400" i="1">
                        <a:latin typeface="Cambria Math" panose="02040503050406030204" pitchFamily="18" charset="0"/>
                        <a:ea typeface="Arial" panose="020B0604020202020204" pitchFamily="34" charset="0"/>
                        <a:cs typeface="Times New Roman" panose="02020603050405020304" pitchFamily="18" charset="0"/>
                      </a:rPr>
                      <m:t>7</m:t>
                    </m:r>
                  </m:oMath>
                </a14:m>
                <a:r>
                  <a:rPr lang="vi-VN" sz="4400" dirty="0">
                    <a:latin typeface="Tomaho"/>
                    <a:ea typeface="Times New Roman" panose="02020603050405020304" pitchFamily="18" charset="0"/>
                    <a:cs typeface="Times New Roman" panose="02020603050405020304" pitchFamily="18" charset="0"/>
                  </a:rPr>
                  <a:t> hậu vệ: có </a:t>
                </a:r>
                <a14:m>
                  <m:oMath xmlns:m="http://schemas.openxmlformats.org/officeDocument/2006/math">
                    <m:sSubSup>
                      <m:sSubSupPr>
                        <m:ctrlPr>
                          <a:rPr lang="vi-VN" sz="4400" b="1" i="1">
                            <a:latin typeface="Cambria Math" panose="02040503050406030204" pitchFamily="18" charset="0"/>
                            <a:ea typeface="Arial" panose="020B0604020202020204" pitchFamily="34" charset="0"/>
                            <a:cs typeface="Times New Roman" panose="02020603050405020304" pitchFamily="18" charset="0"/>
                          </a:rPr>
                        </m:ctrlPr>
                      </m:sSubSupPr>
                      <m:e>
                        <m:r>
                          <a:rPr lang="vi-VN" sz="4400" b="1" i="1">
                            <a:latin typeface="Cambria Math" panose="02040503050406030204" pitchFamily="18" charset="0"/>
                            <a:ea typeface="Arial" panose="020B0604020202020204" pitchFamily="34" charset="0"/>
                            <a:cs typeface="Times New Roman" panose="02020603050405020304" pitchFamily="18" charset="0"/>
                          </a:rPr>
                          <m:t>𝑪</m:t>
                        </m:r>
                      </m:e>
                      <m:sub>
                        <m:r>
                          <a:rPr lang="vi-VN" sz="4400" b="1" i="1">
                            <a:latin typeface="Cambria Math" panose="02040503050406030204" pitchFamily="18" charset="0"/>
                            <a:ea typeface="Arial" panose="020B0604020202020204" pitchFamily="34" charset="0"/>
                            <a:cs typeface="Times New Roman" panose="02020603050405020304" pitchFamily="18" charset="0"/>
                          </a:rPr>
                          <m:t>𝟕</m:t>
                        </m:r>
                      </m:sub>
                      <m:sup>
                        <m:r>
                          <a:rPr lang="vi-VN" sz="4400" b="1" i="1">
                            <a:latin typeface="Cambria Math" panose="02040503050406030204" pitchFamily="18" charset="0"/>
                            <a:ea typeface="Arial" panose="020B0604020202020204" pitchFamily="34" charset="0"/>
                            <a:cs typeface="Times New Roman" panose="02020603050405020304" pitchFamily="18" charset="0"/>
                          </a:rPr>
                          <m:t>𝟑</m:t>
                        </m:r>
                      </m:sup>
                    </m:sSubSup>
                    <m:r>
                      <a:rPr lang="vi-VN" sz="4400" b="1" i="1">
                        <a:latin typeface="Cambria Math" panose="02040503050406030204" pitchFamily="18" charset="0"/>
                        <a:ea typeface="Arial" panose="020B0604020202020204" pitchFamily="34" charset="0"/>
                        <a:cs typeface="Times New Roman" panose="02020603050405020304" pitchFamily="18" charset="0"/>
                      </a:rPr>
                      <m:t>=</m:t>
                    </m:r>
                    <m:r>
                      <a:rPr lang="vi-VN" sz="4400" b="1" i="1">
                        <a:latin typeface="Cambria Math" panose="02040503050406030204" pitchFamily="18" charset="0"/>
                        <a:ea typeface="Arial" panose="020B0604020202020204" pitchFamily="34" charset="0"/>
                        <a:cs typeface="Times New Roman" panose="02020603050405020304" pitchFamily="18" charset="0"/>
                      </a:rPr>
                      <m:t>𝟑𝟓</m:t>
                    </m:r>
                  </m:oMath>
                </a14:m>
                <a:r>
                  <a:rPr lang="vi-VN" sz="4400" dirty="0">
                    <a:latin typeface="Tomaho"/>
                    <a:ea typeface="Times New Roman" panose="02020603050405020304" pitchFamily="18" charset="0"/>
                    <a:cs typeface="Times New Roman" panose="02020603050405020304" pitchFamily="18" charset="0"/>
                  </a:rPr>
                  <a:t> (cách).</a:t>
                </a:r>
                <a:endParaRPr lang="vi-VN" sz="4400" dirty="0">
                  <a:latin typeface="Tomaho"/>
                  <a:ea typeface="Arial" panose="020B0604020202020204" pitchFamily="34" charset="0"/>
                  <a:cs typeface="Times New Roman" panose="02020603050405020304" pitchFamily="18" charset="0"/>
                </a:endParaRPr>
              </a:p>
              <a:p>
                <a:pPr marL="180340">
                  <a:spcAft>
                    <a:spcPts val="600"/>
                  </a:spcAft>
                </a:pPr>
                <a:r>
                  <a:rPr lang="vi-VN" sz="4400" dirty="0">
                    <a:latin typeface="Tomaho"/>
                    <a:ea typeface="Times New Roman" panose="02020603050405020304" pitchFamily="18" charset="0"/>
                    <a:cs typeface="Times New Roman" panose="02020603050405020304" pitchFamily="18" charset="0"/>
                  </a:rPr>
                  <a:t>2. Chọn tiền vệ là chọn </a:t>
                </a:r>
                <a14:m>
                  <m:oMath xmlns:m="http://schemas.openxmlformats.org/officeDocument/2006/math">
                    <m:r>
                      <a:rPr lang="vi-VN" sz="4400" i="1">
                        <a:latin typeface="Cambria Math" panose="02040503050406030204" pitchFamily="18" charset="0"/>
                        <a:ea typeface="Arial" panose="020B0604020202020204" pitchFamily="34" charset="0"/>
                        <a:cs typeface="Times New Roman" panose="02020603050405020304" pitchFamily="18" charset="0"/>
                      </a:rPr>
                      <m:t>4</m:t>
                    </m:r>
                  </m:oMath>
                </a14:m>
                <a:r>
                  <a:rPr lang="vi-VN" sz="4400" dirty="0">
                    <a:latin typeface="Tomaho"/>
                    <a:ea typeface="Times New Roman" panose="02020603050405020304" pitchFamily="18" charset="0"/>
                    <a:cs typeface="Times New Roman" panose="02020603050405020304" pitchFamily="18" charset="0"/>
                  </a:rPr>
                  <a:t> trong số </a:t>
                </a:r>
                <a14:m>
                  <m:oMath xmlns:m="http://schemas.openxmlformats.org/officeDocument/2006/math">
                    <m:r>
                      <a:rPr lang="vi-VN" sz="4400" i="1">
                        <a:latin typeface="Cambria Math" panose="02040503050406030204" pitchFamily="18" charset="0"/>
                        <a:ea typeface="Arial" panose="020B0604020202020204" pitchFamily="34" charset="0"/>
                        <a:cs typeface="Times New Roman" panose="02020603050405020304" pitchFamily="18" charset="0"/>
                      </a:rPr>
                      <m:t>8</m:t>
                    </m:r>
                  </m:oMath>
                </a14:m>
                <a:r>
                  <a:rPr lang="vi-VN" sz="4400" dirty="0">
                    <a:latin typeface="Tomaho"/>
                    <a:ea typeface="Times New Roman" panose="02020603050405020304" pitchFamily="18" charset="0"/>
                    <a:cs typeface="Times New Roman" panose="02020603050405020304" pitchFamily="18" charset="0"/>
                  </a:rPr>
                  <a:t> tiền vệ: có </a:t>
                </a:r>
                <a14:m>
                  <m:oMath xmlns:m="http://schemas.openxmlformats.org/officeDocument/2006/math">
                    <m:sSubSup>
                      <m:sSubSupPr>
                        <m:ctrlPr>
                          <a:rPr lang="vi-VN" sz="4400" b="1" i="1">
                            <a:latin typeface="Cambria Math" panose="02040503050406030204" pitchFamily="18" charset="0"/>
                            <a:ea typeface="Arial" panose="020B0604020202020204" pitchFamily="34" charset="0"/>
                            <a:cs typeface="Times New Roman" panose="02020603050405020304" pitchFamily="18" charset="0"/>
                          </a:rPr>
                        </m:ctrlPr>
                      </m:sSubSupPr>
                      <m:e>
                        <m:r>
                          <a:rPr lang="vi-VN" sz="4400" b="1" i="1">
                            <a:latin typeface="Cambria Math" panose="02040503050406030204" pitchFamily="18" charset="0"/>
                            <a:ea typeface="Arial" panose="020B0604020202020204" pitchFamily="34" charset="0"/>
                            <a:cs typeface="Times New Roman" panose="02020603050405020304" pitchFamily="18" charset="0"/>
                          </a:rPr>
                          <m:t>𝑪</m:t>
                        </m:r>
                      </m:e>
                      <m:sub>
                        <m:r>
                          <a:rPr lang="vi-VN" sz="4400" b="1" i="1">
                            <a:latin typeface="Cambria Math" panose="02040503050406030204" pitchFamily="18" charset="0"/>
                            <a:ea typeface="Arial" panose="020B0604020202020204" pitchFamily="34" charset="0"/>
                            <a:cs typeface="Times New Roman" panose="02020603050405020304" pitchFamily="18" charset="0"/>
                          </a:rPr>
                          <m:t>𝟖</m:t>
                        </m:r>
                      </m:sub>
                      <m:sup>
                        <m:r>
                          <a:rPr lang="vi-VN" sz="4400" b="1" i="1">
                            <a:latin typeface="Cambria Math" panose="02040503050406030204" pitchFamily="18" charset="0"/>
                            <a:ea typeface="Arial" panose="020B0604020202020204" pitchFamily="34" charset="0"/>
                            <a:cs typeface="Times New Roman" panose="02020603050405020304" pitchFamily="18" charset="0"/>
                          </a:rPr>
                          <m:t>𝟒</m:t>
                        </m:r>
                      </m:sup>
                    </m:sSubSup>
                    <m:r>
                      <a:rPr lang="vi-VN" sz="4400" b="1" i="1">
                        <a:latin typeface="Cambria Math" panose="02040503050406030204" pitchFamily="18" charset="0"/>
                        <a:ea typeface="Arial" panose="020B0604020202020204" pitchFamily="34" charset="0"/>
                        <a:cs typeface="Times New Roman" panose="02020603050405020304" pitchFamily="18" charset="0"/>
                      </a:rPr>
                      <m:t>=</m:t>
                    </m:r>
                    <m:r>
                      <a:rPr lang="vi-VN" sz="4400" b="1" i="1">
                        <a:latin typeface="Cambria Math" panose="02040503050406030204" pitchFamily="18" charset="0"/>
                        <a:ea typeface="Arial" panose="020B0604020202020204" pitchFamily="34" charset="0"/>
                        <a:cs typeface="Times New Roman" panose="02020603050405020304" pitchFamily="18" charset="0"/>
                      </a:rPr>
                      <m:t>𝟕𝟎</m:t>
                    </m:r>
                  </m:oMath>
                </a14:m>
                <a:r>
                  <a:rPr lang="vi-VN" sz="4400" b="1" dirty="0">
                    <a:latin typeface="Tomaho"/>
                    <a:ea typeface="Times New Roman" panose="02020603050405020304" pitchFamily="18" charset="0"/>
                    <a:cs typeface="Times New Roman" panose="02020603050405020304" pitchFamily="18" charset="0"/>
                  </a:rPr>
                  <a:t> </a:t>
                </a:r>
                <a:r>
                  <a:rPr lang="vi-VN" sz="4400" dirty="0">
                    <a:latin typeface="Tomaho"/>
                    <a:ea typeface="Times New Roman" panose="02020603050405020304" pitchFamily="18" charset="0"/>
                    <a:cs typeface="Times New Roman" panose="02020603050405020304" pitchFamily="18" charset="0"/>
                  </a:rPr>
                  <a:t>(cách).</a:t>
                </a:r>
                <a:endParaRPr lang="vi-VN" sz="4400" dirty="0">
                  <a:latin typeface="Tomaho"/>
                  <a:ea typeface="Arial" panose="020B0604020202020204" pitchFamily="34" charset="0"/>
                  <a:cs typeface="Times New Roman" panose="02020603050405020304" pitchFamily="18" charset="0"/>
                </a:endParaRPr>
              </a:p>
              <a:p>
                <a:pPr marL="180340">
                  <a:spcAft>
                    <a:spcPts val="600"/>
                  </a:spcAft>
                </a:pPr>
                <a:r>
                  <a:rPr lang="vi-VN" sz="4400" dirty="0">
                    <a:latin typeface="Tomaho"/>
                    <a:ea typeface="Times New Roman" panose="02020603050405020304" pitchFamily="18" charset="0"/>
                    <a:cs typeface="Times New Roman" panose="02020603050405020304" pitchFamily="18" charset="0"/>
                  </a:rPr>
                  <a:t>3. Chọn tiền đạo là chọn </a:t>
                </a:r>
                <a14:m>
                  <m:oMath xmlns:m="http://schemas.openxmlformats.org/officeDocument/2006/math">
                    <m:r>
                      <a:rPr lang="vi-VN" sz="4400" i="1">
                        <a:latin typeface="Cambria Math" panose="02040503050406030204" pitchFamily="18" charset="0"/>
                        <a:ea typeface="Arial" panose="020B0604020202020204" pitchFamily="34" charset="0"/>
                        <a:cs typeface="Times New Roman" panose="02020603050405020304" pitchFamily="18" charset="0"/>
                      </a:rPr>
                      <m:t>3</m:t>
                    </m:r>
                  </m:oMath>
                </a14:m>
                <a:r>
                  <a:rPr lang="vi-VN" sz="4400" dirty="0">
                    <a:latin typeface="Tomaho"/>
                    <a:ea typeface="Times New Roman" panose="02020603050405020304" pitchFamily="18" charset="0"/>
                    <a:cs typeface="Times New Roman" panose="02020603050405020304" pitchFamily="18" charset="0"/>
                  </a:rPr>
                  <a:t> trong số </a:t>
                </a:r>
                <a14:m>
                  <m:oMath xmlns:m="http://schemas.openxmlformats.org/officeDocument/2006/math">
                    <m:r>
                      <a:rPr lang="vi-VN" sz="4400" i="1">
                        <a:latin typeface="Cambria Math" panose="02040503050406030204" pitchFamily="18" charset="0"/>
                        <a:ea typeface="Arial" panose="020B0604020202020204" pitchFamily="34" charset="0"/>
                        <a:cs typeface="Times New Roman" panose="02020603050405020304" pitchFamily="18" charset="0"/>
                      </a:rPr>
                      <m:t>5</m:t>
                    </m:r>
                  </m:oMath>
                </a14:m>
                <a:r>
                  <a:rPr lang="vi-VN" sz="4400" dirty="0">
                    <a:latin typeface="Tomaho"/>
                    <a:ea typeface="Times New Roman" panose="02020603050405020304" pitchFamily="18" charset="0"/>
                    <a:cs typeface="Times New Roman" panose="02020603050405020304" pitchFamily="18" charset="0"/>
                  </a:rPr>
                  <a:t> tiền đạo: có </a:t>
                </a:r>
                <a14:m>
                  <m:oMath xmlns:m="http://schemas.openxmlformats.org/officeDocument/2006/math">
                    <m:sSubSup>
                      <m:sSubSupPr>
                        <m:ctrlPr>
                          <a:rPr lang="vi-VN" sz="4400" b="1" i="1">
                            <a:latin typeface="Cambria Math" panose="02040503050406030204" pitchFamily="18" charset="0"/>
                            <a:ea typeface="Arial" panose="020B0604020202020204" pitchFamily="34" charset="0"/>
                            <a:cs typeface="Times New Roman" panose="02020603050405020304" pitchFamily="18" charset="0"/>
                          </a:rPr>
                        </m:ctrlPr>
                      </m:sSubSupPr>
                      <m:e>
                        <m:r>
                          <a:rPr lang="vi-VN" sz="4400" b="1" i="1">
                            <a:latin typeface="Cambria Math" panose="02040503050406030204" pitchFamily="18" charset="0"/>
                            <a:ea typeface="Arial" panose="020B0604020202020204" pitchFamily="34" charset="0"/>
                            <a:cs typeface="Times New Roman" panose="02020603050405020304" pitchFamily="18" charset="0"/>
                          </a:rPr>
                          <m:t>𝑪</m:t>
                        </m:r>
                      </m:e>
                      <m:sub>
                        <m:r>
                          <a:rPr lang="vi-VN" sz="4400" b="1" i="1">
                            <a:latin typeface="Cambria Math" panose="02040503050406030204" pitchFamily="18" charset="0"/>
                            <a:ea typeface="Arial" panose="020B0604020202020204" pitchFamily="34" charset="0"/>
                            <a:cs typeface="Times New Roman" panose="02020603050405020304" pitchFamily="18" charset="0"/>
                          </a:rPr>
                          <m:t>𝟓</m:t>
                        </m:r>
                      </m:sub>
                      <m:sup>
                        <m:r>
                          <a:rPr lang="vi-VN" sz="4400" b="1" i="1">
                            <a:latin typeface="Cambria Math" panose="02040503050406030204" pitchFamily="18" charset="0"/>
                            <a:ea typeface="Arial" panose="020B0604020202020204" pitchFamily="34" charset="0"/>
                            <a:cs typeface="Times New Roman" panose="02020603050405020304" pitchFamily="18" charset="0"/>
                          </a:rPr>
                          <m:t>𝟑</m:t>
                        </m:r>
                      </m:sup>
                    </m:sSubSup>
                    <m:r>
                      <a:rPr lang="vi-VN" sz="4400" b="1" i="1">
                        <a:latin typeface="Cambria Math" panose="02040503050406030204" pitchFamily="18" charset="0"/>
                        <a:ea typeface="Arial" panose="020B0604020202020204" pitchFamily="34" charset="0"/>
                        <a:cs typeface="Times New Roman" panose="02020603050405020304" pitchFamily="18" charset="0"/>
                      </a:rPr>
                      <m:t>=</m:t>
                    </m:r>
                    <m:r>
                      <a:rPr lang="vi-VN" sz="4400" b="1" i="1">
                        <a:latin typeface="Cambria Math" panose="02040503050406030204" pitchFamily="18" charset="0"/>
                        <a:ea typeface="Arial" panose="020B0604020202020204" pitchFamily="34" charset="0"/>
                        <a:cs typeface="Times New Roman" panose="02020603050405020304" pitchFamily="18" charset="0"/>
                      </a:rPr>
                      <m:t>𝟏𝟎</m:t>
                    </m:r>
                  </m:oMath>
                </a14:m>
                <a:r>
                  <a:rPr lang="vi-VN" sz="4400" b="1" dirty="0">
                    <a:latin typeface="Tomaho"/>
                    <a:ea typeface="Times New Roman" panose="02020603050405020304" pitchFamily="18" charset="0"/>
                    <a:cs typeface="Times New Roman" panose="02020603050405020304" pitchFamily="18" charset="0"/>
                  </a:rPr>
                  <a:t> </a:t>
                </a:r>
                <a:r>
                  <a:rPr lang="vi-VN" sz="4400" dirty="0">
                    <a:latin typeface="Tomaho"/>
                    <a:ea typeface="Times New Roman" panose="02020603050405020304" pitchFamily="18" charset="0"/>
                    <a:cs typeface="Times New Roman" panose="02020603050405020304" pitchFamily="18" charset="0"/>
                  </a:rPr>
                  <a:t>(cách).</a:t>
                </a:r>
                <a:endParaRPr lang="vi-VN" sz="4400" dirty="0">
                  <a:latin typeface="Tomaho"/>
                  <a:ea typeface="Arial" panose="020B0604020202020204" pitchFamily="34" charset="0"/>
                  <a:cs typeface="Times New Roman" panose="02020603050405020304" pitchFamily="18" charset="0"/>
                </a:endParaRPr>
              </a:p>
              <a:p>
                <a:pPr>
                  <a:spcAft>
                    <a:spcPts val="600"/>
                  </a:spcAft>
                </a:pPr>
                <a:r>
                  <a:rPr lang="vi-VN" sz="4400" dirty="0">
                    <a:latin typeface="Tomaho"/>
                    <a:ea typeface="Times New Roman" panose="02020603050405020304" pitchFamily="18" charset="0"/>
                    <a:cs typeface="Times New Roman" panose="02020603050405020304" pitchFamily="18" charset="0"/>
                  </a:rPr>
                  <a:t>Vậy, theo quy tắc nhân, số các đội hình có thể có (khi đã biết vị trí thủ môn) là:</a:t>
                </a:r>
              </a:p>
              <a:p>
                <a:pPr algn="ctr">
                  <a:spcAft>
                    <a:spcPts val="600"/>
                  </a:spcAft>
                </a:pPr>
                <a14:m>
                  <m:oMath xmlns:m="http://schemas.openxmlformats.org/officeDocument/2006/math">
                    <m:r>
                      <a:rPr lang="vi-VN" sz="4400" b="1" i="1">
                        <a:latin typeface="Cambria Math" panose="02040503050406030204" pitchFamily="18" charset="0"/>
                        <a:ea typeface="Arial" panose="020B0604020202020204" pitchFamily="34" charset="0"/>
                        <a:cs typeface="Times New Roman" panose="02020603050405020304" pitchFamily="18" charset="0"/>
                      </a:rPr>
                      <m:t>𝟑𝟓</m:t>
                    </m:r>
                    <m:r>
                      <a:rPr lang="vi-VN" sz="4400" b="1" i="1">
                        <a:latin typeface="Cambria Math" panose="02040503050406030204" pitchFamily="18" charset="0"/>
                        <a:ea typeface="Arial" panose="020B0604020202020204" pitchFamily="34" charset="0"/>
                        <a:cs typeface="Cambria Math" panose="02040503050406030204" pitchFamily="18" charset="0"/>
                      </a:rPr>
                      <m:t>⋅</m:t>
                    </m:r>
                    <m:r>
                      <a:rPr lang="vi-VN" sz="4400" b="1" i="1">
                        <a:latin typeface="Cambria Math" panose="02040503050406030204" pitchFamily="18" charset="0"/>
                        <a:ea typeface="Arial" panose="020B0604020202020204" pitchFamily="34" charset="0"/>
                        <a:cs typeface="Times New Roman" panose="02020603050405020304" pitchFamily="18" charset="0"/>
                      </a:rPr>
                      <m:t>𝟕𝟎</m:t>
                    </m:r>
                    <m:r>
                      <a:rPr lang="vi-VN" sz="4400" b="1" i="1">
                        <a:latin typeface="Cambria Math" panose="02040503050406030204" pitchFamily="18" charset="0"/>
                        <a:ea typeface="Arial" panose="020B0604020202020204" pitchFamily="34" charset="0"/>
                        <a:cs typeface="Cambria Math" panose="02040503050406030204" pitchFamily="18" charset="0"/>
                      </a:rPr>
                      <m:t>⋅</m:t>
                    </m:r>
                    <m:r>
                      <a:rPr lang="vi-VN" sz="4400" b="1" i="1">
                        <a:latin typeface="Cambria Math" panose="02040503050406030204" pitchFamily="18" charset="0"/>
                        <a:ea typeface="Arial" panose="020B0604020202020204" pitchFamily="34" charset="0"/>
                        <a:cs typeface="Times New Roman" panose="02020603050405020304" pitchFamily="18" charset="0"/>
                      </a:rPr>
                      <m:t>𝟏𝟎</m:t>
                    </m:r>
                    <m:r>
                      <a:rPr lang="vi-VN" sz="4400" b="1" i="1">
                        <a:latin typeface="Cambria Math" panose="02040503050406030204" pitchFamily="18" charset="0"/>
                        <a:ea typeface="Arial" panose="020B0604020202020204" pitchFamily="34" charset="0"/>
                        <a:cs typeface="Times New Roman" panose="02020603050405020304" pitchFamily="18" charset="0"/>
                      </a:rPr>
                      <m:t>=</m:t>
                    </m:r>
                    <m:r>
                      <a:rPr lang="vi-VN" sz="4400" b="1" i="1">
                        <a:latin typeface="Cambria Math" panose="02040503050406030204" pitchFamily="18" charset="0"/>
                        <a:ea typeface="Arial" panose="020B0604020202020204" pitchFamily="34" charset="0"/>
                        <a:cs typeface="Times New Roman" panose="02020603050405020304" pitchFamily="18" charset="0"/>
                      </a:rPr>
                      <m:t>𝟐𝟒</m:t>
                    </m:r>
                    <m:r>
                      <a:rPr lang="vi-VN" sz="4400" b="1" i="1">
                        <a:latin typeface="Cambria Math" panose="02040503050406030204" pitchFamily="18" charset="0"/>
                        <a:ea typeface="Arial" panose="020B0604020202020204" pitchFamily="34" charset="0"/>
                        <a:cs typeface="Times New Roman" panose="02020603050405020304" pitchFamily="18" charset="0"/>
                      </a:rPr>
                      <m:t> </m:t>
                    </m:r>
                    <m:r>
                      <a:rPr lang="vi-VN" sz="4400" b="1" i="1">
                        <a:latin typeface="Cambria Math" panose="02040503050406030204" pitchFamily="18" charset="0"/>
                        <a:ea typeface="Arial" panose="020B0604020202020204" pitchFamily="34" charset="0"/>
                        <a:cs typeface="Times New Roman" panose="02020603050405020304" pitchFamily="18" charset="0"/>
                      </a:rPr>
                      <m:t>𝟓𝟎𝟎</m:t>
                    </m:r>
                  </m:oMath>
                </a14:m>
                <a:r>
                  <a:rPr lang="vi-VN" sz="4400" b="1" dirty="0">
                    <a:latin typeface="Tomaho"/>
                    <a:ea typeface="Times New Roman" panose="02020603050405020304" pitchFamily="18" charset="0"/>
                    <a:cs typeface="Times New Roman" panose="02020603050405020304" pitchFamily="18" charset="0"/>
                  </a:rPr>
                  <a:t>.</a:t>
                </a:r>
                <a:endParaRPr lang="vi-VN"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7" name="TextBox 26">
                <a:extLst>
                  <a:ext uri="{FF2B5EF4-FFF2-40B4-BE49-F238E27FC236}">
                    <a16:creationId xmlns:a16="http://schemas.microsoft.com/office/drawing/2014/main" id="{A2BA0B98-8392-4EA9-820D-3360EAB5C1D7}"/>
                  </a:ext>
                </a:extLst>
              </p:cNvPr>
              <p:cNvSpPr txBox="1">
                <a:spLocks noRot="1" noChangeAspect="1" noMove="1" noResize="1" noEditPoints="1" noAdjustHandles="1" noChangeArrowheads="1" noChangeShapeType="1" noTextEdit="1"/>
              </p:cNvSpPr>
              <p:nvPr/>
            </p:nvSpPr>
            <p:spPr>
              <a:xfrm>
                <a:off x="838200" y="6019800"/>
                <a:ext cx="15392400" cy="6771854"/>
              </a:xfrm>
              <a:prstGeom prst="rect">
                <a:avLst/>
              </a:prstGeom>
              <a:blipFill>
                <a:blip r:embed="rId4"/>
                <a:stretch>
                  <a:fillRect l="-1624" t="-1892" r="-1584" b="-2703"/>
                </a:stretch>
              </a:blipFill>
            </p:spPr>
            <p:txBody>
              <a:bodyPr/>
              <a:lstStyle/>
              <a:p>
                <a:r>
                  <a:rPr lang="en-US">
                    <a:noFill/>
                  </a:rPr>
                  <a:t> </a:t>
                </a:r>
              </a:p>
            </p:txBody>
          </p:sp>
        </mc:Fallback>
      </mc:AlternateContent>
      <p:sp>
        <p:nvSpPr>
          <p:cNvPr id="50" name="Rounded Rectangle 4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4" name="TextBox 5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572268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amond(i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circle(in)">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7">
                                            <p:txEl>
                                              <p:pRg st="0" end="0"/>
                                            </p:txEl>
                                          </p:spTgt>
                                        </p:tgtEl>
                                        <p:attrNameLst>
                                          <p:attrName>style.visibility</p:attrName>
                                        </p:attrNameLst>
                                      </p:cBhvr>
                                      <p:to>
                                        <p:strVal val="visible"/>
                                      </p:to>
                                    </p:set>
                                    <p:animEffect transition="in" filter="wipe(left)">
                                      <p:cBhvr>
                                        <p:cTn id="17" dur="500"/>
                                        <p:tgtEl>
                                          <p:spTgt spid="2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xEl>
                                              <p:pRg st="1" end="1"/>
                                            </p:txEl>
                                          </p:spTgt>
                                        </p:tgtEl>
                                        <p:attrNameLst>
                                          <p:attrName>style.visibility</p:attrName>
                                        </p:attrNameLst>
                                      </p:cBhvr>
                                      <p:to>
                                        <p:strVal val="visible"/>
                                      </p:to>
                                    </p:set>
                                    <p:animEffect transition="in" filter="wipe(left)">
                                      <p:cBhvr>
                                        <p:cTn id="22" dur="500"/>
                                        <p:tgtEl>
                                          <p:spTgt spid="2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7">
                                            <p:txEl>
                                              <p:pRg st="2" end="2"/>
                                            </p:txEl>
                                          </p:spTgt>
                                        </p:tgtEl>
                                        <p:attrNameLst>
                                          <p:attrName>style.visibility</p:attrName>
                                        </p:attrNameLst>
                                      </p:cBhvr>
                                      <p:to>
                                        <p:strVal val="visible"/>
                                      </p:to>
                                    </p:set>
                                    <p:animEffect transition="in" filter="wipe(left)">
                                      <p:cBhvr>
                                        <p:cTn id="27" dur="500"/>
                                        <p:tgtEl>
                                          <p:spTgt spid="2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7">
                                            <p:txEl>
                                              <p:pRg st="3" end="3"/>
                                            </p:txEl>
                                          </p:spTgt>
                                        </p:tgtEl>
                                        <p:attrNameLst>
                                          <p:attrName>style.visibility</p:attrName>
                                        </p:attrNameLst>
                                      </p:cBhvr>
                                      <p:to>
                                        <p:strVal val="visible"/>
                                      </p:to>
                                    </p:set>
                                    <p:animEffect transition="in" filter="wipe(left)">
                                      <p:cBhvr>
                                        <p:cTn id="32" dur="500"/>
                                        <p:tgtEl>
                                          <p:spTgt spid="27">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7">
                                            <p:txEl>
                                              <p:pRg st="4" end="4"/>
                                            </p:txEl>
                                          </p:spTgt>
                                        </p:tgtEl>
                                        <p:attrNameLst>
                                          <p:attrName>style.visibility</p:attrName>
                                        </p:attrNameLst>
                                      </p:cBhvr>
                                      <p:to>
                                        <p:strVal val="visible"/>
                                      </p:to>
                                    </p:set>
                                    <p:animEffect transition="in" filter="wipe(left)">
                                      <p:cBhvr>
                                        <p:cTn id="37" dur="500"/>
                                        <p:tgtEl>
                                          <p:spTgt spid="27">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7">
                                            <p:txEl>
                                              <p:pRg st="5" end="5"/>
                                            </p:txEl>
                                          </p:spTgt>
                                        </p:tgtEl>
                                        <p:attrNameLst>
                                          <p:attrName>style.visibility</p:attrName>
                                        </p:attrNameLst>
                                      </p:cBhvr>
                                      <p:to>
                                        <p:strVal val="visible"/>
                                      </p:to>
                                    </p:set>
                                    <p:animEffect transition="in" filter="wipe(left)">
                                      <p:cBhvr>
                                        <p:cTn id="42" dur="500"/>
                                        <p:tgtEl>
                                          <p:spTgt spid="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33400" y="6934200"/>
            <a:ext cx="23506006" cy="6172200"/>
            <a:chOff x="1222851" y="5331408"/>
            <a:chExt cx="23580257" cy="5866548"/>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5632821"/>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vi-VN" sz="4600" dirty="0">
                <a:solidFill>
                  <a:schemeClr val="tx1"/>
                </a:solidFill>
                <a:latin typeface="Tomaho"/>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41" name="Group 40">
            <a:extLst>
              <a:ext uri="{FF2B5EF4-FFF2-40B4-BE49-F238E27FC236}">
                <a16:creationId xmlns:a16="http://schemas.microsoft.com/office/drawing/2014/main" id="{15956DCF-BE81-49BD-AEFD-E1B23CD9355B}"/>
              </a:ext>
            </a:extLst>
          </p:cNvPr>
          <p:cNvGrpSpPr/>
          <p:nvPr/>
        </p:nvGrpSpPr>
        <p:grpSpPr>
          <a:xfrm>
            <a:off x="304800" y="2971800"/>
            <a:ext cx="23699787" cy="3505200"/>
            <a:chOff x="304800" y="2971801"/>
            <a:chExt cx="23699787" cy="3505200"/>
          </a:xfrm>
        </p:grpSpPr>
        <p:sp>
          <p:nvSpPr>
            <p:cNvPr id="42" name="Rounded Rectangle 19">
              <a:extLst>
                <a:ext uri="{FF2B5EF4-FFF2-40B4-BE49-F238E27FC236}">
                  <a16:creationId xmlns:a16="http://schemas.microsoft.com/office/drawing/2014/main" id="{77A07A8C-0C66-46F5-9492-F3FF15272385}"/>
                </a:ext>
              </a:extLst>
            </p:cNvPr>
            <p:cNvSpPr/>
            <p:nvPr/>
          </p:nvSpPr>
          <p:spPr>
            <a:xfrm>
              <a:off x="491838" y="3220628"/>
              <a:ext cx="23512749" cy="325637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3" name="Group 42">
              <a:extLst>
                <a:ext uri="{FF2B5EF4-FFF2-40B4-BE49-F238E27FC236}">
                  <a16:creationId xmlns:a16="http://schemas.microsoft.com/office/drawing/2014/main" id="{731AF5AF-AB66-43AD-977A-4DB2F036BF08}"/>
                </a:ext>
              </a:extLst>
            </p:cNvPr>
            <p:cNvGrpSpPr/>
            <p:nvPr/>
          </p:nvGrpSpPr>
          <p:grpSpPr>
            <a:xfrm>
              <a:off x="304800" y="2971801"/>
              <a:ext cx="3352798" cy="761999"/>
              <a:chOff x="22440" y="38104"/>
              <a:chExt cx="1081043" cy="212727"/>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59287"/>
                <a:ext cx="1081043" cy="191544"/>
                <a:chOff x="31572" y="60276"/>
                <a:chExt cx="1521047" cy="237047"/>
              </a:xfrm>
            </p:grpSpPr>
            <p:sp>
              <p:nvSpPr>
                <p:cNvPr id="46" name="Arrow: Pentagon 45">
                  <a:extLst>
                    <a:ext uri="{FF2B5EF4-FFF2-40B4-BE49-F238E27FC236}">
                      <a16:creationId xmlns:a16="http://schemas.microsoft.com/office/drawing/2014/main" id="{E4DD6093-8752-4E91-AA4A-F0A093044FF9}"/>
                    </a:ext>
                  </a:extLst>
                </p:cNvPr>
                <p:cNvSpPr/>
                <p:nvPr/>
              </p:nvSpPr>
              <p:spPr>
                <a:xfrm>
                  <a:off x="204584" y="62042"/>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38104"/>
                <a:ext cx="807002" cy="191454"/>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Vận dụng</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22" name="Group 21">
            <a:extLst>
              <a:ext uri="{FF2B5EF4-FFF2-40B4-BE49-F238E27FC236}">
                <a16:creationId xmlns:a16="http://schemas.microsoft.com/office/drawing/2014/main" id="{7C5716A5-7EDD-431D-8E5F-03312424BB50}"/>
              </a:ext>
            </a:extLst>
          </p:cNvPr>
          <p:cNvGrpSpPr/>
          <p:nvPr/>
        </p:nvGrpSpPr>
        <p:grpSpPr>
          <a:xfrm>
            <a:off x="381000" y="1904999"/>
            <a:ext cx="23219986" cy="815609"/>
            <a:chOff x="381000" y="1904999"/>
            <a:chExt cx="23219986" cy="815609"/>
          </a:xfrm>
        </p:grpSpPr>
        <p:sp>
          <p:nvSpPr>
            <p:cNvPr id="23" name="Rectangle 22">
              <a:extLst>
                <a:ext uri="{FF2B5EF4-FFF2-40B4-BE49-F238E27FC236}">
                  <a16:creationId xmlns:a16="http://schemas.microsoft.com/office/drawing/2014/main" id="{2AD142A7-F079-4414-9DF1-BC8E153448FD}"/>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ỨNG DỤNG HOÁN VỊ, CHỈNH HỢP, TỔ HỢP VÀO CÁC BÀI TOÁN ĐẾM</a:t>
              </a:r>
            </a:p>
          </p:txBody>
        </p:sp>
        <p:sp>
          <p:nvSpPr>
            <p:cNvPr id="24" name="Round Same Side Corner Rectangle 51">
              <a:extLst>
                <a:ext uri="{FF2B5EF4-FFF2-40B4-BE49-F238E27FC236}">
                  <a16:creationId xmlns:a16="http://schemas.microsoft.com/office/drawing/2014/main" id="{0F45F1E8-5B34-427B-9F0B-CFCE856DD162}"/>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5" name="TextBox 24">
              <a:extLst>
                <a:ext uri="{FF2B5EF4-FFF2-40B4-BE49-F238E27FC236}">
                  <a16:creationId xmlns:a16="http://schemas.microsoft.com/office/drawing/2014/main" id="{5B436881-E5A8-43E0-87EF-BB595CABE376}"/>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6" name="Round Same Side Corner Rectangle 51">
              <a:extLst>
                <a:ext uri="{FF2B5EF4-FFF2-40B4-BE49-F238E27FC236}">
                  <a16:creationId xmlns:a16="http://schemas.microsoft.com/office/drawing/2014/main" id="{65397FD9-B221-4101-987E-6063A29FA871}"/>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7" name="TextBox 26">
              <a:extLst>
                <a:ext uri="{FF2B5EF4-FFF2-40B4-BE49-F238E27FC236}">
                  <a16:creationId xmlns:a16="http://schemas.microsoft.com/office/drawing/2014/main" id="{17C84AA2-F551-4B53-8344-7B99700DEC3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grpSp>
      <p:sp>
        <p:nvSpPr>
          <p:cNvPr id="28" name="TextBox 27">
            <a:extLst>
              <a:ext uri="{FF2B5EF4-FFF2-40B4-BE49-F238E27FC236}">
                <a16:creationId xmlns:a16="http://schemas.microsoft.com/office/drawing/2014/main" id="{A7825A4C-8E56-4B3F-91DB-B1AB695BEFF0}"/>
              </a:ext>
            </a:extLst>
          </p:cNvPr>
          <p:cNvSpPr txBox="1"/>
          <p:nvPr/>
        </p:nvSpPr>
        <p:spPr>
          <a:xfrm>
            <a:off x="914400" y="3962400"/>
            <a:ext cx="22936200" cy="2954655"/>
          </a:xfrm>
          <a:prstGeom prst="rect">
            <a:avLst/>
          </a:prstGeom>
          <a:noFill/>
        </p:spPr>
        <p:txBody>
          <a:bodyPr wrap="square" rtlCol="0">
            <a:spAutoFit/>
          </a:bodyPr>
          <a:lstStyle/>
          <a:p>
            <a:pPr>
              <a:spcBef>
                <a:spcPts val="600"/>
              </a:spcBef>
            </a:pPr>
            <a:r>
              <a:rPr lang="vi-VN" sz="4400" dirty="0">
                <a:latin typeface="Tahoma" panose="020B0604030504040204" pitchFamily="34" charset="0"/>
                <a:ea typeface="Tahoma" panose="020B0604030504040204" pitchFamily="34" charset="0"/>
                <a:cs typeface="Tahoma" panose="020B0604030504040204" pitchFamily="34" charset="0"/>
              </a:rPr>
              <a:t>Một câu lạc bộ có 20 học sinh.</a:t>
            </a:r>
          </a:p>
          <a:p>
            <a:pPr algn="just">
              <a:spcBef>
                <a:spcPts val="600"/>
              </a:spcBef>
            </a:pPr>
            <a:r>
              <a:rPr lang="vi-VN" sz="4400" dirty="0">
                <a:latin typeface="Tahoma" panose="020B0604030504040204" pitchFamily="34" charset="0"/>
                <a:ea typeface="Tahoma" panose="020B0604030504040204" pitchFamily="34" charset="0"/>
                <a:cs typeface="Tahoma" panose="020B0604030504040204" pitchFamily="34" charset="0"/>
              </a:rPr>
              <a:t>a) Có bao nhiêu cách chọn 6 thành viên vào Ban quản lí?</a:t>
            </a:r>
          </a:p>
          <a:p>
            <a:pPr>
              <a:spcBef>
                <a:spcPts val="600"/>
              </a:spcBef>
            </a:pPr>
            <a:r>
              <a:rPr lang="vi-VN" sz="4400" dirty="0">
                <a:latin typeface="Tahoma" panose="020B0604030504040204" pitchFamily="34" charset="0"/>
                <a:ea typeface="Tahoma" panose="020B0604030504040204" pitchFamily="34" charset="0"/>
                <a:cs typeface="Tahoma" panose="020B0604030504040204" pitchFamily="34" charset="0"/>
              </a:rPr>
              <a:t>b) Có bao nhiêu cách chọn Trưởng ban, 1 Phó ban, 4 thành viên khác vào Ban quản lí?</a:t>
            </a:r>
          </a:p>
          <a:p>
            <a:pPr algn="ctr">
              <a:spcAft>
                <a:spcPts val="600"/>
              </a:spcAft>
            </a:pPr>
            <a:endParaRPr lang="vi-VN"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5028F85-2676-4A2C-9393-37D353EB49E8}"/>
                  </a:ext>
                </a:extLst>
              </p:cNvPr>
              <p:cNvSpPr txBox="1"/>
              <p:nvPr/>
            </p:nvSpPr>
            <p:spPr>
              <a:xfrm>
                <a:off x="762000" y="8305800"/>
                <a:ext cx="22936200" cy="3591496"/>
              </a:xfrm>
              <a:prstGeom prst="rect">
                <a:avLst/>
              </a:prstGeom>
              <a:noFill/>
            </p:spPr>
            <p:txBody>
              <a:bodyPr wrap="square" rtlCol="0">
                <a:spAutoFit/>
              </a:bodyPr>
              <a:lstStyle/>
              <a:p>
                <a:r>
                  <a:rPr lang="vi-VN" sz="5000" dirty="0">
                    <a:latin typeface="Tomaho"/>
                  </a:rPr>
                  <a:t>a) Mỗi cách chọn </a:t>
                </a:r>
                <a14:m>
                  <m:oMath xmlns:m="http://schemas.openxmlformats.org/officeDocument/2006/math">
                    <m:r>
                      <a:rPr lang="vi-VN" sz="5000" i="1">
                        <a:latin typeface="Cambria Math" panose="02040503050406030204" pitchFamily="18" charset="0"/>
                      </a:rPr>
                      <m:t>6</m:t>
                    </m:r>
                  </m:oMath>
                </a14:m>
                <a:r>
                  <a:rPr lang="vi-VN" sz="5000" dirty="0">
                    <a:latin typeface="Tomaho"/>
                  </a:rPr>
                  <a:t> thành viên từ </a:t>
                </a:r>
                <a14:m>
                  <m:oMath xmlns:m="http://schemas.openxmlformats.org/officeDocument/2006/math">
                    <m:r>
                      <a:rPr lang="vi-VN" sz="5000" i="1">
                        <a:latin typeface="Cambria Math" panose="02040503050406030204" pitchFamily="18" charset="0"/>
                      </a:rPr>
                      <m:t>20</m:t>
                    </m:r>
                  </m:oMath>
                </a14:m>
                <a:r>
                  <a:rPr lang="vi-VN" sz="5000" dirty="0">
                    <a:latin typeface="Tomaho"/>
                  </a:rPr>
                  <a:t> học sinh là một tổ hợp chập </a:t>
                </a:r>
                <a14:m>
                  <m:oMath xmlns:m="http://schemas.openxmlformats.org/officeDocument/2006/math">
                    <m:r>
                      <a:rPr lang="vi-VN" sz="5000" i="1">
                        <a:latin typeface="Cambria Math" panose="02040503050406030204" pitchFamily="18" charset="0"/>
                      </a:rPr>
                      <m:t>6</m:t>
                    </m:r>
                  </m:oMath>
                </a14:m>
                <a:r>
                  <a:rPr lang="vi-VN" sz="5000" dirty="0">
                    <a:latin typeface="Tomaho"/>
                  </a:rPr>
                  <a:t> của </a:t>
                </a:r>
                <a14:m>
                  <m:oMath xmlns:m="http://schemas.openxmlformats.org/officeDocument/2006/math">
                    <m:r>
                      <a:rPr lang="vi-VN" sz="5000" i="1">
                        <a:latin typeface="Cambria Math" panose="02040503050406030204" pitchFamily="18" charset="0"/>
                      </a:rPr>
                      <m:t>20</m:t>
                    </m:r>
                  </m:oMath>
                </a14:m>
                <a:r>
                  <a:rPr lang="vi-VN" sz="5000" dirty="0">
                    <a:latin typeface="Tomaho"/>
                  </a:rPr>
                  <a:t>.</a:t>
                </a:r>
              </a:p>
              <a:p>
                <a:r>
                  <a:rPr lang="vi-VN" sz="5000" dirty="0">
                    <a:latin typeface="Tomaho"/>
                  </a:rPr>
                  <a:t>Vậy, số cách chọn </a:t>
                </a:r>
                <a14:m>
                  <m:oMath xmlns:m="http://schemas.openxmlformats.org/officeDocument/2006/math">
                    <m:r>
                      <a:rPr lang="vi-VN" sz="5000" i="1">
                        <a:latin typeface="Cambria Math" panose="02040503050406030204" pitchFamily="18" charset="0"/>
                      </a:rPr>
                      <m:t>6</m:t>
                    </m:r>
                  </m:oMath>
                </a14:m>
                <a:r>
                  <a:rPr lang="vi-VN" sz="5000" dirty="0">
                    <a:latin typeface="Tomaho"/>
                  </a:rPr>
                  <a:t> thành viên vào Ban quản lí là:</a:t>
                </a:r>
              </a:p>
              <a:p>
                <a:pPr algn="ctr"/>
                <a:r>
                  <a:rPr lang="vi-VN" sz="5000" b="1" dirty="0">
                    <a:latin typeface="Tomaho"/>
                  </a:rPr>
                  <a:t> </a:t>
                </a:r>
                <a14:m>
                  <m:oMath xmlns:m="http://schemas.openxmlformats.org/officeDocument/2006/math">
                    <m:sSubSup>
                      <m:sSubSupPr>
                        <m:ctrlPr>
                          <a:rPr lang="vi-VN" sz="5000" b="1" i="1">
                            <a:latin typeface="Cambria Math" panose="02040503050406030204" pitchFamily="18" charset="0"/>
                          </a:rPr>
                        </m:ctrlPr>
                      </m:sSubSupPr>
                      <m:e>
                        <m:r>
                          <a:rPr lang="vi-VN" sz="5000" b="1" i="1">
                            <a:latin typeface="Cambria Math" panose="02040503050406030204" pitchFamily="18" charset="0"/>
                          </a:rPr>
                          <m:t>𝑪</m:t>
                        </m:r>
                      </m:e>
                      <m:sub>
                        <m:r>
                          <a:rPr lang="vi-VN" sz="5000" b="1" i="1">
                            <a:latin typeface="Cambria Math" panose="02040503050406030204" pitchFamily="18" charset="0"/>
                          </a:rPr>
                          <m:t>𝟐𝟎</m:t>
                        </m:r>
                      </m:sub>
                      <m:sup>
                        <m:r>
                          <a:rPr lang="vi-VN" sz="5000" b="1" i="1">
                            <a:latin typeface="Cambria Math" panose="02040503050406030204" pitchFamily="18" charset="0"/>
                          </a:rPr>
                          <m:t>𝟔</m:t>
                        </m:r>
                      </m:sup>
                    </m:sSubSup>
                    <m:r>
                      <a:rPr lang="vi-VN" sz="5000" b="1" i="1">
                        <a:latin typeface="Cambria Math" panose="02040503050406030204" pitchFamily="18" charset="0"/>
                      </a:rPr>
                      <m:t>=</m:t>
                    </m:r>
                    <m:f>
                      <m:fPr>
                        <m:ctrlPr>
                          <a:rPr lang="vi-VN" sz="5000" b="1" i="1">
                            <a:latin typeface="Cambria Math" panose="02040503050406030204" pitchFamily="18" charset="0"/>
                          </a:rPr>
                        </m:ctrlPr>
                      </m:fPr>
                      <m:num>
                        <m:r>
                          <a:rPr lang="vi-VN" sz="5000" b="1" i="1">
                            <a:latin typeface="Cambria Math" panose="02040503050406030204" pitchFamily="18" charset="0"/>
                          </a:rPr>
                          <m:t>𝟐𝟎</m:t>
                        </m:r>
                        <m:r>
                          <a:rPr lang="vi-VN" sz="5000" b="1" i="1">
                            <a:latin typeface="Cambria Math" panose="02040503050406030204" pitchFamily="18" charset="0"/>
                          </a:rPr>
                          <m:t>!</m:t>
                        </m:r>
                      </m:num>
                      <m:den>
                        <m:d>
                          <m:dPr>
                            <m:ctrlPr>
                              <a:rPr lang="vi-VN" sz="5000" b="1" i="1">
                                <a:latin typeface="Cambria Math" panose="02040503050406030204" pitchFamily="18" charset="0"/>
                              </a:rPr>
                            </m:ctrlPr>
                          </m:dPr>
                          <m:e>
                            <m:r>
                              <a:rPr lang="vi-VN" sz="5000" b="1" i="1">
                                <a:latin typeface="Cambria Math" panose="02040503050406030204" pitchFamily="18" charset="0"/>
                              </a:rPr>
                              <m:t>𝟐𝟎</m:t>
                            </m:r>
                            <m:r>
                              <a:rPr lang="vi-VN" sz="5000" b="1" i="1">
                                <a:latin typeface="Cambria Math" panose="02040503050406030204" pitchFamily="18" charset="0"/>
                              </a:rPr>
                              <m:t>−</m:t>
                            </m:r>
                            <m:r>
                              <a:rPr lang="vi-VN" sz="5000" b="1" i="1">
                                <a:latin typeface="Cambria Math" panose="02040503050406030204" pitchFamily="18" charset="0"/>
                              </a:rPr>
                              <m:t>𝟔</m:t>
                            </m:r>
                          </m:e>
                        </m:d>
                        <m:r>
                          <a:rPr lang="vi-VN" sz="5000" b="1" i="1">
                            <a:latin typeface="Cambria Math" panose="02040503050406030204" pitchFamily="18" charset="0"/>
                          </a:rPr>
                          <m:t>!</m:t>
                        </m:r>
                        <m:r>
                          <a:rPr lang="vi-VN" sz="5000" b="1" i="1">
                            <a:latin typeface="Cambria Math" panose="02040503050406030204" pitchFamily="18" charset="0"/>
                          </a:rPr>
                          <m:t>𝟔</m:t>
                        </m:r>
                        <m:r>
                          <a:rPr lang="vi-VN" sz="5000" b="1" i="1">
                            <a:latin typeface="Cambria Math" panose="02040503050406030204" pitchFamily="18" charset="0"/>
                          </a:rPr>
                          <m:t>!</m:t>
                        </m:r>
                      </m:den>
                    </m:f>
                    <m:r>
                      <a:rPr lang="vi-VN" sz="5000" b="1" i="1">
                        <a:latin typeface="Cambria Math" panose="02040503050406030204" pitchFamily="18" charset="0"/>
                      </a:rPr>
                      <m:t>=</m:t>
                    </m:r>
                    <m:f>
                      <m:fPr>
                        <m:ctrlPr>
                          <a:rPr lang="vi-VN" sz="5000" b="1" i="1">
                            <a:latin typeface="Cambria Math" panose="02040503050406030204" pitchFamily="18" charset="0"/>
                          </a:rPr>
                        </m:ctrlPr>
                      </m:fPr>
                      <m:num>
                        <m:r>
                          <a:rPr lang="vi-VN" sz="5000" b="1" i="1">
                            <a:latin typeface="Cambria Math" panose="02040503050406030204" pitchFamily="18" charset="0"/>
                          </a:rPr>
                          <m:t>𝟐𝟎</m:t>
                        </m:r>
                        <m:r>
                          <a:rPr lang="vi-VN" sz="5000" b="1" i="1">
                            <a:latin typeface="Cambria Math" panose="02040503050406030204" pitchFamily="18" charset="0"/>
                          </a:rPr>
                          <m:t>!</m:t>
                        </m:r>
                      </m:num>
                      <m:den>
                        <m:r>
                          <a:rPr lang="vi-VN" sz="5000" b="1" i="1">
                            <a:latin typeface="Cambria Math" panose="02040503050406030204" pitchFamily="18" charset="0"/>
                          </a:rPr>
                          <m:t>𝟏𝟒</m:t>
                        </m:r>
                        <m:r>
                          <a:rPr lang="vi-VN" sz="5000" b="1" i="1">
                            <a:latin typeface="Cambria Math" panose="02040503050406030204" pitchFamily="18" charset="0"/>
                          </a:rPr>
                          <m:t>!</m:t>
                        </m:r>
                        <m:r>
                          <a:rPr lang="vi-VN" sz="5000" b="1" i="1">
                            <a:latin typeface="Cambria Math" panose="02040503050406030204" pitchFamily="18" charset="0"/>
                          </a:rPr>
                          <m:t>𝟔</m:t>
                        </m:r>
                        <m:r>
                          <a:rPr lang="vi-VN" sz="5000" b="1" i="1">
                            <a:latin typeface="Cambria Math" panose="02040503050406030204" pitchFamily="18" charset="0"/>
                          </a:rPr>
                          <m:t>!</m:t>
                        </m:r>
                      </m:den>
                    </m:f>
                    <m:r>
                      <a:rPr lang="vi-VN" sz="5000" b="1" i="1">
                        <a:latin typeface="Cambria Math" panose="02040503050406030204" pitchFamily="18" charset="0"/>
                      </a:rPr>
                      <m:t>=</m:t>
                    </m:r>
                    <m:r>
                      <a:rPr lang="vi-VN" sz="5000" b="1" i="1">
                        <a:latin typeface="Cambria Math" panose="02040503050406030204" pitchFamily="18" charset="0"/>
                      </a:rPr>
                      <m:t>𝟑𝟖𝟕𝟔𝟎</m:t>
                    </m:r>
                  </m:oMath>
                </a14:m>
                <a:r>
                  <a:rPr lang="vi-VN" sz="5000" b="1" dirty="0">
                    <a:latin typeface="Tomaho"/>
                  </a:rPr>
                  <a:t>.</a:t>
                </a:r>
              </a:p>
              <a:p>
                <a:pPr algn="ctr">
                  <a:spcAft>
                    <a:spcPts val="600"/>
                  </a:spcAft>
                </a:pPr>
                <a:endParaRPr lang="vi-VN" sz="50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05028F85-2676-4A2C-9393-37D353EB49E8}"/>
                  </a:ext>
                </a:extLst>
              </p:cNvPr>
              <p:cNvSpPr txBox="1">
                <a:spLocks noRot="1" noChangeAspect="1" noMove="1" noResize="1" noEditPoints="1" noAdjustHandles="1" noChangeArrowheads="1" noChangeShapeType="1" noTextEdit="1"/>
              </p:cNvSpPr>
              <p:nvPr/>
            </p:nvSpPr>
            <p:spPr>
              <a:xfrm>
                <a:off x="762000" y="8305800"/>
                <a:ext cx="22936200" cy="3591496"/>
              </a:xfrm>
              <a:prstGeom prst="rect">
                <a:avLst/>
              </a:prstGeom>
              <a:blipFill>
                <a:blip r:embed="rId3"/>
                <a:stretch>
                  <a:fillRect l="-1276" t="-4075"/>
                </a:stretch>
              </a:blipFill>
            </p:spPr>
            <p:txBody>
              <a:bodyPr/>
              <a:lstStyle/>
              <a:p>
                <a:r>
                  <a:rPr lang="vi-VN">
                    <a:noFill/>
                  </a:rPr>
                  <a:t> </a:t>
                </a:r>
              </a:p>
            </p:txBody>
          </p:sp>
        </mc:Fallback>
      </mc:AlternateContent>
      <p:sp>
        <p:nvSpPr>
          <p:cNvPr id="50" name="Rounded Rectangle 4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4" name="TextBox 5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85210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wipe(left)">
                                      <p:cBhvr>
                                        <p:cTn id="7" dur="500"/>
                                        <p:tgtEl>
                                          <p:spTgt spid="28">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animEffect transition="in" filter="wipe(left)">
                                      <p:cBhvr>
                                        <p:cTn id="11" dur="500"/>
                                        <p:tgtEl>
                                          <p:spTgt spid="28">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animEffect transition="in" filter="wipe(left)">
                                      <p:cBhvr>
                                        <p:cTn id="15" dur="500"/>
                                        <p:tgtEl>
                                          <p:spTgt spid="28">
                                            <p:txEl>
                                              <p:pRg st="2" end="2"/>
                                            </p:txEl>
                                          </p:spTgt>
                                        </p:tgtEl>
                                      </p:cBhvr>
                                    </p:animEffect>
                                  </p:childTnLst>
                                </p:cTn>
                              </p:par>
                            </p:childTnLst>
                          </p:cTn>
                        </p:par>
                        <p:par>
                          <p:cTn id="16" fill="hold">
                            <p:stCondLst>
                              <p:cond delay="1500"/>
                            </p:stCondLst>
                            <p:childTnLst>
                              <p:par>
                                <p:cTn id="17" presetID="8" presetClass="entr" presetSubtype="16"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diamond(in)">
                                      <p:cBhvr>
                                        <p:cTn id="19" dur="5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9">
                                            <p:txEl>
                                              <p:pRg st="0" end="0"/>
                                            </p:txEl>
                                          </p:spTgt>
                                        </p:tgtEl>
                                        <p:attrNameLst>
                                          <p:attrName>style.visibility</p:attrName>
                                        </p:attrNameLst>
                                      </p:cBhvr>
                                      <p:to>
                                        <p:strVal val="visible"/>
                                      </p:to>
                                    </p:set>
                                    <p:animEffect transition="in" filter="wipe(left)">
                                      <p:cBhvr>
                                        <p:cTn id="24" dur="500"/>
                                        <p:tgtEl>
                                          <p:spTgt spid="29">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9">
                                            <p:txEl>
                                              <p:pRg st="1" end="1"/>
                                            </p:txEl>
                                          </p:spTgt>
                                        </p:tgtEl>
                                        <p:attrNameLst>
                                          <p:attrName>style.visibility</p:attrName>
                                        </p:attrNameLst>
                                      </p:cBhvr>
                                      <p:to>
                                        <p:strVal val="visible"/>
                                      </p:to>
                                    </p:set>
                                    <p:animEffect transition="in" filter="wipe(left)">
                                      <p:cBhvr>
                                        <p:cTn id="29" dur="500"/>
                                        <p:tgtEl>
                                          <p:spTgt spid="29">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9">
                                            <p:txEl>
                                              <p:pRg st="2" end="2"/>
                                            </p:txEl>
                                          </p:spTgt>
                                        </p:tgtEl>
                                        <p:attrNameLst>
                                          <p:attrName>style.visibility</p:attrName>
                                        </p:attrNameLst>
                                      </p:cBhvr>
                                      <p:to>
                                        <p:strVal val="visible"/>
                                      </p:to>
                                    </p:set>
                                    <p:animEffect transition="in" filter="wipe(left)">
                                      <p:cBhvr>
                                        <p:cTn id="34" dur="500"/>
                                        <p:tgtEl>
                                          <p:spTgt spid="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33400" y="6705600"/>
            <a:ext cx="23506006" cy="6781800"/>
            <a:chOff x="1222851" y="5331408"/>
            <a:chExt cx="23580257" cy="6445960"/>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6212233"/>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vi-VN" dirty="0"/>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20" name="Group 19">
            <a:extLst>
              <a:ext uri="{FF2B5EF4-FFF2-40B4-BE49-F238E27FC236}">
                <a16:creationId xmlns:a16="http://schemas.microsoft.com/office/drawing/2014/main" id="{9242E35A-A8C1-4ADF-B242-BA0AE67CB383}"/>
              </a:ext>
            </a:extLst>
          </p:cNvPr>
          <p:cNvGrpSpPr/>
          <p:nvPr/>
        </p:nvGrpSpPr>
        <p:grpSpPr>
          <a:xfrm>
            <a:off x="381000" y="1904999"/>
            <a:ext cx="23219986" cy="815609"/>
            <a:chOff x="381000" y="1904999"/>
            <a:chExt cx="23219986" cy="815609"/>
          </a:xfrm>
        </p:grpSpPr>
        <p:sp>
          <p:nvSpPr>
            <p:cNvPr id="21" name="Rectangle 20">
              <a:extLst>
                <a:ext uri="{FF2B5EF4-FFF2-40B4-BE49-F238E27FC236}">
                  <a16:creationId xmlns:a16="http://schemas.microsoft.com/office/drawing/2014/main" id="{87375612-1567-4855-8139-290B72AD6861}"/>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ỨNG DỤNG HOÁN VỊ, CHỈNH HỢP, TỔ HỢP VÀO CÁC BÀI TOÁN ĐẾM</a:t>
              </a:r>
            </a:p>
          </p:txBody>
        </p:sp>
        <p:sp>
          <p:nvSpPr>
            <p:cNvPr id="22" name="Round Same Side Corner Rectangle 51">
              <a:extLst>
                <a:ext uri="{FF2B5EF4-FFF2-40B4-BE49-F238E27FC236}">
                  <a16:creationId xmlns:a16="http://schemas.microsoft.com/office/drawing/2014/main" id="{C5C98E60-89AD-494F-8014-07C1114EFB1C}"/>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E79609F4-BC50-483F-8815-2EFE03DBDDAF}"/>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4" name="Round Same Side Corner Rectangle 51">
              <a:extLst>
                <a:ext uri="{FF2B5EF4-FFF2-40B4-BE49-F238E27FC236}">
                  <a16:creationId xmlns:a16="http://schemas.microsoft.com/office/drawing/2014/main" id="{05D4DA5C-1489-4FD3-833C-F787109D47B7}"/>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5" name="TextBox 24">
              <a:extLst>
                <a:ext uri="{FF2B5EF4-FFF2-40B4-BE49-F238E27FC236}">
                  <a16:creationId xmlns:a16="http://schemas.microsoft.com/office/drawing/2014/main" id="{9B3828D3-2707-49FC-A3F8-F9681E19EB21}"/>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E1B3A97-2DF2-4DCD-99DC-B5A87CD0B7E5}"/>
                  </a:ext>
                </a:extLst>
              </p:cNvPr>
              <p:cNvSpPr txBox="1"/>
              <p:nvPr/>
            </p:nvSpPr>
            <p:spPr>
              <a:xfrm>
                <a:off x="838200" y="7620000"/>
                <a:ext cx="22936200" cy="5922712"/>
              </a:xfrm>
              <a:prstGeom prst="rect">
                <a:avLst/>
              </a:prstGeom>
              <a:noFill/>
            </p:spPr>
            <p:txBody>
              <a:bodyPr wrap="square" rtlCol="0">
                <a:spAutoFit/>
              </a:bodyPr>
              <a:lstStyle/>
              <a:p>
                <a:pPr algn="just"/>
                <a:r>
                  <a:rPr lang="vi-VN" sz="5400" dirty="0">
                    <a:latin typeface="Tomaho"/>
                  </a:rPr>
                  <a:t>b) Để chọn được Trưởng ban, </a:t>
                </a:r>
                <a14:m>
                  <m:oMath xmlns:m="http://schemas.openxmlformats.org/officeDocument/2006/math">
                    <m:r>
                      <a:rPr lang="vi-VN" sz="5400" i="1">
                        <a:latin typeface="Cambria Math" panose="02040503050406030204" pitchFamily="18" charset="0"/>
                      </a:rPr>
                      <m:t>1</m:t>
                    </m:r>
                  </m:oMath>
                </a14:m>
                <a:r>
                  <a:rPr lang="vi-VN" sz="5400" dirty="0">
                    <a:latin typeface="Tomaho"/>
                  </a:rPr>
                  <a:t> Phó ban, </a:t>
                </a:r>
                <a14:m>
                  <m:oMath xmlns:m="http://schemas.openxmlformats.org/officeDocument/2006/math">
                    <m:r>
                      <a:rPr lang="vi-VN" sz="5400" i="1">
                        <a:latin typeface="Cambria Math" panose="02040503050406030204" pitchFamily="18" charset="0"/>
                      </a:rPr>
                      <m:t>4</m:t>
                    </m:r>
                  </m:oMath>
                </a14:m>
                <a:r>
                  <a:rPr lang="vi-VN" sz="5400" dirty="0">
                    <a:latin typeface="Tomaho"/>
                  </a:rPr>
                  <a:t> thành viên khác vào Ban quản lí ta thực hiện các công đoạn sau:</a:t>
                </a:r>
              </a:p>
              <a:p>
                <a:pPr algn="just"/>
                <a:r>
                  <a:rPr lang="vi-VN" sz="5400" dirty="0">
                    <a:latin typeface="Tomaho"/>
                  </a:rPr>
                  <a:t>  1. Chọn Trưởng ban (</a:t>
                </a:r>
                <a14:m>
                  <m:oMath xmlns:m="http://schemas.openxmlformats.org/officeDocument/2006/math">
                    <m:r>
                      <a:rPr lang="vi-VN" sz="5400" i="1">
                        <a:latin typeface="Cambria Math" panose="02040503050406030204" pitchFamily="18" charset="0"/>
                      </a:rPr>
                      <m:t>1</m:t>
                    </m:r>
                  </m:oMath>
                </a14:m>
                <a:r>
                  <a:rPr lang="vi-VN" sz="5400" dirty="0">
                    <a:latin typeface="Tomaho"/>
                  </a:rPr>
                  <a:t> người) từ </a:t>
                </a:r>
                <a14:m>
                  <m:oMath xmlns:m="http://schemas.openxmlformats.org/officeDocument/2006/math">
                    <m:r>
                      <a:rPr lang="vi-VN" sz="5400" i="1">
                        <a:latin typeface="Cambria Math" panose="02040503050406030204" pitchFamily="18" charset="0"/>
                      </a:rPr>
                      <m:t>20</m:t>
                    </m:r>
                  </m:oMath>
                </a14:m>
                <a:r>
                  <a:rPr lang="vi-VN" sz="5400" dirty="0">
                    <a:latin typeface="Tomaho"/>
                  </a:rPr>
                  <a:t> học sinh: có </a:t>
                </a:r>
                <a14:m>
                  <m:oMath xmlns:m="http://schemas.openxmlformats.org/officeDocument/2006/math">
                    <m:r>
                      <a:rPr lang="vi-VN" sz="5400" i="1">
                        <a:latin typeface="Cambria Math" panose="02040503050406030204" pitchFamily="18" charset="0"/>
                      </a:rPr>
                      <m:t>20</m:t>
                    </m:r>
                  </m:oMath>
                </a14:m>
                <a:r>
                  <a:rPr lang="vi-VN" sz="5400" dirty="0">
                    <a:latin typeface="Tomaho"/>
                  </a:rPr>
                  <a:t> (cách).</a:t>
                </a:r>
              </a:p>
              <a:p>
                <a:pPr algn="just"/>
                <a:r>
                  <a:rPr lang="vi-VN" sz="5400" dirty="0">
                    <a:latin typeface="Tomaho"/>
                  </a:rPr>
                  <a:t>  2. Chọn </a:t>
                </a:r>
                <a14:m>
                  <m:oMath xmlns:m="http://schemas.openxmlformats.org/officeDocument/2006/math">
                    <m:r>
                      <a:rPr lang="vi-VN" sz="5400" i="1">
                        <a:latin typeface="Cambria Math" panose="02040503050406030204" pitchFamily="18" charset="0"/>
                      </a:rPr>
                      <m:t>1</m:t>
                    </m:r>
                  </m:oMath>
                </a14:m>
                <a:r>
                  <a:rPr lang="vi-VN" sz="5400" dirty="0">
                    <a:latin typeface="Tomaho"/>
                  </a:rPr>
                  <a:t> Phó ban trong số </a:t>
                </a:r>
                <a14:m>
                  <m:oMath xmlns:m="http://schemas.openxmlformats.org/officeDocument/2006/math">
                    <m:r>
                      <a:rPr lang="vi-VN" sz="5400" i="1">
                        <a:latin typeface="Cambria Math" panose="02040503050406030204" pitchFamily="18" charset="0"/>
                      </a:rPr>
                      <m:t>19</m:t>
                    </m:r>
                  </m:oMath>
                </a14:m>
                <a:r>
                  <a:rPr lang="vi-VN" sz="5400" dirty="0">
                    <a:latin typeface="Tomaho"/>
                  </a:rPr>
                  <a:t> học sinh: có </a:t>
                </a:r>
                <a14:m>
                  <m:oMath xmlns:m="http://schemas.openxmlformats.org/officeDocument/2006/math">
                    <m:r>
                      <a:rPr lang="vi-VN" sz="5400" i="1">
                        <a:latin typeface="Cambria Math" panose="02040503050406030204" pitchFamily="18" charset="0"/>
                      </a:rPr>
                      <m:t>19</m:t>
                    </m:r>
                  </m:oMath>
                </a14:m>
                <a:r>
                  <a:rPr lang="vi-VN" sz="5400" dirty="0">
                    <a:latin typeface="Tomaho"/>
                  </a:rPr>
                  <a:t> (cách).</a:t>
                </a:r>
              </a:p>
              <a:p>
                <a:r>
                  <a:rPr lang="vi-VN" sz="5400" dirty="0">
                    <a:latin typeface="Tomaho"/>
                  </a:rPr>
                  <a:t>  3. Chọn </a:t>
                </a:r>
                <a14:m>
                  <m:oMath xmlns:m="http://schemas.openxmlformats.org/officeDocument/2006/math">
                    <m:r>
                      <a:rPr lang="vi-VN" sz="5400" i="1">
                        <a:latin typeface="Cambria Math" panose="02040503050406030204" pitchFamily="18" charset="0"/>
                      </a:rPr>
                      <m:t>4</m:t>
                    </m:r>
                  </m:oMath>
                </a14:m>
                <a:r>
                  <a:rPr lang="vi-VN" sz="5400" dirty="0">
                    <a:latin typeface="Tomaho"/>
                  </a:rPr>
                  <a:t> thành viên trong số </a:t>
                </a:r>
                <a14:m>
                  <m:oMath xmlns:m="http://schemas.openxmlformats.org/officeDocument/2006/math">
                    <m:r>
                      <a:rPr lang="vi-VN" sz="5400" i="1">
                        <a:latin typeface="Cambria Math" panose="02040503050406030204" pitchFamily="18" charset="0"/>
                      </a:rPr>
                      <m:t>18</m:t>
                    </m:r>
                  </m:oMath>
                </a14:m>
                <a:r>
                  <a:rPr lang="vi-VN" sz="5400" dirty="0">
                    <a:latin typeface="Tomaho"/>
                  </a:rPr>
                  <a:t> học sinh còn lại: có </a:t>
                </a:r>
                <a14:m>
                  <m:oMath xmlns:m="http://schemas.openxmlformats.org/officeDocument/2006/math">
                    <m:sSubSup>
                      <m:sSubSupPr>
                        <m:ctrlPr>
                          <a:rPr lang="vi-VN" sz="5400" i="1">
                            <a:latin typeface="Cambria Math" panose="02040503050406030204" pitchFamily="18" charset="0"/>
                          </a:rPr>
                        </m:ctrlPr>
                      </m:sSubSupPr>
                      <m:e>
                        <m:r>
                          <a:rPr lang="vi-VN" sz="5400" i="1">
                            <a:latin typeface="Cambria Math" panose="02040503050406030204" pitchFamily="18" charset="0"/>
                          </a:rPr>
                          <m:t>𝐶</m:t>
                        </m:r>
                      </m:e>
                      <m:sub>
                        <m:r>
                          <a:rPr lang="vi-VN" sz="5400" i="1">
                            <a:latin typeface="Cambria Math" panose="02040503050406030204" pitchFamily="18" charset="0"/>
                          </a:rPr>
                          <m:t>18</m:t>
                        </m:r>
                      </m:sub>
                      <m:sup>
                        <m:r>
                          <a:rPr lang="vi-VN" sz="5400" i="1">
                            <a:latin typeface="Cambria Math" panose="02040503050406030204" pitchFamily="18" charset="0"/>
                          </a:rPr>
                          <m:t>4</m:t>
                        </m:r>
                      </m:sup>
                    </m:sSubSup>
                    <m:r>
                      <a:rPr lang="vi-VN" sz="5400" i="1">
                        <a:latin typeface="Cambria Math" panose="02040503050406030204" pitchFamily="18" charset="0"/>
                      </a:rPr>
                      <m:t>=3060</m:t>
                    </m:r>
                  </m:oMath>
                </a14:m>
                <a:r>
                  <a:rPr lang="vi-VN" sz="5400" dirty="0">
                    <a:latin typeface="Tomaho"/>
                  </a:rPr>
                  <a:t> (cách).</a:t>
                </a:r>
              </a:p>
              <a:p>
                <a:r>
                  <a:rPr lang="vi-VN" sz="5400" dirty="0">
                    <a:latin typeface="Tomaho"/>
                  </a:rPr>
                  <a:t>Vậy, theo quy tắc nhân, số cách chọn Trưởng ban, </a:t>
                </a:r>
                <a14:m>
                  <m:oMath xmlns:m="http://schemas.openxmlformats.org/officeDocument/2006/math">
                    <m:r>
                      <a:rPr lang="vi-VN" sz="5400" i="1">
                        <a:latin typeface="Cambria Math" panose="02040503050406030204" pitchFamily="18" charset="0"/>
                      </a:rPr>
                      <m:t>1</m:t>
                    </m:r>
                  </m:oMath>
                </a14:m>
                <a:r>
                  <a:rPr lang="vi-VN" sz="5400" dirty="0">
                    <a:latin typeface="Tomaho"/>
                  </a:rPr>
                  <a:t> Phó ban, </a:t>
                </a:r>
                <a14:m>
                  <m:oMath xmlns:m="http://schemas.openxmlformats.org/officeDocument/2006/math">
                    <m:r>
                      <a:rPr lang="vi-VN" sz="5400" i="1">
                        <a:latin typeface="Cambria Math" panose="02040503050406030204" pitchFamily="18" charset="0"/>
                      </a:rPr>
                      <m:t>4</m:t>
                    </m:r>
                  </m:oMath>
                </a14:m>
                <a:r>
                  <a:rPr lang="vi-VN" sz="5400" dirty="0">
                    <a:latin typeface="Tomaho"/>
                  </a:rPr>
                  <a:t> thành viên khác vào Ban quản lí là: </a:t>
                </a:r>
                <a14:m>
                  <m:oMath xmlns:m="http://schemas.openxmlformats.org/officeDocument/2006/math">
                    <m:r>
                      <a:rPr lang="vi-VN" sz="5400" b="1" i="1">
                        <a:latin typeface="Cambria Math" panose="02040503050406030204" pitchFamily="18" charset="0"/>
                      </a:rPr>
                      <m:t>𝟐𝟎</m:t>
                    </m:r>
                    <m:r>
                      <a:rPr lang="vi-VN" sz="5400" b="1" i="1">
                        <a:latin typeface="Cambria Math" panose="02040503050406030204" pitchFamily="18" charset="0"/>
                      </a:rPr>
                      <m:t>⋅</m:t>
                    </m:r>
                    <m:r>
                      <a:rPr lang="vi-VN" sz="5400" b="1" i="1">
                        <a:latin typeface="Cambria Math" panose="02040503050406030204" pitchFamily="18" charset="0"/>
                      </a:rPr>
                      <m:t>𝟏𝟗</m:t>
                    </m:r>
                    <m:r>
                      <a:rPr lang="vi-VN" sz="5400" b="1" i="1">
                        <a:latin typeface="Cambria Math" panose="02040503050406030204" pitchFamily="18" charset="0"/>
                      </a:rPr>
                      <m:t>⋅</m:t>
                    </m:r>
                    <m:r>
                      <a:rPr lang="vi-VN" sz="5400" b="1" i="1">
                        <a:latin typeface="Cambria Math" panose="02040503050406030204" pitchFamily="18" charset="0"/>
                      </a:rPr>
                      <m:t>𝟑𝟎𝟔𝟎</m:t>
                    </m:r>
                    <m:r>
                      <a:rPr lang="vi-VN" sz="5400" b="1" i="1">
                        <a:latin typeface="Cambria Math" panose="02040503050406030204" pitchFamily="18" charset="0"/>
                      </a:rPr>
                      <m:t>=</m:t>
                    </m:r>
                    <m:r>
                      <a:rPr lang="vi-VN" sz="5400" b="1" i="1">
                        <a:latin typeface="Cambria Math" panose="02040503050406030204" pitchFamily="18" charset="0"/>
                      </a:rPr>
                      <m:t>𝟏</m:t>
                    </m:r>
                    <m:r>
                      <a:rPr lang="vi-VN" sz="5400" b="1" i="1">
                        <a:latin typeface="Cambria Math" panose="02040503050406030204" pitchFamily="18" charset="0"/>
                      </a:rPr>
                      <m:t> </m:t>
                    </m:r>
                    <m:r>
                      <a:rPr lang="vi-VN" sz="5400" b="1" i="1">
                        <a:latin typeface="Cambria Math" panose="02040503050406030204" pitchFamily="18" charset="0"/>
                      </a:rPr>
                      <m:t>𝟏𝟔𝟐</m:t>
                    </m:r>
                    <m:r>
                      <a:rPr lang="vi-VN" sz="5400" b="1" i="1">
                        <a:latin typeface="Cambria Math" panose="02040503050406030204" pitchFamily="18" charset="0"/>
                      </a:rPr>
                      <m:t> </m:t>
                    </m:r>
                    <m:r>
                      <a:rPr lang="vi-VN" sz="5400" b="1" i="1">
                        <a:latin typeface="Cambria Math" panose="02040503050406030204" pitchFamily="18" charset="0"/>
                      </a:rPr>
                      <m:t>𝟖𝟎𝟎</m:t>
                    </m:r>
                  </m:oMath>
                </a14:m>
                <a:r>
                  <a:rPr lang="vi-VN" sz="5400" b="1" dirty="0">
                    <a:latin typeface="Tomaho"/>
                  </a:rPr>
                  <a:t>.</a:t>
                </a:r>
              </a:p>
            </p:txBody>
          </p:sp>
        </mc:Choice>
        <mc:Fallback xmlns="">
          <p:sp>
            <p:nvSpPr>
              <p:cNvPr id="26" name="TextBox 25">
                <a:extLst>
                  <a:ext uri="{FF2B5EF4-FFF2-40B4-BE49-F238E27FC236}">
                    <a16:creationId xmlns:a16="http://schemas.microsoft.com/office/drawing/2014/main" id="{5E1B3A97-2DF2-4DCD-99DC-B5A87CD0B7E5}"/>
                  </a:ext>
                </a:extLst>
              </p:cNvPr>
              <p:cNvSpPr txBox="1">
                <a:spLocks noRot="1" noChangeAspect="1" noMove="1" noResize="1" noEditPoints="1" noAdjustHandles="1" noChangeArrowheads="1" noChangeShapeType="1" noTextEdit="1"/>
              </p:cNvSpPr>
              <p:nvPr/>
            </p:nvSpPr>
            <p:spPr>
              <a:xfrm>
                <a:off x="838200" y="7620000"/>
                <a:ext cx="22936200" cy="5922712"/>
              </a:xfrm>
              <a:prstGeom prst="rect">
                <a:avLst/>
              </a:prstGeom>
              <a:blipFill>
                <a:blip r:embed="rId3"/>
                <a:stretch>
                  <a:fillRect l="-1435" t="-2778" r="-1409" b="-5350"/>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0F3E8699-2B05-400F-BB24-D4EEEA094361}"/>
              </a:ext>
            </a:extLst>
          </p:cNvPr>
          <p:cNvGrpSpPr/>
          <p:nvPr/>
        </p:nvGrpSpPr>
        <p:grpSpPr>
          <a:xfrm>
            <a:off x="304800" y="2971800"/>
            <a:ext cx="23699787" cy="3505200"/>
            <a:chOff x="304800" y="2971801"/>
            <a:chExt cx="23699787" cy="3505200"/>
          </a:xfrm>
        </p:grpSpPr>
        <p:sp>
          <p:nvSpPr>
            <p:cNvPr id="28" name="Rounded Rectangle 19">
              <a:extLst>
                <a:ext uri="{FF2B5EF4-FFF2-40B4-BE49-F238E27FC236}">
                  <a16:creationId xmlns:a16="http://schemas.microsoft.com/office/drawing/2014/main" id="{BA3046EF-114D-4050-9B9A-A3EA2F38670F}"/>
                </a:ext>
              </a:extLst>
            </p:cNvPr>
            <p:cNvSpPr/>
            <p:nvPr/>
          </p:nvSpPr>
          <p:spPr>
            <a:xfrm>
              <a:off x="491838" y="3220628"/>
              <a:ext cx="23512749" cy="325637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9" name="Group 28">
              <a:extLst>
                <a:ext uri="{FF2B5EF4-FFF2-40B4-BE49-F238E27FC236}">
                  <a16:creationId xmlns:a16="http://schemas.microsoft.com/office/drawing/2014/main" id="{4F6C98B5-FE77-423A-A80C-823C48CA71BA}"/>
                </a:ext>
              </a:extLst>
            </p:cNvPr>
            <p:cNvGrpSpPr/>
            <p:nvPr/>
          </p:nvGrpSpPr>
          <p:grpSpPr>
            <a:xfrm>
              <a:off x="304800" y="2971801"/>
              <a:ext cx="3352798" cy="761999"/>
              <a:chOff x="22440" y="38104"/>
              <a:chExt cx="1081043" cy="212727"/>
            </a:xfrm>
          </p:grpSpPr>
          <p:grpSp>
            <p:nvGrpSpPr>
              <p:cNvPr id="30" name="Group 29">
                <a:extLst>
                  <a:ext uri="{FF2B5EF4-FFF2-40B4-BE49-F238E27FC236}">
                    <a16:creationId xmlns:a16="http://schemas.microsoft.com/office/drawing/2014/main" id="{48C0FFF8-07B6-4E30-A4E2-1153080DCDC6}"/>
                  </a:ext>
                </a:extLst>
              </p:cNvPr>
              <p:cNvGrpSpPr/>
              <p:nvPr/>
            </p:nvGrpSpPr>
            <p:grpSpPr>
              <a:xfrm>
                <a:off x="22440" y="59287"/>
                <a:ext cx="1081043" cy="191544"/>
                <a:chOff x="31572" y="60276"/>
                <a:chExt cx="1521047" cy="237047"/>
              </a:xfrm>
            </p:grpSpPr>
            <p:sp>
              <p:nvSpPr>
                <p:cNvPr id="32" name="Arrow: Pentagon 31">
                  <a:extLst>
                    <a:ext uri="{FF2B5EF4-FFF2-40B4-BE49-F238E27FC236}">
                      <a16:creationId xmlns:a16="http://schemas.microsoft.com/office/drawing/2014/main" id="{4807145C-FFD7-4D20-BFB4-AF7B6BFB176B}"/>
                    </a:ext>
                  </a:extLst>
                </p:cNvPr>
                <p:cNvSpPr/>
                <p:nvPr/>
              </p:nvSpPr>
              <p:spPr>
                <a:xfrm>
                  <a:off x="204584" y="62042"/>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33" name="Arrow: Chevron 32">
                  <a:extLst>
                    <a:ext uri="{FF2B5EF4-FFF2-40B4-BE49-F238E27FC236}">
                      <a16:creationId xmlns:a16="http://schemas.microsoft.com/office/drawing/2014/main" id="{3A0506E4-B49F-4E2C-870A-DBF4BFFA297E}"/>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9" name="Arrow: Chevron 48">
                  <a:extLst>
                    <a:ext uri="{FF2B5EF4-FFF2-40B4-BE49-F238E27FC236}">
                      <a16:creationId xmlns:a16="http://schemas.microsoft.com/office/drawing/2014/main" id="{7EDF33C7-B5B9-4F98-AA7C-E7A85EEA470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31" name="TextBox 56">
                <a:extLst>
                  <a:ext uri="{FF2B5EF4-FFF2-40B4-BE49-F238E27FC236}">
                    <a16:creationId xmlns:a16="http://schemas.microsoft.com/office/drawing/2014/main" id="{5B299702-CA81-4831-84C9-9A61C1D0C676}"/>
                  </a:ext>
                </a:extLst>
              </p:cNvPr>
              <p:cNvSpPr txBox="1"/>
              <p:nvPr/>
            </p:nvSpPr>
            <p:spPr>
              <a:xfrm>
                <a:off x="198205" y="38104"/>
                <a:ext cx="807002" cy="191454"/>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Vận dụng</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sp>
        <p:nvSpPr>
          <p:cNvPr id="50" name="TextBox 49">
            <a:extLst>
              <a:ext uri="{FF2B5EF4-FFF2-40B4-BE49-F238E27FC236}">
                <a16:creationId xmlns:a16="http://schemas.microsoft.com/office/drawing/2014/main" id="{8D557157-96B9-48BA-A2E7-BFA278F98A25}"/>
              </a:ext>
            </a:extLst>
          </p:cNvPr>
          <p:cNvSpPr txBox="1"/>
          <p:nvPr/>
        </p:nvSpPr>
        <p:spPr>
          <a:xfrm>
            <a:off x="914400" y="3962400"/>
            <a:ext cx="22936200" cy="2277547"/>
          </a:xfrm>
          <a:prstGeom prst="rect">
            <a:avLst/>
          </a:prstGeom>
          <a:noFill/>
        </p:spPr>
        <p:txBody>
          <a:bodyPr wrap="square" rtlCol="0">
            <a:spAutoFit/>
          </a:bodyPr>
          <a:lstStyle/>
          <a:p>
            <a:pPr>
              <a:spcBef>
                <a:spcPts val="600"/>
              </a:spcBef>
            </a:pPr>
            <a:r>
              <a:rPr lang="vi-VN" sz="4400" dirty="0">
                <a:latin typeface="Tahoma" panose="020B0604030504040204" pitchFamily="34" charset="0"/>
                <a:ea typeface="Tahoma" panose="020B0604030504040204" pitchFamily="34" charset="0"/>
                <a:cs typeface="Tahoma" panose="020B0604030504040204" pitchFamily="34" charset="0"/>
              </a:rPr>
              <a:t>Một câu lạc bộ có 20 học sinh.</a:t>
            </a:r>
          </a:p>
          <a:p>
            <a:pPr algn="just">
              <a:spcBef>
                <a:spcPts val="600"/>
              </a:spcBef>
            </a:pPr>
            <a:r>
              <a:rPr lang="vi-VN" sz="4400" dirty="0">
                <a:latin typeface="Tahoma" panose="020B0604030504040204" pitchFamily="34" charset="0"/>
                <a:ea typeface="Tahoma" panose="020B0604030504040204" pitchFamily="34" charset="0"/>
                <a:cs typeface="Tahoma" panose="020B0604030504040204" pitchFamily="34" charset="0"/>
              </a:rPr>
              <a:t>a) Có bao nhiêu cách chọn 6 thành viên vào Ban quản lí?</a:t>
            </a:r>
          </a:p>
          <a:p>
            <a:pPr>
              <a:spcBef>
                <a:spcPts val="600"/>
              </a:spcBef>
            </a:pPr>
            <a:r>
              <a:rPr lang="vi-VN" sz="4400" dirty="0">
                <a:latin typeface="Tahoma" panose="020B0604030504040204" pitchFamily="34" charset="0"/>
                <a:ea typeface="Tahoma" panose="020B0604030504040204" pitchFamily="34" charset="0"/>
                <a:cs typeface="Tahoma" panose="020B0604030504040204" pitchFamily="34" charset="0"/>
              </a:rPr>
              <a:t>b) Có bao nhiêu cách chọn Trưởng ban, 1 Phó ban, 4 thành viên khác vào Ban quản lí?</a:t>
            </a:r>
          </a:p>
        </p:txBody>
      </p:sp>
      <p:sp>
        <p:nvSpPr>
          <p:cNvPr id="52" name="Rounded Rectangle 5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6" name="TextBox 5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438233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left)">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wipe(left)">
                                      <p:cBhvr>
                                        <p:cTn id="12" dur="500"/>
                                        <p:tgtEl>
                                          <p:spTgt spid="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
                                            <p:txEl>
                                              <p:pRg st="2" end="2"/>
                                            </p:txEl>
                                          </p:spTgt>
                                        </p:tgtEl>
                                        <p:attrNameLst>
                                          <p:attrName>style.visibility</p:attrName>
                                        </p:attrNameLst>
                                      </p:cBhvr>
                                      <p:to>
                                        <p:strVal val="visible"/>
                                      </p:to>
                                    </p:set>
                                    <p:animEffect transition="in" filter="wipe(left)">
                                      <p:cBhvr>
                                        <p:cTn id="17" dur="500"/>
                                        <p:tgtEl>
                                          <p:spTgt spid="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xEl>
                                              <p:pRg st="3" end="3"/>
                                            </p:txEl>
                                          </p:spTgt>
                                        </p:tgtEl>
                                        <p:attrNameLst>
                                          <p:attrName>style.visibility</p:attrName>
                                        </p:attrNameLst>
                                      </p:cBhvr>
                                      <p:to>
                                        <p:strVal val="visible"/>
                                      </p:to>
                                    </p:set>
                                    <p:animEffect transition="in" filter="wipe(left)">
                                      <p:cBhvr>
                                        <p:cTn id="22" dur="500"/>
                                        <p:tgtEl>
                                          <p:spTgt spid="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
                                            <p:txEl>
                                              <p:pRg st="4" end="4"/>
                                            </p:txEl>
                                          </p:spTgt>
                                        </p:tgtEl>
                                        <p:attrNameLst>
                                          <p:attrName>style.visibility</p:attrName>
                                        </p:attrNameLst>
                                      </p:cBhvr>
                                      <p:to>
                                        <p:strVal val="visible"/>
                                      </p:to>
                                    </p:set>
                                    <p:animEffect transition="in" filter="wipe(left)">
                                      <p:cBhvr>
                                        <p:cTn id="27" dur="500"/>
                                        <p:tgtEl>
                                          <p:spTgt spid="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33400" y="6934200"/>
            <a:ext cx="23506006" cy="6172200"/>
            <a:chOff x="1222851" y="5331408"/>
            <a:chExt cx="23580257" cy="5866548"/>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5632821"/>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vi-VN" sz="4700" dirty="0">
                <a:solidFill>
                  <a:schemeClr val="tx1"/>
                </a:solidFill>
                <a:latin typeface="Tomaho"/>
              </a:endParaRPr>
            </a:p>
            <a:p>
              <a:endParaRPr lang="vi-VN" sz="4700" dirty="0">
                <a:solidFill>
                  <a:schemeClr val="tx1"/>
                </a:solidFill>
                <a:latin typeface="Tomaho"/>
              </a:endParaRPr>
            </a:p>
            <a:p>
              <a:pPr algn="just">
                <a:lnSpc>
                  <a:spcPct val="150000"/>
                </a:lnSpc>
                <a:spcAft>
                  <a:spcPts val="800"/>
                </a:spcAft>
              </a:pPr>
              <a:endParaRPr lang="vi-VN" sz="4700" b="1" i="1" dirty="0">
                <a:solidFill>
                  <a:schemeClr val="tx1"/>
                </a:solidFill>
                <a:effectLst/>
                <a:latin typeface="Tomaho"/>
                <a:ea typeface="Arial" panose="020B0604020202020204" pitchFamily="34" charset="0"/>
                <a:cs typeface="Times New Roman" panose="02020603050405020304" pitchFamily="18" charset="0"/>
              </a:endParaRPr>
            </a:p>
            <a:p>
              <a:pPr algn="just">
                <a:lnSpc>
                  <a:spcPct val="150000"/>
                </a:lnSpc>
                <a:spcAft>
                  <a:spcPts val="800"/>
                </a:spcAft>
              </a:pPr>
              <a:endParaRPr lang="vi-VN" sz="4700" dirty="0">
                <a:solidFill>
                  <a:schemeClr val="tx1"/>
                </a:solidFill>
                <a:effectLst/>
                <a:latin typeface="Tomaho"/>
                <a:ea typeface="Arial" panose="020B0604020202020204" pitchFamily="34" charset="0"/>
                <a:cs typeface="Times New Roman" panose="02020603050405020304" pitchFamily="18"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20" name="Group 19">
            <a:extLst>
              <a:ext uri="{FF2B5EF4-FFF2-40B4-BE49-F238E27FC236}">
                <a16:creationId xmlns:a16="http://schemas.microsoft.com/office/drawing/2014/main" id="{F166BEAA-AE7A-4996-A320-A2A2C9E789D9}"/>
              </a:ext>
            </a:extLst>
          </p:cNvPr>
          <p:cNvGrpSpPr/>
          <p:nvPr/>
        </p:nvGrpSpPr>
        <p:grpSpPr>
          <a:xfrm>
            <a:off x="381000" y="1904999"/>
            <a:ext cx="23219986" cy="815609"/>
            <a:chOff x="381000" y="1904999"/>
            <a:chExt cx="23219986" cy="815609"/>
          </a:xfrm>
        </p:grpSpPr>
        <p:sp>
          <p:nvSpPr>
            <p:cNvPr id="21" name="Rectangle 20">
              <a:extLst>
                <a:ext uri="{FF2B5EF4-FFF2-40B4-BE49-F238E27FC236}">
                  <a16:creationId xmlns:a16="http://schemas.microsoft.com/office/drawing/2014/main" id="{8ECE2DAA-EA82-40D1-803F-E5CDC9887C80}"/>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ỨNG DỤNG HOÁN VỊ, CHỈNH HỢP, TỔ HỢP VÀO CÁC BÀI TOÁN ĐẾM</a:t>
              </a:r>
            </a:p>
          </p:txBody>
        </p:sp>
        <p:sp>
          <p:nvSpPr>
            <p:cNvPr id="22" name="Round Same Side Corner Rectangle 51">
              <a:extLst>
                <a:ext uri="{FF2B5EF4-FFF2-40B4-BE49-F238E27FC236}">
                  <a16:creationId xmlns:a16="http://schemas.microsoft.com/office/drawing/2014/main" id="{1B1DBDD1-5C35-4317-9738-A2D7938D6195}"/>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4B4360C3-33C1-4514-82F0-A3B3563E0431}"/>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4" name="Round Same Side Corner Rectangle 51">
              <a:extLst>
                <a:ext uri="{FF2B5EF4-FFF2-40B4-BE49-F238E27FC236}">
                  <a16:creationId xmlns:a16="http://schemas.microsoft.com/office/drawing/2014/main" id="{61F2A781-AB95-4F98-B03D-BDDADD9ABBFE}"/>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5" name="TextBox 24">
              <a:extLst>
                <a:ext uri="{FF2B5EF4-FFF2-40B4-BE49-F238E27FC236}">
                  <a16:creationId xmlns:a16="http://schemas.microsoft.com/office/drawing/2014/main" id="{AFAA78FE-088E-4BC0-B3EC-2536B648FC56}"/>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grpSp>
      <p:grpSp>
        <p:nvGrpSpPr>
          <p:cNvPr id="26" name="Group 25">
            <a:extLst>
              <a:ext uri="{FF2B5EF4-FFF2-40B4-BE49-F238E27FC236}">
                <a16:creationId xmlns:a16="http://schemas.microsoft.com/office/drawing/2014/main" id="{8E718201-2520-4834-9D40-78D8E1DC77BD}"/>
              </a:ext>
            </a:extLst>
          </p:cNvPr>
          <p:cNvGrpSpPr/>
          <p:nvPr/>
        </p:nvGrpSpPr>
        <p:grpSpPr>
          <a:xfrm>
            <a:off x="304800" y="2971800"/>
            <a:ext cx="23699787" cy="3505200"/>
            <a:chOff x="304800" y="2971801"/>
            <a:chExt cx="23699787" cy="3505200"/>
          </a:xfrm>
        </p:grpSpPr>
        <p:sp>
          <p:nvSpPr>
            <p:cNvPr id="27" name="Rounded Rectangle 19">
              <a:extLst>
                <a:ext uri="{FF2B5EF4-FFF2-40B4-BE49-F238E27FC236}">
                  <a16:creationId xmlns:a16="http://schemas.microsoft.com/office/drawing/2014/main" id="{76EA818A-AAC1-41A3-B314-41B4AFC351EF}"/>
                </a:ext>
              </a:extLst>
            </p:cNvPr>
            <p:cNvSpPr/>
            <p:nvPr/>
          </p:nvSpPr>
          <p:spPr>
            <a:xfrm>
              <a:off x="491838" y="3220628"/>
              <a:ext cx="23512749" cy="325637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8" name="Group 27">
              <a:extLst>
                <a:ext uri="{FF2B5EF4-FFF2-40B4-BE49-F238E27FC236}">
                  <a16:creationId xmlns:a16="http://schemas.microsoft.com/office/drawing/2014/main" id="{9416A13C-6A30-4349-8D39-88B6C1394A0B}"/>
                </a:ext>
              </a:extLst>
            </p:cNvPr>
            <p:cNvGrpSpPr/>
            <p:nvPr/>
          </p:nvGrpSpPr>
          <p:grpSpPr>
            <a:xfrm>
              <a:off x="304800" y="2971801"/>
              <a:ext cx="3352798" cy="761999"/>
              <a:chOff x="22440" y="38104"/>
              <a:chExt cx="1081043" cy="212727"/>
            </a:xfrm>
          </p:grpSpPr>
          <p:grpSp>
            <p:nvGrpSpPr>
              <p:cNvPr id="29" name="Group 28">
                <a:extLst>
                  <a:ext uri="{FF2B5EF4-FFF2-40B4-BE49-F238E27FC236}">
                    <a16:creationId xmlns:a16="http://schemas.microsoft.com/office/drawing/2014/main" id="{8863DF49-C650-4CEB-B4F8-F423D903A168}"/>
                  </a:ext>
                </a:extLst>
              </p:cNvPr>
              <p:cNvGrpSpPr/>
              <p:nvPr/>
            </p:nvGrpSpPr>
            <p:grpSpPr>
              <a:xfrm>
                <a:off x="22440" y="59287"/>
                <a:ext cx="1081043" cy="191544"/>
                <a:chOff x="31572" y="60276"/>
                <a:chExt cx="1521047" cy="237047"/>
              </a:xfrm>
            </p:grpSpPr>
            <p:sp>
              <p:nvSpPr>
                <p:cNvPr id="31" name="Arrow: Pentagon 30">
                  <a:extLst>
                    <a:ext uri="{FF2B5EF4-FFF2-40B4-BE49-F238E27FC236}">
                      <a16:creationId xmlns:a16="http://schemas.microsoft.com/office/drawing/2014/main" id="{C6BF516F-5DFD-4285-ABF9-8D274A6D939D}"/>
                    </a:ext>
                  </a:extLst>
                </p:cNvPr>
                <p:cNvSpPr/>
                <p:nvPr/>
              </p:nvSpPr>
              <p:spPr>
                <a:xfrm>
                  <a:off x="204584" y="62042"/>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32" name="Arrow: Chevron 31">
                  <a:extLst>
                    <a:ext uri="{FF2B5EF4-FFF2-40B4-BE49-F238E27FC236}">
                      <a16:creationId xmlns:a16="http://schemas.microsoft.com/office/drawing/2014/main" id="{A3B996A4-37D2-412F-A391-1C553E1C7B3E}"/>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33" name="Arrow: Chevron 32">
                  <a:extLst>
                    <a:ext uri="{FF2B5EF4-FFF2-40B4-BE49-F238E27FC236}">
                      <a16:creationId xmlns:a16="http://schemas.microsoft.com/office/drawing/2014/main" id="{BB6F8A0F-1084-4DB6-95B7-BD0ADBC42C61}"/>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30" name="TextBox 56">
                <a:extLst>
                  <a:ext uri="{FF2B5EF4-FFF2-40B4-BE49-F238E27FC236}">
                    <a16:creationId xmlns:a16="http://schemas.microsoft.com/office/drawing/2014/main" id="{131E7474-A8B2-4150-8DE1-C919C5B25565}"/>
                  </a:ext>
                </a:extLst>
              </p:cNvPr>
              <p:cNvSpPr txBox="1"/>
              <p:nvPr/>
            </p:nvSpPr>
            <p:spPr>
              <a:xfrm>
                <a:off x="198205" y="38104"/>
                <a:ext cx="807002" cy="191454"/>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Vận dụng</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sp>
        <p:nvSpPr>
          <p:cNvPr id="49" name="TextBox 48">
            <a:extLst>
              <a:ext uri="{FF2B5EF4-FFF2-40B4-BE49-F238E27FC236}">
                <a16:creationId xmlns:a16="http://schemas.microsoft.com/office/drawing/2014/main" id="{999CB340-A16B-482F-A3FF-36F2BB116FA3}"/>
              </a:ext>
            </a:extLst>
          </p:cNvPr>
          <p:cNvSpPr txBox="1"/>
          <p:nvPr/>
        </p:nvSpPr>
        <p:spPr>
          <a:xfrm>
            <a:off x="914400" y="3962400"/>
            <a:ext cx="22936200" cy="2277547"/>
          </a:xfrm>
          <a:prstGeom prst="rect">
            <a:avLst/>
          </a:prstGeom>
          <a:noFill/>
        </p:spPr>
        <p:txBody>
          <a:bodyPr wrap="square" rtlCol="0">
            <a:spAutoFit/>
          </a:bodyPr>
          <a:lstStyle/>
          <a:p>
            <a:pPr>
              <a:spcBef>
                <a:spcPts val="600"/>
              </a:spcBef>
            </a:pPr>
            <a:r>
              <a:rPr lang="vi-VN" sz="4400" dirty="0">
                <a:latin typeface="Tahoma" panose="020B0604030504040204" pitchFamily="34" charset="0"/>
                <a:ea typeface="Tahoma" panose="020B0604030504040204" pitchFamily="34" charset="0"/>
                <a:cs typeface="Tahoma" panose="020B0604030504040204" pitchFamily="34" charset="0"/>
              </a:rPr>
              <a:t>Một câu lạc bộ có 20 học sinh.</a:t>
            </a:r>
          </a:p>
          <a:p>
            <a:pPr>
              <a:spcBef>
                <a:spcPts val="600"/>
              </a:spcBef>
            </a:pPr>
            <a:r>
              <a:rPr lang="vi-VN" sz="4400" dirty="0">
                <a:latin typeface="Tahoma" panose="020B0604030504040204" pitchFamily="34" charset="0"/>
                <a:ea typeface="Tahoma" panose="020B0604030504040204" pitchFamily="34" charset="0"/>
                <a:cs typeface="Tahoma" panose="020B0604030504040204" pitchFamily="34" charset="0"/>
              </a:rPr>
              <a:t>a) Có bao nhiêu cách chọn 6 thành viên vào Ban quản lí?</a:t>
            </a:r>
          </a:p>
          <a:p>
            <a:pPr>
              <a:spcBef>
                <a:spcPts val="600"/>
              </a:spcBef>
            </a:pPr>
            <a:r>
              <a:rPr lang="vi-VN" sz="4400" dirty="0">
                <a:latin typeface="Tahoma" panose="020B0604030504040204" pitchFamily="34" charset="0"/>
                <a:ea typeface="Tahoma" panose="020B0604030504040204" pitchFamily="34" charset="0"/>
                <a:cs typeface="Tahoma" panose="020B0604030504040204" pitchFamily="34" charset="0"/>
              </a:rPr>
              <a:t>b) Có bao nhiêu cách chọn Trưởng ban, 1 Phó ban, 4 thành viên khác vào Ban quản lí?</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84491DCD-4096-46B2-AFB5-904AC9E6ED1D}"/>
                  </a:ext>
                </a:extLst>
              </p:cNvPr>
              <p:cNvSpPr txBox="1"/>
              <p:nvPr/>
            </p:nvSpPr>
            <p:spPr>
              <a:xfrm>
                <a:off x="838200" y="7772400"/>
                <a:ext cx="22936200" cy="5156220"/>
              </a:xfrm>
              <a:prstGeom prst="rect">
                <a:avLst/>
              </a:prstGeom>
              <a:noFill/>
            </p:spPr>
            <p:txBody>
              <a:bodyPr wrap="square" rtlCol="0">
                <a:spAutoFit/>
              </a:bodyPr>
              <a:lstStyle/>
              <a:p>
                <a:pPr algn="just">
                  <a:spcAft>
                    <a:spcPts val="600"/>
                  </a:spcAft>
                </a:pPr>
                <a:r>
                  <a:rPr lang="vi-VN" sz="5400" b="1" i="1" dirty="0">
                    <a:latin typeface="Tomaho"/>
                    <a:ea typeface="Arial" panose="020B0604020202020204" pitchFamily="34" charset="0"/>
                    <a:cs typeface="Times New Roman" panose="02020603050405020304" pitchFamily="18" charset="0"/>
                  </a:rPr>
                  <a:t>Cách khác</a:t>
                </a:r>
                <a:r>
                  <a:rPr lang="vi-VN" sz="5400" dirty="0">
                    <a:latin typeface="Tomaho"/>
                    <a:ea typeface="Arial" panose="020B0604020202020204" pitchFamily="34" charset="0"/>
                    <a:cs typeface="Times New Roman" panose="02020603050405020304" pitchFamily="18" charset="0"/>
                  </a:rPr>
                  <a:t>: Trong </a:t>
                </a:r>
                <a14:m>
                  <m:oMath xmlns:m="http://schemas.openxmlformats.org/officeDocument/2006/math">
                    <m:r>
                      <a:rPr lang="vi-VN" sz="5400" i="1">
                        <a:latin typeface="Cambria Math" panose="02040503050406030204" pitchFamily="18" charset="0"/>
                        <a:ea typeface="Arial" panose="020B0604020202020204" pitchFamily="34" charset="0"/>
                        <a:cs typeface="Times New Roman" panose="02020603050405020304" pitchFamily="18" charset="0"/>
                      </a:rPr>
                      <m:t>6</m:t>
                    </m:r>
                  </m:oMath>
                </a14:m>
                <a:r>
                  <a:rPr lang="vi-VN" sz="5400" dirty="0">
                    <a:latin typeface="Tomaho"/>
                    <a:ea typeface="Arial" panose="020B0604020202020204" pitchFamily="34" charset="0"/>
                    <a:cs typeface="Times New Roman" panose="02020603050405020304" pitchFamily="18" charset="0"/>
                  </a:rPr>
                  <a:t> người được chọn ở câu a), chúng ta chọn </a:t>
                </a:r>
                <a14:m>
                  <m:oMath xmlns:m="http://schemas.openxmlformats.org/officeDocument/2006/math">
                    <m:r>
                      <a:rPr lang="vi-VN" sz="5400" i="1">
                        <a:latin typeface="Cambria Math" panose="02040503050406030204" pitchFamily="18" charset="0"/>
                        <a:ea typeface="Arial" panose="020B0604020202020204" pitchFamily="34" charset="0"/>
                        <a:cs typeface="Times New Roman" panose="02020603050405020304" pitchFamily="18" charset="0"/>
                      </a:rPr>
                      <m:t>2</m:t>
                    </m:r>
                  </m:oMath>
                </a14:m>
                <a:r>
                  <a:rPr lang="vi-VN" sz="5400" dirty="0">
                    <a:latin typeface="Tomaho"/>
                    <a:ea typeface="Arial" panose="020B0604020202020204" pitchFamily="34" charset="0"/>
                    <a:cs typeface="Times New Roman" panose="02020603050405020304" pitchFamily="18" charset="0"/>
                  </a:rPr>
                  <a:t> người để làm </a:t>
                </a:r>
                <a14:m>
                  <m:oMath xmlns:m="http://schemas.openxmlformats.org/officeDocument/2006/math">
                    <m:r>
                      <a:rPr lang="vi-VN" sz="5400" i="1">
                        <a:latin typeface="Cambria Math" panose="02040503050406030204" pitchFamily="18" charset="0"/>
                        <a:ea typeface="Arial" panose="020B0604020202020204" pitchFamily="34" charset="0"/>
                        <a:cs typeface="Times New Roman" panose="02020603050405020304" pitchFamily="18" charset="0"/>
                      </a:rPr>
                      <m:t>1</m:t>
                    </m:r>
                  </m:oMath>
                </a14:m>
                <a:r>
                  <a:rPr lang="vi-VN" sz="5400" dirty="0">
                    <a:latin typeface="Tomaho"/>
                    <a:ea typeface="Arial" panose="020B0604020202020204" pitchFamily="34" charset="0"/>
                    <a:cs typeface="Times New Roman" panose="02020603050405020304" pitchFamily="18" charset="0"/>
                  </a:rPr>
                  <a:t> Trưởng ban, </a:t>
                </a:r>
                <a14:m>
                  <m:oMath xmlns:m="http://schemas.openxmlformats.org/officeDocument/2006/math">
                    <m:r>
                      <a:rPr lang="vi-VN" sz="5400" i="1">
                        <a:latin typeface="Cambria Math" panose="02040503050406030204" pitchFamily="18" charset="0"/>
                        <a:ea typeface="Arial" panose="020B0604020202020204" pitchFamily="34" charset="0"/>
                        <a:cs typeface="Times New Roman" panose="02020603050405020304" pitchFamily="18" charset="0"/>
                      </a:rPr>
                      <m:t>1</m:t>
                    </m:r>
                  </m:oMath>
                </a14:m>
                <a:r>
                  <a:rPr lang="vi-VN" sz="5400" dirty="0">
                    <a:latin typeface="Tomaho"/>
                    <a:ea typeface="Arial" panose="020B0604020202020204" pitchFamily="34" charset="0"/>
                    <a:cs typeface="Times New Roman" panose="02020603050405020304" pitchFamily="18" charset="0"/>
                  </a:rPr>
                  <a:t> Phó ban (xếp thứ tự), còn </a:t>
                </a:r>
                <a14:m>
                  <m:oMath xmlns:m="http://schemas.openxmlformats.org/officeDocument/2006/math">
                    <m:r>
                      <a:rPr lang="vi-VN" sz="5400" i="1">
                        <a:latin typeface="Cambria Math" panose="02040503050406030204" pitchFamily="18" charset="0"/>
                        <a:ea typeface="Arial" panose="020B0604020202020204" pitchFamily="34" charset="0"/>
                        <a:cs typeface="Times New Roman" panose="02020603050405020304" pitchFamily="18" charset="0"/>
                      </a:rPr>
                      <m:t>4</m:t>
                    </m:r>
                  </m:oMath>
                </a14:m>
                <a:r>
                  <a:rPr lang="vi-VN" sz="5400" dirty="0">
                    <a:latin typeface="Tomaho"/>
                    <a:ea typeface="Arial" panose="020B0604020202020204" pitchFamily="34" charset="0"/>
                    <a:cs typeface="Times New Roman" panose="02020603050405020304" pitchFamily="18" charset="0"/>
                  </a:rPr>
                  <a:t> người còn lại là thành viên của Ban quản lí: có </a:t>
                </a:r>
                <a14:m>
                  <m:oMath xmlns:m="http://schemas.openxmlformats.org/officeDocument/2006/math">
                    <m:sSubSup>
                      <m:sSubSupPr>
                        <m:ctrlPr>
                          <a:rPr lang="vi-VN" sz="5400" i="1">
                            <a:latin typeface="Cambria Math" panose="02040503050406030204" pitchFamily="18" charset="0"/>
                            <a:ea typeface="Arial" panose="020B0604020202020204" pitchFamily="34" charset="0"/>
                            <a:cs typeface="Times New Roman" panose="02020603050405020304" pitchFamily="18" charset="0"/>
                          </a:rPr>
                        </m:ctrlPr>
                      </m:sSubSupPr>
                      <m:e>
                        <m:r>
                          <a:rPr lang="vi-VN" sz="5400" i="1">
                            <a:latin typeface="Cambria Math" panose="02040503050406030204" pitchFamily="18" charset="0"/>
                            <a:ea typeface="Arial" panose="020B0604020202020204" pitchFamily="34" charset="0"/>
                            <a:cs typeface="Times New Roman" panose="02020603050405020304" pitchFamily="18" charset="0"/>
                          </a:rPr>
                          <m:t>𝐴</m:t>
                        </m:r>
                      </m:e>
                      <m:sub>
                        <m:r>
                          <a:rPr lang="vi-VN" sz="5400" i="1">
                            <a:latin typeface="Cambria Math" panose="02040503050406030204" pitchFamily="18" charset="0"/>
                            <a:ea typeface="Arial" panose="020B0604020202020204" pitchFamily="34" charset="0"/>
                            <a:cs typeface="Times New Roman" panose="02020603050405020304" pitchFamily="18" charset="0"/>
                          </a:rPr>
                          <m:t>6</m:t>
                        </m:r>
                      </m:sub>
                      <m:sup>
                        <m:r>
                          <a:rPr lang="vi-VN" sz="5400" i="1">
                            <a:latin typeface="Cambria Math" panose="02040503050406030204" pitchFamily="18" charset="0"/>
                            <a:ea typeface="Arial" panose="020B0604020202020204" pitchFamily="34" charset="0"/>
                            <a:cs typeface="Times New Roman" panose="02020603050405020304" pitchFamily="18" charset="0"/>
                          </a:rPr>
                          <m:t>2</m:t>
                        </m:r>
                      </m:sup>
                    </m:sSubSup>
                    <m:r>
                      <a:rPr lang="vi-VN" sz="5400" i="1">
                        <a:latin typeface="Cambria Math" panose="02040503050406030204" pitchFamily="18" charset="0"/>
                        <a:ea typeface="Arial" panose="020B0604020202020204" pitchFamily="34" charset="0"/>
                        <a:cs typeface="Times New Roman" panose="02020603050405020304" pitchFamily="18" charset="0"/>
                      </a:rPr>
                      <m:t>=30</m:t>
                    </m:r>
                  </m:oMath>
                </a14:m>
                <a:r>
                  <a:rPr lang="vi-VN" sz="5400" dirty="0">
                    <a:latin typeface="Tomaho"/>
                    <a:ea typeface="Arial" panose="020B0604020202020204" pitchFamily="34" charset="0"/>
                    <a:cs typeface="Times New Roman" panose="02020603050405020304" pitchFamily="18" charset="0"/>
                  </a:rPr>
                  <a:t> (cách).</a:t>
                </a:r>
              </a:p>
              <a:p>
                <a:pPr algn="just">
                  <a:spcAft>
                    <a:spcPts val="600"/>
                  </a:spcAft>
                </a:pPr>
                <a:r>
                  <a:rPr lang="vi-VN" sz="5400" dirty="0">
                    <a:solidFill>
                      <a:schemeClr val="tx1"/>
                    </a:solidFill>
                    <a:latin typeface="Tomaho"/>
                    <a:ea typeface="Times New Roman" panose="02020603050405020304" pitchFamily="18" charset="0"/>
                    <a:cs typeface="Times New Roman" panose="02020603050405020304" pitchFamily="18" charset="0"/>
                  </a:rPr>
                  <a:t>Vậy, theo quy tắc nhân, số cách chọn Trưởng ban, </a:t>
                </a:r>
                <a14:m>
                  <m:oMath xmlns:m="http://schemas.openxmlformats.org/officeDocument/2006/math">
                    <m:r>
                      <a:rPr lang="vi-VN" sz="5400" i="1">
                        <a:solidFill>
                          <a:schemeClr val="tx1"/>
                        </a:solidFill>
                        <a:latin typeface="Cambria Math" panose="02040503050406030204" pitchFamily="18" charset="0"/>
                        <a:ea typeface="Arial" panose="020B0604020202020204" pitchFamily="34" charset="0"/>
                        <a:cs typeface="Times New Roman" panose="02020603050405020304" pitchFamily="18" charset="0"/>
                      </a:rPr>
                      <m:t>1</m:t>
                    </m:r>
                  </m:oMath>
                </a14:m>
                <a:r>
                  <a:rPr lang="vi-VN" sz="5400" dirty="0">
                    <a:solidFill>
                      <a:schemeClr val="tx1"/>
                    </a:solidFill>
                    <a:latin typeface="Tomaho"/>
                    <a:ea typeface="Times New Roman" panose="02020603050405020304" pitchFamily="18" charset="0"/>
                    <a:cs typeface="Times New Roman" panose="02020603050405020304" pitchFamily="18" charset="0"/>
                  </a:rPr>
                  <a:t> Phó ban, </a:t>
                </a:r>
                <a14:m>
                  <m:oMath xmlns:m="http://schemas.openxmlformats.org/officeDocument/2006/math">
                    <m:r>
                      <a:rPr lang="vi-VN" sz="5400" i="1">
                        <a:solidFill>
                          <a:schemeClr val="tx1"/>
                        </a:solidFill>
                        <a:latin typeface="Cambria Math" panose="02040503050406030204" pitchFamily="18" charset="0"/>
                        <a:ea typeface="Arial" panose="020B0604020202020204" pitchFamily="34" charset="0"/>
                        <a:cs typeface="Times New Roman" panose="02020603050405020304" pitchFamily="18" charset="0"/>
                      </a:rPr>
                      <m:t>4</m:t>
                    </m:r>
                  </m:oMath>
                </a14:m>
                <a:r>
                  <a:rPr lang="vi-VN" sz="5400" dirty="0">
                    <a:solidFill>
                      <a:schemeClr val="tx1"/>
                    </a:solidFill>
                    <a:latin typeface="Tomaho"/>
                    <a:ea typeface="Times New Roman" panose="02020603050405020304" pitchFamily="18" charset="0"/>
                    <a:cs typeface="Times New Roman" panose="02020603050405020304" pitchFamily="18" charset="0"/>
                  </a:rPr>
                  <a:t> thành viên khác vào Ban quản lí là</a:t>
                </a:r>
                <a:endParaRPr lang="en-US" sz="4800" b="1" i="0" dirty="0">
                  <a:solidFill>
                    <a:schemeClr val="tx1"/>
                  </a:solidFill>
                  <a:latin typeface="Tomaho"/>
                </a:endParaRPr>
              </a:p>
              <a:p>
                <a:pPr algn="ctr">
                  <a:spcAft>
                    <a:spcPts val="600"/>
                  </a:spcAft>
                </a:pPr>
                <a14:m>
                  <m:oMath xmlns:m="http://schemas.openxmlformats.org/officeDocument/2006/math">
                    <m:r>
                      <a:rPr lang="en-US" sz="4800" b="1" i="0" smtClean="0">
                        <a:solidFill>
                          <a:schemeClr val="tx1"/>
                        </a:solidFill>
                        <a:latin typeface="Cambria Math" panose="02040503050406030204" pitchFamily="18" charset="0"/>
                      </a:rPr>
                      <m:t> </m:t>
                    </m:r>
                    <m:r>
                      <a:rPr lang="en-US" sz="4800" b="1" i="1">
                        <a:solidFill>
                          <a:schemeClr val="tx1"/>
                        </a:solidFill>
                        <a:latin typeface="Cambria Math" panose="02040503050406030204" pitchFamily="18" charset="0"/>
                      </a:rPr>
                      <m:t>𝟑𝟖𝟕𝟔𝟎</m:t>
                    </m:r>
                    <m:r>
                      <a:rPr lang="en-US" sz="4800" b="1" i="1">
                        <a:solidFill>
                          <a:schemeClr val="tx1"/>
                        </a:solidFill>
                        <a:latin typeface="Cambria Math" panose="02040503050406030204" pitchFamily="18" charset="0"/>
                      </a:rPr>
                      <m:t>.</m:t>
                    </m:r>
                    <m:r>
                      <a:rPr lang="en-US" sz="4800" b="1" i="1">
                        <a:solidFill>
                          <a:schemeClr val="tx1"/>
                        </a:solidFill>
                        <a:latin typeface="Cambria Math" panose="02040503050406030204" pitchFamily="18" charset="0"/>
                      </a:rPr>
                      <m:t>𝟑𝟎</m:t>
                    </m:r>
                    <m:r>
                      <a:rPr lang="en-US" sz="4800" b="1" i="1">
                        <a:solidFill>
                          <a:schemeClr val="tx1"/>
                        </a:solidFill>
                        <a:latin typeface="Cambria Math" panose="02040503050406030204" pitchFamily="18" charset="0"/>
                      </a:rPr>
                      <m:t>=</m:t>
                    </m:r>
                    <m:r>
                      <a:rPr lang="en-US" sz="4800" b="1" i="1">
                        <a:solidFill>
                          <a:schemeClr val="tx1"/>
                        </a:solidFill>
                        <a:latin typeface="Cambria Math" panose="02040503050406030204" pitchFamily="18" charset="0"/>
                      </a:rPr>
                      <m:t>𝟏𝟏𝟔𝟐𝟖𝟎𝟎</m:t>
                    </m:r>
                  </m:oMath>
                </a14:m>
                <a:r>
                  <a:rPr lang="en-US" sz="4800" b="1" dirty="0">
                    <a:solidFill>
                      <a:schemeClr val="tx1"/>
                    </a:solidFill>
                    <a:latin typeface="Tomaho"/>
                  </a:rPr>
                  <a:t>.</a:t>
                </a:r>
                <a:endParaRPr lang="vi-VN" sz="4800" b="1" dirty="0">
                  <a:solidFill>
                    <a:schemeClr val="tx1"/>
                  </a:solidFill>
                  <a:latin typeface="Tomaho"/>
                </a:endParaRPr>
              </a:p>
            </p:txBody>
          </p:sp>
        </mc:Choice>
        <mc:Fallback xmlns="">
          <p:sp>
            <p:nvSpPr>
              <p:cNvPr id="50" name="TextBox 49">
                <a:extLst>
                  <a:ext uri="{FF2B5EF4-FFF2-40B4-BE49-F238E27FC236}">
                    <a16:creationId xmlns:a16="http://schemas.microsoft.com/office/drawing/2014/main" id="{84491DCD-4096-46B2-AFB5-904AC9E6ED1D}"/>
                  </a:ext>
                </a:extLst>
              </p:cNvPr>
              <p:cNvSpPr txBox="1">
                <a:spLocks noRot="1" noChangeAspect="1" noMove="1" noResize="1" noEditPoints="1" noAdjustHandles="1" noChangeArrowheads="1" noChangeShapeType="1" noTextEdit="1"/>
              </p:cNvSpPr>
              <p:nvPr/>
            </p:nvSpPr>
            <p:spPr>
              <a:xfrm>
                <a:off x="838200" y="7772400"/>
                <a:ext cx="22936200" cy="5156220"/>
              </a:xfrm>
              <a:prstGeom prst="rect">
                <a:avLst/>
              </a:prstGeom>
              <a:blipFill>
                <a:blip r:embed="rId3"/>
                <a:stretch>
                  <a:fillRect l="-1435" t="-3191" r="-1409" b="-5437"/>
                </a:stretch>
              </a:blipFill>
            </p:spPr>
            <p:txBody>
              <a:bodyPr/>
              <a:lstStyle/>
              <a:p>
                <a:r>
                  <a:rPr lang="vi-VN">
                    <a:noFill/>
                  </a:rPr>
                  <a:t> </a:t>
                </a:r>
              </a:p>
            </p:txBody>
          </p:sp>
        </mc:Fallback>
      </mc:AlternateContent>
      <p:sp>
        <p:nvSpPr>
          <p:cNvPr id="52" name="Rounded Rectangle 5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6" name="TextBox 5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1806141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2BC33C0C-259A-4A70-99E2-8D58FB0B9E86}"/>
              </a:ext>
            </a:extLst>
          </p:cNvPr>
          <p:cNvGrpSpPr/>
          <p:nvPr/>
        </p:nvGrpSpPr>
        <p:grpSpPr>
          <a:xfrm>
            <a:off x="387400" y="1904999"/>
            <a:ext cx="11042600" cy="815609"/>
            <a:chOff x="387400" y="1904999"/>
            <a:chExt cx="11042600" cy="815609"/>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9448800" cy="815608"/>
            </a:xfrm>
            <a:prstGeom prst="rect">
              <a:avLst/>
            </a:prstGeom>
          </p:spPr>
          <p:txBody>
            <a:bodyPr wrap="squar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SỬ DỤNG MÁY TÍNH CẦM TAY</a:t>
              </a: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675767" y="1616632"/>
              <a:ext cx="788466" cy="13652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90130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5</a:t>
              </a:r>
            </a:p>
          </p:txBody>
        </p:sp>
      </p:grpSp>
      <p:grpSp>
        <p:nvGrpSpPr>
          <p:cNvPr id="41" name="Group 40">
            <a:extLst>
              <a:ext uri="{FF2B5EF4-FFF2-40B4-BE49-F238E27FC236}">
                <a16:creationId xmlns:a16="http://schemas.microsoft.com/office/drawing/2014/main" id="{15956DCF-BE81-49BD-AEFD-E1B23CD9355B}"/>
              </a:ext>
            </a:extLst>
          </p:cNvPr>
          <p:cNvGrpSpPr/>
          <p:nvPr/>
        </p:nvGrpSpPr>
        <p:grpSpPr>
          <a:xfrm>
            <a:off x="304800" y="2971797"/>
            <a:ext cx="23665149" cy="9677403"/>
            <a:chOff x="304800" y="2971797"/>
            <a:chExt cx="23665149" cy="9677403"/>
          </a:xfrm>
        </p:grpSpPr>
        <p:sp>
          <p:nvSpPr>
            <p:cNvPr id="42" name="Rounded Rectangle 19">
              <a:extLst>
                <a:ext uri="{FF2B5EF4-FFF2-40B4-BE49-F238E27FC236}">
                  <a16:creationId xmlns:a16="http://schemas.microsoft.com/office/drawing/2014/main" id="{77A07A8C-0C66-46F5-9492-F3FF15272385}"/>
                </a:ext>
              </a:extLst>
            </p:cNvPr>
            <p:cNvSpPr/>
            <p:nvPr/>
          </p:nvSpPr>
          <p:spPr>
            <a:xfrm>
              <a:off x="457200" y="3048000"/>
              <a:ext cx="23512749" cy="960120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57150">
                <a:lnSpc>
                  <a:spcPct val="107000"/>
                </a:lnSpc>
                <a:spcAft>
                  <a:spcPts val="800"/>
                </a:spcAft>
              </a:pPr>
              <a:endParaRPr lang="vi-VN" sz="4700" dirty="0">
                <a:solidFill>
                  <a:schemeClr val="tx1"/>
                </a:solidFill>
                <a:effectLst/>
                <a:latin typeface="Tomaho"/>
                <a:ea typeface="Arial" panose="020B0604020202020204" pitchFamily="34" charset="0"/>
                <a:cs typeface="Times New Roman" panose="02020603050405020304" pitchFamily="18" charset="0"/>
              </a:endParaRPr>
            </a:p>
          </p:txBody>
        </p:sp>
        <p:grpSp>
          <p:nvGrpSpPr>
            <p:cNvPr id="43" name="Group 42">
              <a:extLst>
                <a:ext uri="{FF2B5EF4-FFF2-40B4-BE49-F238E27FC236}">
                  <a16:creationId xmlns:a16="http://schemas.microsoft.com/office/drawing/2014/main" id="{731AF5AF-AB66-43AD-977A-4DB2F036BF08}"/>
                </a:ext>
              </a:extLst>
            </p:cNvPr>
            <p:cNvGrpSpPr/>
            <p:nvPr/>
          </p:nvGrpSpPr>
          <p:grpSpPr>
            <a:xfrm>
              <a:off x="304800" y="2971797"/>
              <a:ext cx="3276233" cy="685802"/>
              <a:chOff x="22440" y="38103"/>
              <a:chExt cx="1056356" cy="191455"/>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38103"/>
                <a:ext cx="1056356" cy="190117"/>
                <a:chOff x="31572" y="34060"/>
                <a:chExt cx="1486312" cy="235281"/>
              </a:xfrm>
            </p:grpSpPr>
            <p:sp>
              <p:nvSpPr>
                <p:cNvPr id="46" name="Arrow: Pentagon 45">
                  <a:extLst>
                    <a:ext uri="{FF2B5EF4-FFF2-40B4-BE49-F238E27FC236}">
                      <a16:creationId xmlns:a16="http://schemas.microsoft.com/office/drawing/2014/main" id="{E4DD6093-8752-4E91-AA4A-F0A093044FF9}"/>
                    </a:ext>
                  </a:extLst>
                </p:cNvPr>
                <p:cNvSpPr/>
                <p:nvPr/>
              </p:nvSpPr>
              <p:spPr>
                <a:xfrm>
                  <a:off x="169849" y="34060"/>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38104"/>
                <a:ext cx="807002" cy="191454"/>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HOÁN  VỊ</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0930986-2499-495F-9943-397183223A57}"/>
                  </a:ext>
                </a:extLst>
              </p:cNvPr>
              <p:cNvSpPr txBox="1"/>
              <p:nvPr/>
            </p:nvSpPr>
            <p:spPr>
              <a:xfrm>
                <a:off x="533400" y="3352800"/>
                <a:ext cx="22936200" cy="8687506"/>
              </a:xfrm>
              <a:prstGeom prst="rect">
                <a:avLst/>
              </a:prstGeom>
              <a:noFill/>
            </p:spPr>
            <p:txBody>
              <a:bodyPr wrap="square" rtlCol="0">
                <a:spAutoFit/>
              </a:bodyPr>
              <a:lstStyle/>
              <a:p>
                <a:pPr algn="just">
                  <a:spcAft>
                    <a:spcPts val="600"/>
                  </a:spcAft>
                </a:pPr>
                <a:endParaRPr lang="vi-VN" sz="5400" b="1" i="1" dirty="0">
                  <a:latin typeface="Tomaho"/>
                  <a:ea typeface="Arial" panose="020B0604020202020204" pitchFamily="34" charset="0"/>
                  <a:cs typeface="Times New Roman" panose="02020603050405020304" pitchFamily="18" charset="0"/>
                </a:endParaRPr>
              </a:p>
              <a:p>
                <a:pPr indent="57150" algn="just">
                  <a:lnSpc>
                    <a:spcPct val="107000"/>
                  </a:lnSpc>
                  <a:spcAft>
                    <a:spcPts val="800"/>
                  </a:spcAft>
                </a:pPr>
                <a:r>
                  <a:rPr lang="vi-VN" sz="5400" dirty="0">
                    <a:latin typeface="Tomaho"/>
                    <a:ea typeface="Arial" panose="020B0604020202020204" pitchFamily="34" charset="0"/>
                    <a:cs typeface="Times New Roman" panose="02020603050405020304" pitchFamily="18" charset="0"/>
                  </a:rPr>
                  <a:t>Ta có thể dùng máy tính cầm tay để tính số các hoán vị, chỉnh hợp và tổ hợp.</a:t>
                </a:r>
              </a:p>
              <a:p>
                <a:pPr indent="57150">
                  <a:lnSpc>
                    <a:spcPct val="107000"/>
                  </a:lnSpc>
                  <a:spcAft>
                    <a:spcPts val="800"/>
                  </a:spcAft>
                </a:pPr>
                <a:r>
                  <a:rPr lang="vi-VN" sz="5400" b="1" dirty="0">
                    <a:latin typeface="Tomaho"/>
                    <a:ea typeface="Arial" panose="020B0604020202020204" pitchFamily="34" charset="0"/>
                    <a:cs typeface="Times New Roman" panose="02020603050405020304" pitchFamily="18" charset="0"/>
                  </a:rPr>
                  <a:t>Hoán vị</a:t>
                </a:r>
                <a:endParaRPr lang="vi-VN" sz="5400" dirty="0">
                  <a:latin typeface="Tomaho"/>
                  <a:ea typeface="Arial" panose="020B0604020202020204" pitchFamily="34" charset="0"/>
                  <a:cs typeface="Times New Roman" panose="02020603050405020304" pitchFamily="18" charset="0"/>
                </a:endParaRPr>
              </a:p>
              <a:p>
                <a:pPr indent="57150">
                  <a:lnSpc>
                    <a:spcPct val="107000"/>
                  </a:lnSpc>
                  <a:spcAft>
                    <a:spcPts val="800"/>
                  </a:spcAft>
                </a:pPr>
                <a:r>
                  <a:rPr lang="vi-VN" sz="5400" dirty="0">
                    <a:latin typeface="Tomaho"/>
                    <a:ea typeface="Arial" panose="020B0604020202020204" pitchFamily="34" charset="0"/>
                    <a:cs typeface="Times New Roman" panose="02020603050405020304" pitchFamily="18" charset="0"/>
                  </a:rPr>
                  <a:t>Để tính </a:t>
                </a:r>
                <a14:m>
                  <m:oMath xmlns:m="http://schemas.openxmlformats.org/officeDocument/2006/math">
                    <m:r>
                      <a:rPr lang="vi-VN" sz="5400" i="1">
                        <a:latin typeface="Cambria Math" panose="02040503050406030204" pitchFamily="18" charset="0"/>
                        <a:ea typeface="Arial" panose="020B0604020202020204" pitchFamily="34" charset="0"/>
                        <a:cs typeface="Times New Roman" panose="02020603050405020304" pitchFamily="18" charset="0"/>
                      </a:rPr>
                      <m:t>𝑛</m:t>
                    </m:r>
                    <m:r>
                      <a:rPr lang="vi-VN" sz="5400" i="1">
                        <a:latin typeface="Cambria Math" panose="02040503050406030204" pitchFamily="18" charset="0"/>
                        <a:ea typeface="Arial" panose="020B0604020202020204" pitchFamily="34" charset="0"/>
                        <a:cs typeface="Times New Roman" panose="02020603050405020304" pitchFamily="18" charset="0"/>
                      </a:rPr>
                      <m:t>!</m:t>
                    </m:r>
                  </m:oMath>
                </a14:m>
                <a:r>
                  <a:rPr lang="vi-VN" sz="5400" dirty="0">
                    <a:latin typeface="Tomaho"/>
                    <a:ea typeface="Arial" panose="020B0604020202020204" pitchFamily="34" charset="0"/>
                    <a:cs typeface="Times New Roman" panose="02020603050405020304" pitchFamily="18" charset="0"/>
                  </a:rPr>
                  <a:t> ta ấn phím theo trình tự sau:</a:t>
                </a:r>
              </a:p>
              <a:p>
                <a:pPr indent="57150" algn="just">
                  <a:lnSpc>
                    <a:spcPct val="107000"/>
                  </a:lnSpc>
                  <a:spcAft>
                    <a:spcPts val="800"/>
                  </a:spcAft>
                </a:pPr>
                <a:r>
                  <a:rPr lang="vi-VN" sz="5400" dirty="0">
                    <a:latin typeface="Tomaho"/>
                    <a:ea typeface="Arial" panose="020B0604020202020204" pitchFamily="34" charset="0"/>
                    <a:cs typeface="Times New Roman" panose="02020603050405020304" pitchFamily="18" charset="0"/>
                  </a:rPr>
                  <a:t>Ấn số </a:t>
                </a:r>
                <a14:m>
                  <m:oMath xmlns:m="http://schemas.openxmlformats.org/officeDocument/2006/math">
                    <m:r>
                      <a:rPr lang="vi-VN" sz="5400" i="1">
                        <a:latin typeface="Cambria Math" panose="02040503050406030204" pitchFamily="18" charset="0"/>
                        <a:ea typeface="Arial" panose="020B0604020202020204" pitchFamily="34" charset="0"/>
                        <a:cs typeface="Times New Roman" panose="02020603050405020304" pitchFamily="18" charset="0"/>
                      </a:rPr>
                      <m:t>𝑛</m:t>
                    </m:r>
                  </m:oMath>
                </a14:m>
                <a:r>
                  <a:rPr lang="vi-VN" sz="5400" dirty="0">
                    <a:latin typeface="Tomaho"/>
                    <a:ea typeface="Arial" panose="020B0604020202020204" pitchFamily="34" charset="0"/>
                    <a:cs typeface="Times New Roman" panose="02020603050405020304" pitchFamily="18" charset="0"/>
                  </a:rPr>
                  <a:t>, ấn phím </a:t>
                </a:r>
                <a:r>
                  <a:rPr lang="vi-VN" sz="5400" dirty="0"/>
                  <a:t> </a:t>
                </a:r>
                <a:r>
                  <a:rPr lang="vi-VN" sz="5400" dirty="0">
                    <a:latin typeface="CASIO ClassWiz" pitchFamily="2" charset="-93"/>
                  </a:rPr>
                  <a:t>q/</a:t>
                </a:r>
                <a:r>
                  <a:rPr lang="vi-VN" sz="5400" dirty="0">
                    <a:latin typeface="Tomaho"/>
                    <a:ea typeface="Arial" panose="020B0604020202020204" pitchFamily="34" charset="0"/>
                    <a:cs typeface="Times New Roman" panose="02020603050405020304" pitchFamily="18" charset="0"/>
                  </a:rPr>
                  <a:t>, sau đó ấn phím </a:t>
                </a:r>
                <a:r>
                  <a:rPr lang="vi-VN" sz="5400" dirty="0">
                    <a:latin typeface="CASIO ClassWiz" pitchFamily="2" charset="-93"/>
                  </a:rPr>
                  <a:t>=</a:t>
                </a:r>
                <a:r>
                  <a:rPr lang="vi-VN" sz="5400" dirty="0">
                    <a:latin typeface="Tomaho"/>
                    <a:ea typeface="Arial" panose="020B0604020202020204" pitchFamily="34" charset="0"/>
                    <a:cs typeface="Times New Roman" panose="02020603050405020304" pitchFamily="18" charset="0"/>
                  </a:rPr>
                  <a:t>, Khi đó, kết quả sẽ hiển thị ở dòng kết quả.</a:t>
                </a:r>
              </a:p>
              <a:p>
                <a:pPr indent="57150">
                  <a:lnSpc>
                    <a:spcPct val="107000"/>
                  </a:lnSpc>
                  <a:spcAft>
                    <a:spcPts val="800"/>
                  </a:spcAft>
                </a:pPr>
                <a:r>
                  <a:rPr lang="vi-VN" sz="5400" b="1" dirty="0">
                    <a:solidFill>
                      <a:srgbClr val="FF0000"/>
                    </a:solidFill>
                    <a:latin typeface="Tomaho"/>
                    <a:ea typeface="Arial" panose="020B0604020202020204" pitchFamily="34" charset="0"/>
                    <a:cs typeface="Times New Roman" panose="02020603050405020304" pitchFamily="18" charset="0"/>
                  </a:rPr>
                  <a:t>Ví dụ. </a:t>
                </a:r>
                <a:r>
                  <a:rPr lang="vi-VN" sz="5400" dirty="0">
                    <a:latin typeface="Tomaho"/>
                    <a:ea typeface="Arial" panose="020B0604020202020204" pitchFamily="34" charset="0"/>
                    <a:cs typeface="Times New Roman" panose="02020603050405020304" pitchFamily="18" charset="0"/>
                  </a:rPr>
                  <a:t>Tính </a:t>
                </a:r>
                <a14:m>
                  <m:oMath xmlns:m="http://schemas.openxmlformats.org/officeDocument/2006/math">
                    <m:r>
                      <a:rPr lang="vi-VN" sz="5400" i="1">
                        <a:latin typeface="Cambria Math" panose="02040503050406030204" pitchFamily="18" charset="0"/>
                        <a:ea typeface="Arial" panose="020B0604020202020204" pitchFamily="34" charset="0"/>
                        <a:cs typeface="Times New Roman" panose="02020603050405020304" pitchFamily="18" charset="0"/>
                      </a:rPr>
                      <m:t>9!</m:t>
                    </m:r>
                  </m:oMath>
                </a14:m>
                <a:r>
                  <a:rPr lang="vi-VN" sz="5400" dirty="0">
                    <a:latin typeface="Tomaho"/>
                    <a:ea typeface="Arial" panose="020B0604020202020204" pitchFamily="34" charset="0"/>
                    <a:cs typeface="Times New Roman" panose="02020603050405020304" pitchFamily="18" charset="0"/>
                  </a:rPr>
                  <a:t>.</a:t>
                </a:r>
              </a:p>
              <a:p>
                <a:pPr indent="57150">
                  <a:lnSpc>
                    <a:spcPct val="107000"/>
                  </a:lnSpc>
                  <a:spcAft>
                    <a:spcPts val="800"/>
                  </a:spcAft>
                </a:pPr>
                <a:r>
                  <a:rPr lang="vi-VN" sz="5400" dirty="0">
                    <a:latin typeface="Tomaho"/>
                    <a:ea typeface="Arial" panose="020B0604020202020204" pitchFamily="34" charset="0"/>
                    <a:cs typeface="Times New Roman" panose="02020603050405020304" pitchFamily="18" charset="0"/>
                  </a:rPr>
                  <a:t>Ta ấn liên tiếp các phím sau: </a:t>
                </a:r>
                <a:r>
                  <a:rPr lang="vi-VN" sz="5400" dirty="0">
                    <a:latin typeface="CASIO ClassWiz" pitchFamily="2" charset="-93"/>
                    <a:ea typeface="Arial" panose="020B0604020202020204" pitchFamily="34" charset="0"/>
                    <a:cs typeface="Times New Roman" panose="02020603050405020304" pitchFamily="18" charset="0"/>
                  </a:rPr>
                  <a:t>9q/=</a:t>
                </a:r>
              </a:p>
              <a:p>
                <a:pPr indent="57150">
                  <a:lnSpc>
                    <a:spcPct val="107000"/>
                  </a:lnSpc>
                  <a:spcAft>
                    <a:spcPts val="800"/>
                  </a:spcAft>
                </a:pPr>
                <a:r>
                  <a:rPr lang="vi-VN" sz="5400" dirty="0">
                    <a:latin typeface="Tomaho"/>
                    <a:ea typeface="Arial" panose="020B0604020202020204" pitchFamily="34" charset="0"/>
                    <a:cs typeface="Times New Roman" panose="02020603050405020304" pitchFamily="18" charset="0"/>
                  </a:rPr>
                  <a:t>Dòng kết quả hiện ra </a:t>
                </a:r>
                <a14:m>
                  <m:oMath xmlns:m="http://schemas.openxmlformats.org/officeDocument/2006/math">
                    <m:r>
                      <a:rPr lang="vi-VN" sz="5400" i="1">
                        <a:latin typeface="Cambria Math" panose="02040503050406030204" pitchFamily="18" charset="0"/>
                        <a:ea typeface="Arial" panose="020B0604020202020204" pitchFamily="34" charset="0"/>
                        <a:cs typeface="Times New Roman" panose="02020603050405020304" pitchFamily="18" charset="0"/>
                      </a:rPr>
                      <m:t>362880</m:t>
                    </m:r>
                  </m:oMath>
                </a14:m>
                <a:r>
                  <a:rPr lang="vi-VN" sz="5400" dirty="0">
                    <a:latin typeface="Tomaho"/>
                    <a:ea typeface="Arial" panose="020B0604020202020204" pitchFamily="34" charset="0"/>
                    <a:cs typeface="Times New Roman" panose="02020603050405020304" pitchFamily="18" charset="0"/>
                  </a:rPr>
                  <a:t>.</a:t>
                </a:r>
                <a:endParaRPr lang="vi-VN" sz="5400" b="1" dirty="0">
                  <a:latin typeface="Tomaho"/>
                </a:endParaRPr>
              </a:p>
            </p:txBody>
          </p:sp>
        </mc:Choice>
        <mc:Fallback xmlns="">
          <p:sp>
            <p:nvSpPr>
              <p:cNvPr id="14" name="TextBox 13">
                <a:extLst>
                  <a:ext uri="{FF2B5EF4-FFF2-40B4-BE49-F238E27FC236}">
                    <a16:creationId xmlns:a16="http://schemas.microsoft.com/office/drawing/2014/main" id="{20930986-2499-495F-9943-397183223A57}"/>
                  </a:ext>
                </a:extLst>
              </p:cNvPr>
              <p:cNvSpPr txBox="1">
                <a:spLocks noRot="1" noChangeAspect="1" noMove="1" noResize="1" noEditPoints="1" noAdjustHandles="1" noChangeArrowheads="1" noChangeShapeType="1" noTextEdit="1"/>
              </p:cNvSpPr>
              <p:nvPr/>
            </p:nvSpPr>
            <p:spPr>
              <a:xfrm>
                <a:off x="533400" y="3352800"/>
                <a:ext cx="22936200" cy="8687506"/>
              </a:xfrm>
              <a:prstGeom prst="rect">
                <a:avLst/>
              </a:prstGeom>
              <a:blipFill>
                <a:blip r:embed="rId3"/>
                <a:stretch>
                  <a:fillRect l="-1435" r="-1409" b="-3368"/>
                </a:stretch>
              </a:blipFill>
            </p:spPr>
            <p:txBody>
              <a:bodyPr/>
              <a:lstStyle/>
              <a:p>
                <a:r>
                  <a:rPr lang="en-US">
                    <a:noFill/>
                  </a:rPr>
                  <a:t> </a:t>
                </a:r>
              </a:p>
            </p:txBody>
          </p:sp>
        </mc:Fallback>
      </mc:AlternateContent>
      <p:sp>
        <p:nvSpPr>
          <p:cNvPr id="50" name="Rounded Rectangle 4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4" name="TextBox 5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4509584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wipe(left)">
                                      <p:cBhvr>
                                        <p:cTn id="7" dur="500"/>
                                        <p:tgtEl>
                                          <p:spTgt spid="1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wipe(left)">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xEl>
                                              <p:pRg st="3" end="3"/>
                                            </p:txEl>
                                          </p:spTgt>
                                        </p:tgtEl>
                                        <p:attrNameLst>
                                          <p:attrName>style.visibility</p:attrName>
                                        </p:attrNameLst>
                                      </p:cBhvr>
                                      <p:to>
                                        <p:strVal val="visible"/>
                                      </p:to>
                                    </p:set>
                                    <p:animEffect transition="in" filter="wipe(left)">
                                      <p:cBhvr>
                                        <p:cTn id="17" dur="500"/>
                                        <p:tgtEl>
                                          <p:spTgt spid="1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xEl>
                                              <p:pRg st="4" end="4"/>
                                            </p:txEl>
                                          </p:spTgt>
                                        </p:tgtEl>
                                        <p:attrNameLst>
                                          <p:attrName>style.visibility</p:attrName>
                                        </p:attrNameLst>
                                      </p:cBhvr>
                                      <p:to>
                                        <p:strVal val="visible"/>
                                      </p:to>
                                    </p:set>
                                    <p:animEffect transition="in" filter="wipe(left)">
                                      <p:cBhvr>
                                        <p:cTn id="22" dur="500"/>
                                        <p:tgtEl>
                                          <p:spTgt spid="1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xEl>
                                              <p:pRg st="5" end="5"/>
                                            </p:txEl>
                                          </p:spTgt>
                                        </p:tgtEl>
                                        <p:attrNameLst>
                                          <p:attrName>style.visibility</p:attrName>
                                        </p:attrNameLst>
                                      </p:cBhvr>
                                      <p:to>
                                        <p:strVal val="visible"/>
                                      </p:to>
                                    </p:set>
                                    <p:animEffect transition="in" filter="wipe(left)">
                                      <p:cBhvr>
                                        <p:cTn id="27" dur="500"/>
                                        <p:tgtEl>
                                          <p:spTgt spid="1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
                                            <p:txEl>
                                              <p:pRg st="6" end="6"/>
                                            </p:txEl>
                                          </p:spTgt>
                                        </p:tgtEl>
                                        <p:attrNameLst>
                                          <p:attrName>style.visibility</p:attrName>
                                        </p:attrNameLst>
                                      </p:cBhvr>
                                      <p:to>
                                        <p:strVal val="visible"/>
                                      </p:to>
                                    </p:set>
                                    <p:animEffect transition="in" filter="wipe(left)">
                                      <p:cBhvr>
                                        <p:cTn id="32" dur="500"/>
                                        <p:tgtEl>
                                          <p:spTgt spid="1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
                                            <p:txEl>
                                              <p:pRg st="7" end="7"/>
                                            </p:txEl>
                                          </p:spTgt>
                                        </p:tgtEl>
                                        <p:attrNameLst>
                                          <p:attrName>style.visibility</p:attrName>
                                        </p:attrNameLst>
                                      </p:cBhvr>
                                      <p:to>
                                        <p:strVal val="visible"/>
                                      </p:to>
                                    </p:set>
                                    <p:animEffect transition="in" filter="wipe(left)">
                                      <p:cBhvr>
                                        <p:cTn id="37" dur="500"/>
                                        <p:tgtEl>
                                          <p:spTgt spid="1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1" name="Group 40">
            <a:extLst>
              <a:ext uri="{FF2B5EF4-FFF2-40B4-BE49-F238E27FC236}">
                <a16:creationId xmlns:a16="http://schemas.microsoft.com/office/drawing/2014/main" id="{15956DCF-BE81-49BD-AEFD-E1B23CD9355B}"/>
              </a:ext>
            </a:extLst>
          </p:cNvPr>
          <p:cNvGrpSpPr/>
          <p:nvPr/>
        </p:nvGrpSpPr>
        <p:grpSpPr>
          <a:xfrm>
            <a:off x="304800" y="2971797"/>
            <a:ext cx="23665149" cy="8818975"/>
            <a:chOff x="304800" y="2971797"/>
            <a:chExt cx="23665149" cy="8818975"/>
          </a:xfrm>
        </p:grpSpPr>
        <p:sp>
          <p:nvSpPr>
            <p:cNvPr id="42" name="Rounded Rectangle 19">
              <a:extLst>
                <a:ext uri="{FF2B5EF4-FFF2-40B4-BE49-F238E27FC236}">
                  <a16:creationId xmlns:a16="http://schemas.microsoft.com/office/drawing/2014/main" id="{77A07A8C-0C66-46F5-9492-F3FF15272385}"/>
                </a:ext>
              </a:extLst>
            </p:cNvPr>
            <p:cNvSpPr/>
            <p:nvPr/>
          </p:nvSpPr>
          <p:spPr>
            <a:xfrm>
              <a:off x="457200" y="3048000"/>
              <a:ext cx="23512749" cy="87427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57150">
                <a:lnSpc>
                  <a:spcPct val="107000"/>
                </a:lnSpc>
                <a:spcAft>
                  <a:spcPts val="800"/>
                </a:spcAft>
              </a:pPr>
              <a:endParaRPr lang="vi-VN" sz="4700" dirty="0">
                <a:solidFill>
                  <a:schemeClr val="tx1"/>
                </a:solidFill>
                <a:effectLst/>
                <a:latin typeface="Tomaho"/>
                <a:ea typeface="Arial" panose="020B0604020202020204" pitchFamily="34" charset="0"/>
                <a:cs typeface="Times New Roman" panose="02020603050405020304" pitchFamily="18" charset="0"/>
              </a:endParaRPr>
            </a:p>
          </p:txBody>
        </p:sp>
        <p:grpSp>
          <p:nvGrpSpPr>
            <p:cNvPr id="43" name="Group 42">
              <a:extLst>
                <a:ext uri="{FF2B5EF4-FFF2-40B4-BE49-F238E27FC236}">
                  <a16:creationId xmlns:a16="http://schemas.microsoft.com/office/drawing/2014/main" id="{731AF5AF-AB66-43AD-977A-4DB2F036BF08}"/>
                </a:ext>
              </a:extLst>
            </p:cNvPr>
            <p:cNvGrpSpPr/>
            <p:nvPr/>
          </p:nvGrpSpPr>
          <p:grpSpPr>
            <a:xfrm>
              <a:off x="304800" y="2971797"/>
              <a:ext cx="3276233" cy="685802"/>
              <a:chOff x="22440" y="38103"/>
              <a:chExt cx="1056356" cy="191455"/>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38103"/>
                <a:ext cx="1056356" cy="190117"/>
                <a:chOff x="31572" y="34060"/>
                <a:chExt cx="1486312" cy="235281"/>
              </a:xfrm>
            </p:grpSpPr>
            <p:sp>
              <p:nvSpPr>
                <p:cNvPr id="46" name="Arrow: Pentagon 45">
                  <a:extLst>
                    <a:ext uri="{FF2B5EF4-FFF2-40B4-BE49-F238E27FC236}">
                      <a16:creationId xmlns:a16="http://schemas.microsoft.com/office/drawing/2014/main" id="{E4DD6093-8752-4E91-AA4A-F0A093044FF9}"/>
                    </a:ext>
                  </a:extLst>
                </p:cNvPr>
                <p:cNvSpPr/>
                <p:nvPr/>
              </p:nvSpPr>
              <p:spPr>
                <a:xfrm>
                  <a:off x="169849" y="34060"/>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38104"/>
                <a:ext cx="807002" cy="191454"/>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CHỈNH HỢP</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13" name="Group 12">
            <a:extLst>
              <a:ext uri="{FF2B5EF4-FFF2-40B4-BE49-F238E27FC236}">
                <a16:creationId xmlns:a16="http://schemas.microsoft.com/office/drawing/2014/main" id="{D0E00D1E-CC39-4A21-9E9F-9B5297E4AC55}"/>
              </a:ext>
            </a:extLst>
          </p:cNvPr>
          <p:cNvGrpSpPr/>
          <p:nvPr/>
        </p:nvGrpSpPr>
        <p:grpSpPr>
          <a:xfrm>
            <a:off x="387400" y="1904999"/>
            <a:ext cx="11042600" cy="815609"/>
            <a:chOff x="387400" y="1904999"/>
            <a:chExt cx="11042600" cy="815609"/>
          </a:xfrm>
        </p:grpSpPr>
        <p:sp>
          <p:nvSpPr>
            <p:cNvPr id="14" name="Rectangle 13">
              <a:extLst>
                <a:ext uri="{FF2B5EF4-FFF2-40B4-BE49-F238E27FC236}">
                  <a16:creationId xmlns:a16="http://schemas.microsoft.com/office/drawing/2014/main" id="{C00AF92B-63C2-4AC2-AD17-E9B9E2326C7F}"/>
                </a:ext>
              </a:extLst>
            </p:cNvPr>
            <p:cNvSpPr/>
            <p:nvPr/>
          </p:nvSpPr>
          <p:spPr>
            <a:xfrm>
              <a:off x="1981200" y="1905000"/>
              <a:ext cx="9448800" cy="815608"/>
            </a:xfrm>
            <a:prstGeom prst="rect">
              <a:avLst/>
            </a:prstGeom>
          </p:spPr>
          <p:txBody>
            <a:bodyPr wrap="squar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SỬ DỤNG MÁY TÍNH CẦM TAY</a:t>
              </a:r>
            </a:p>
          </p:txBody>
        </p:sp>
        <p:sp>
          <p:nvSpPr>
            <p:cNvPr id="15" name="Round Same Side Corner Rectangle 51">
              <a:extLst>
                <a:ext uri="{FF2B5EF4-FFF2-40B4-BE49-F238E27FC236}">
                  <a16:creationId xmlns:a16="http://schemas.microsoft.com/office/drawing/2014/main" id="{22148BFA-9D7E-4D3D-BDAA-ADB5DD0C6F7F}"/>
                </a:ext>
              </a:extLst>
            </p:cNvPr>
            <p:cNvSpPr/>
            <p:nvPr/>
          </p:nvSpPr>
          <p:spPr>
            <a:xfrm rot="5400000">
              <a:off x="675767" y="1616632"/>
              <a:ext cx="788466" cy="13652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015424FC-8532-4B1A-8523-5D7E4BFE2ECB}"/>
                </a:ext>
              </a:extLst>
            </p:cNvPr>
            <p:cNvSpPr txBox="1"/>
            <p:nvPr/>
          </p:nvSpPr>
          <p:spPr>
            <a:xfrm rot="10800000" flipH="1" flipV="1">
              <a:off x="609600" y="1981200"/>
              <a:ext cx="90130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5</a:t>
              </a:r>
            </a:p>
          </p:txBody>
        </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6CC4529-0CE3-4EEE-AE3E-2F641C6968B6}"/>
                  </a:ext>
                </a:extLst>
              </p:cNvPr>
              <p:cNvSpPr txBox="1"/>
              <p:nvPr/>
            </p:nvSpPr>
            <p:spPr>
              <a:xfrm>
                <a:off x="609600" y="3581400"/>
                <a:ext cx="22936200" cy="6750053"/>
              </a:xfrm>
              <a:prstGeom prst="rect">
                <a:avLst/>
              </a:prstGeom>
              <a:noFill/>
            </p:spPr>
            <p:txBody>
              <a:bodyPr wrap="square" rtlCol="0">
                <a:spAutoFit/>
              </a:bodyPr>
              <a:lstStyle/>
              <a:p>
                <a:pPr algn="just">
                  <a:spcAft>
                    <a:spcPts val="600"/>
                  </a:spcAft>
                </a:pPr>
                <a:endParaRPr lang="vi-VN" sz="5400" b="1" i="1" dirty="0">
                  <a:latin typeface="Tomaho"/>
                  <a:ea typeface="Arial" panose="020B0604020202020204" pitchFamily="34" charset="0"/>
                  <a:cs typeface="Times New Roman" panose="02020603050405020304" pitchFamily="18" charset="0"/>
                </a:endParaRPr>
              </a:p>
              <a:p>
                <a:pPr indent="57150">
                  <a:lnSpc>
                    <a:spcPct val="107000"/>
                  </a:lnSpc>
                  <a:spcAft>
                    <a:spcPts val="800"/>
                  </a:spcAft>
                </a:pPr>
                <a:r>
                  <a:rPr lang="vi-VN" sz="5400" dirty="0">
                    <a:latin typeface="Tomaho"/>
                    <a:ea typeface="Arial" panose="020B0604020202020204" pitchFamily="34" charset="0"/>
                    <a:cs typeface="Times New Roman" panose="02020603050405020304" pitchFamily="18" charset="0"/>
                  </a:rPr>
                  <a:t>Để tính </a:t>
                </a:r>
                <a14:m>
                  <m:oMath xmlns:m="http://schemas.openxmlformats.org/officeDocument/2006/math">
                    <m:sSubSup>
                      <m:sSubSupPr>
                        <m:ctrlPr>
                          <a:rPr lang="vi-VN" sz="5400" i="1">
                            <a:latin typeface="Cambria Math" panose="02040503050406030204" pitchFamily="18" charset="0"/>
                            <a:ea typeface="Arial" panose="020B0604020202020204" pitchFamily="34" charset="0"/>
                            <a:cs typeface="Times New Roman" panose="02020603050405020304" pitchFamily="18" charset="0"/>
                          </a:rPr>
                        </m:ctrlPr>
                      </m:sSubSupPr>
                      <m:e>
                        <m:r>
                          <a:rPr lang="vi-VN" sz="5400" i="1">
                            <a:latin typeface="Cambria Math" panose="02040503050406030204" pitchFamily="18" charset="0"/>
                            <a:ea typeface="Arial" panose="020B0604020202020204" pitchFamily="34" charset="0"/>
                            <a:cs typeface="Times New Roman" panose="02020603050405020304" pitchFamily="18" charset="0"/>
                          </a:rPr>
                          <m:t>𝐴</m:t>
                        </m:r>
                      </m:e>
                      <m:sub>
                        <m:r>
                          <a:rPr lang="vi-VN" sz="5400" i="1">
                            <a:latin typeface="Cambria Math" panose="02040503050406030204" pitchFamily="18" charset="0"/>
                            <a:ea typeface="Arial" panose="020B0604020202020204" pitchFamily="34" charset="0"/>
                            <a:cs typeface="Times New Roman" panose="02020603050405020304" pitchFamily="18" charset="0"/>
                          </a:rPr>
                          <m:t>𝑛</m:t>
                        </m:r>
                      </m:sub>
                      <m:sup>
                        <m:r>
                          <a:rPr lang="vi-VN" sz="5400" i="1">
                            <a:latin typeface="Cambria Math" panose="02040503050406030204" pitchFamily="18" charset="0"/>
                            <a:ea typeface="Arial" panose="020B0604020202020204" pitchFamily="34" charset="0"/>
                            <a:cs typeface="Times New Roman" panose="02020603050405020304" pitchFamily="18" charset="0"/>
                          </a:rPr>
                          <m:t>𝑘</m:t>
                        </m:r>
                      </m:sup>
                    </m:sSubSup>
                  </m:oMath>
                </a14:m>
                <a:r>
                  <a:rPr lang="vi-VN" sz="5400" dirty="0">
                    <a:latin typeface="Tomaho"/>
                    <a:ea typeface="Arial" panose="020B0604020202020204" pitchFamily="34" charset="0"/>
                    <a:cs typeface="Times New Roman" panose="02020603050405020304" pitchFamily="18" charset="0"/>
                  </a:rPr>
                  <a:t> ta ấn phím theo trình tự sau:</a:t>
                </a:r>
              </a:p>
              <a:p>
                <a:pPr indent="57150">
                  <a:lnSpc>
                    <a:spcPct val="107000"/>
                  </a:lnSpc>
                  <a:spcAft>
                    <a:spcPts val="800"/>
                  </a:spcAft>
                </a:pPr>
                <a:r>
                  <a:rPr lang="vi-VN" sz="5400" dirty="0">
                    <a:latin typeface="Tomaho"/>
                    <a:ea typeface="Arial" panose="020B0604020202020204" pitchFamily="34" charset="0"/>
                    <a:cs typeface="Times New Roman" panose="02020603050405020304" pitchFamily="18" charset="0"/>
                  </a:rPr>
                  <a:t>Ấn số </a:t>
                </a:r>
                <a14:m>
                  <m:oMath xmlns:m="http://schemas.openxmlformats.org/officeDocument/2006/math">
                    <m:r>
                      <a:rPr lang="vi-VN" sz="5400" i="1">
                        <a:latin typeface="Cambria Math" panose="02040503050406030204" pitchFamily="18" charset="0"/>
                        <a:ea typeface="Arial" panose="020B0604020202020204" pitchFamily="34" charset="0"/>
                        <a:cs typeface="Times New Roman" panose="02020603050405020304" pitchFamily="18" charset="0"/>
                      </a:rPr>
                      <m:t>𝑛</m:t>
                    </m:r>
                  </m:oMath>
                </a14:m>
                <a:r>
                  <a:rPr lang="vi-VN" sz="5400" dirty="0">
                    <a:latin typeface="Tomaho"/>
                    <a:ea typeface="Arial" panose="020B0604020202020204" pitchFamily="34" charset="0"/>
                    <a:cs typeface="Times New Roman" panose="02020603050405020304" pitchFamily="18" charset="0"/>
                  </a:rPr>
                  <a:t>, ấn phím </a:t>
                </a:r>
                <a:r>
                  <a:rPr lang="vi-VN" sz="5400" dirty="0">
                    <a:latin typeface="CASIO ClassWiz" pitchFamily="2" charset="-93"/>
                    <a:ea typeface="Arial" panose="020B0604020202020204" pitchFamily="34" charset="0"/>
                    <a:cs typeface="Times New Roman" panose="02020603050405020304" pitchFamily="18" charset="0"/>
                  </a:rPr>
                  <a:t>qO</a:t>
                </a:r>
                <a:r>
                  <a:rPr lang="vi-VN" sz="5400" dirty="0">
                    <a:latin typeface="Tomaho"/>
                    <a:ea typeface="Arial" panose="020B0604020202020204" pitchFamily="34" charset="0"/>
                    <a:cs typeface="Times New Roman" panose="02020603050405020304" pitchFamily="18" charset="0"/>
                  </a:rPr>
                  <a:t>, ấn số </a:t>
                </a:r>
                <a14:m>
                  <m:oMath xmlns:m="http://schemas.openxmlformats.org/officeDocument/2006/math">
                    <m:r>
                      <a:rPr lang="vi-VN" sz="5400" i="1">
                        <a:latin typeface="Cambria Math" panose="02040503050406030204" pitchFamily="18" charset="0"/>
                        <a:ea typeface="Arial" panose="020B0604020202020204" pitchFamily="34" charset="0"/>
                        <a:cs typeface="Times New Roman" panose="02020603050405020304" pitchFamily="18" charset="0"/>
                      </a:rPr>
                      <m:t>𝑘</m:t>
                    </m:r>
                  </m:oMath>
                </a14:m>
                <a:r>
                  <a:rPr lang="vi-VN" sz="5400" dirty="0">
                    <a:latin typeface="Tomaho"/>
                    <a:ea typeface="Arial" panose="020B0604020202020204" pitchFamily="34" charset="0"/>
                    <a:cs typeface="Times New Roman" panose="02020603050405020304" pitchFamily="18" charset="0"/>
                  </a:rPr>
                  <a:t>, sau đó ấn phím </a:t>
                </a:r>
                <a:r>
                  <a:rPr lang="vi-VN" sz="5400" dirty="0">
                    <a:latin typeface="CASIO ClassWiz" pitchFamily="2" charset="-93"/>
                    <a:ea typeface="Arial" panose="020B0604020202020204" pitchFamily="34" charset="0"/>
                    <a:cs typeface="Times New Roman" panose="02020603050405020304" pitchFamily="18" charset="0"/>
                  </a:rPr>
                  <a:t>=</a:t>
                </a:r>
                <a:r>
                  <a:rPr lang="vi-VN" sz="5400" dirty="0">
                    <a:latin typeface="Tomaho"/>
                    <a:ea typeface="Arial" panose="020B0604020202020204" pitchFamily="34" charset="0"/>
                    <a:cs typeface="Times New Roman" panose="02020603050405020304" pitchFamily="18" charset="0"/>
                  </a:rPr>
                  <a:t>. Khi đó, kết quả sẽ hiển thị ở dòng kết quả.</a:t>
                </a:r>
              </a:p>
              <a:p>
                <a:pPr indent="57150">
                  <a:lnSpc>
                    <a:spcPct val="107000"/>
                  </a:lnSpc>
                  <a:spcAft>
                    <a:spcPts val="800"/>
                  </a:spcAft>
                </a:pPr>
                <a:r>
                  <a:rPr lang="vi-VN" sz="5400" b="1" dirty="0">
                    <a:solidFill>
                      <a:srgbClr val="FF0000"/>
                    </a:solidFill>
                    <a:latin typeface="Tomaho"/>
                    <a:ea typeface="Arial" panose="020B0604020202020204" pitchFamily="34" charset="0"/>
                    <a:cs typeface="Times New Roman" panose="02020603050405020304" pitchFamily="18" charset="0"/>
                  </a:rPr>
                  <a:t>Ví dụ. </a:t>
                </a:r>
                <a:r>
                  <a:rPr lang="vi-VN" sz="5400" dirty="0">
                    <a:latin typeface="Tomaho"/>
                    <a:ea typeface="Arial" panose="020B0604020202020204" pitchFamily="34" charset="0"/>
                    <a:cs typeface="Times New Roman" panose="02020603050405020304" pitchFamily="18" charset="0"/>
                  </a:rPr>
                  <a:t>Tính </a:t>
                </a:r>
                <a14:m>
                  <m:oMath xmlns:m="http://schemas.openxmlformats.org/officeDocument/2006/math">
                    <m:sSubSup>
                      <m:sSubSupPr>
                        <m:ctrlPr>
                          <a:rPr lang="vi-VN" sz="5400" i="1">
                            <a:latin typeface="Cambria Math" panose="02040503050406030204" pitchFamily="18" charset="0"/>
                            <a:ea typeface="Arial" panose="020B0604020202020204" pitchFamily="34" charset="0"/>
                            <a:cs typeface="Times New Roman" panose="02020603050405020304" pitchFamily="18" charset="0"/>
                          </a:rPr>
                        </m:ctrlPr>
                      </m:sSubSupPr>
                      <m:e>
                        <m:r>
                          <a:rPr lang="vi-VN" sz="5400" i="1">
                            <a:latin typeface="Cambria Math" panose="02040503050406030204" pitchFamily="18" charset="0"/>
                            <a:ea typeface="Arial" panose="020B0604020202020204" pitchFamily="34" charset="0"/>
                            <a:cs typeface="Times New Roman" panose="02020603050405020304" pitchFamily="18" charset="0"/>
                          </a:rPr>
                          <m:t>𝐴</m:t>
                        </m:r>
                      </m:e>
                      <m:sub>
                        <m:r>
                          <a:rPr lang="vi-VN" sz="5400" i="1">
                            <a:latin typeface="Cambria Math" panose="02040503050406030204" pitchFamily="18" charset="0"/>
                            <a:ea typeface="Arial" panose="020B0604020202020204" pitchFamily="34" charset="0"/>
                            <a:cs typeface="Times New Roman" panose="02020603050405020304" pitchFamily="18" charset="0"/>
                          </a:rPr>
                          <m:t>15</m:t>
                        </m:r>
                      </m:sub>
                      <m:sup>
                        <m:r>
                          <a:rPr lang="vi-VN" sz="5400" i="1">
                            <a:latin typeface="Cambria Math" panose="02040503050406030204" pitchFamily="18" charset="0"/>
                            <a:ea typeface="Arial" panose="020B0604020202020204" pitchFamily="34" charset="0"/>
                            <a:cs typeface="Times New Roman" panose="02020603050405020304" pitchFamily="18" charset="0"/>
                          </a:rPr>
                          <m:t>2</m:t>
                        </m:r>
                      </m:sup>
                    </m:sSubSup>
                  </m:oMath>
                </a14:m>
                <a:r>
                  <a:rPr lang="vi-VN" sz="5400" dirty="0">
                    <a:latin typeface="Tomaho"/>
                    <a:ea typeface="Arial" panose="020B0604020202020204" pitchFamily="34" charset="0"/>
                    <a:cs typeface="Times New Roman" panose="02020603050405020304" pitchFamily="18" charset="0"/>
                  </a:rPr>
                  <a:t>.</a:t>
                </a:r>
              </a:p>
              <a:p>
                <a:pPr indent="57150">
                  <a:lnSpc>
                    <a:spcPct val="107000"/>
                  </a:lnSpc>
                  <a:spcAft>
                    <a:spcPts val="800"/>
                  </a:spcAft>
                </a:pPr>
                <a:r>
                  <a:rPr lang="vi-VN" sz="5400" dirty="0">
                    <a:latin typeface="Tomaho"/>
                    <a:ea typeface="Arial" panose="020B0604020202020204" pitchFamily="34" charset="0"/>
                    <a:cs typeface="Times New Roman" panose="02020603050405020304" pitchFamily="18" charset="0"/>
                  </a:rPr>
                  <a:t>Ta ấn các phím theo trình tự sau: </a:t>
                </a:r>
                <a:r>
                  <a:rPr lang="vi-VN" sz="5400" dirty="0">
                    <a:latin typeface="CASIO ClassWiz" pitchFamily="2" charset="-93"/>
                    <a:ea typeface="Arial" panose="020B0604020202020204" pitchFamily="34" charset="0"/>
                    <a:cs typeface="Times New Roman" panose="02020603050405020304" pitchFamily="18" charset="0"/>
                  </a:rPr>
                  <a:t>15qO2=</a:t>
                </a:r>
              </a:p>
              <a:p>
                <a:pPr indent="57150">
                  <a:lnSpc>
                    <a:spcPct val="107000"/>
                  </a:lnSpc>
                  <a:spcAft>
                    <a:spcPts val="800"/>
                  </a:spcAft>
                </a:pPr>
                <a:r>
                  <a:rPr lang="vi-VN" sz="5400" dirty="0">
                    <a:latin typeface="Tomaho"/>
                    <a:ea typeface="Arial" panose="020B0604020202020204" pitchFamily="34" charset="0"/>
                    <a:cs typeface="Times New Roman" panose="02020603050405020304" pitchFamily="18" charset="0"/>
                  </a:rPr>
                  <a:t>Dòng kết quả hiện ra </a:t>
                </a:r>
                <a14:m>
                  <m:oMath xmlns:m="http://schemas.openxmlformats.org/officeDocument/2006/math">
                    <m:r>
                      <a:rPr lang="vi-VN" sz="5400" i="1">
                        <a:latin typeface="Cambria Math" panose="02040503050406030204" pitchFamily="18" charset="0"/>
                        <a:ea typeface="Arial" panose="020B0604020202020204" pitchFamily="34" charset="0"/>
                        <a:cs typeface="Times New Roman" panose="02020603050405020304" pitchFamily="18" charset="0"/>
                      </a:rPr>
                      <m:t>210</m:t>
                    </m:r>
                  </m:oMath>
                </a14:m>
                <a:r>
                  <a:rPr lang="vi-VN" sz="5400" dirty="0">
                    <a:latin typeface="Tomaho"/>
                    <a:ea typeface="Arial" panose="020B0604020202020204" pitchFamily="34" charset="0"/>
                    <a:cs typeface="Times New Roman" panose="02020603050405020304" pitchFamily="18" charset="0"/>
                  </a:rPr>
                  <a:t>.</a:t>
                </a:r>
              </a:p>
            </p:txBody>
          </p:sp>
        </mc:Choice>
        <mc:Fallback xmlns="">
          <p:sp>
            <p:nvSpPr>
              <p:cNvPr id="20" name="TextBox 19">
                <a:extLst>
                  <a:ext uri="{FF2B5EF4-FFF2-40B4-BE49-F238E27FC236}">
                    <a16:creationId xmlns:a16="http://schemas.microsoft.com/office/drawing/2014/main" id="{B6CC4529-0CE3-4EEE-AE3E-2F641C6968B6}"/>
                  </a:ext>
                </a:extLst>
              </p:cNvPr>
              <p:cNvSpPr txBox="1">
                <a:spLocks noRot="1" noChangeAspect="1" noMove="1" noResize="1" noEditPoints="1" noAdjustHandles="1" noChangeArrowheads="1" noChangeShapeType="1" noTextEdit="1"/>
              </p:cNvSpPr>
              <p:nvPr/>
            </p:nvSpPr>
            <p:spPr>
              <a:xfrm>
                <a:off x="609600" y="3581400"/>
                <a:ext cx="22936200" cy="6750053"/>
              </a:xfrm>
              <a:prstGeom prst="rect">
                <a:avLst/>
              </a:prstGeom>
              <a:blipFill>
                <a:blip r:embed="rId3"/>
                <a:stretch>
                  <a:fillRect l="-1408" b="-4517"/>
                </a:stretch>
              </a:blipFill>
            </p:spPr>
            <p:txBody>
              <a:bodyPr/>
              <a:lstStyle/>
              <a:p>
                <a:r>
                  <a:rPr lang="vi-VN">
                    <a:noFill/>
                  </a:rPr>
                  <a:t> </a:t>
                </a:r>
              </a:p>
            </p:txBody>
          </p:sp>
        </mc:Fallback>
      </mc:AlternateContent>
      <p:sp>
        <p:nvSpPr>
          <p:cNvPr id="50" name="Rounded Rectangle 4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4" name="TextBox 5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7049188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animEffect transition="in" filter="wipe(left)">
                                      <p:cBhvr>
                                        <p:cTn id="7" dur="500"/>
                                        <p:tgtEl>
                                          <p:spTgt spid="2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xEl>
                                              <p:pRg st="2" end="2"/>
                                            </p:txEl>
                                          </p:spTgt>
                                        </p:tgtEl>
                                        <p:attrNameLst>
                                          <p:attrName>style.visibility</p:attrName>
                                        </p:attrNameLst>
                                      </p:cBhvr>
                                      <p:to>
                                        <p:strVal val="visible"/>
                                      </p:to>
                                    </p:set>
                                    <p:animEffect transition="in" filter="wipe(left)">
                                      <p:cBhvr>
                                        <p:cTn id="12" dur="500"/>
                                        <p:tgtEl>
                                          <p:spTgt spid="2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xEl>
                                              <p:pRg st="3" end="3"/>
                                            </p:txEl>
                                          </p:spTgt>
                                        </p:tgtEl>
                                        <p:attrNameLst>
                                          <p:attrName>style.visibility</p:attrName>
                                        </p:attrNameLst>
                                      </p:cBhvr>
                                      <p:to>
                                        <p:strVal val="visible"/>
                                      </p:to>
                                    </p:set>
                                    <p:animEffect transition="in" filter="wipe(left)">
                                      <p:cBhvr>
                                        <p:cTn id="17" dur="500"/>
                                        <p:tgtEl>
                                          <p:spTgt spid="2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xEl>
                                              <p:pRg st="4" end="4"/>
                                            </p:txEl>
                                          </p:spTgt>
                                        </p:tgtEl>
                                        <p:attrNameLst>
                                          <p:attrName>style.visibility</p:attrName>
                                        </p:attrNameLst>
                                      </p:cBhvr>
                                      <p:to>
                                        <p:strVal val="visible"/>
                                      </p:to>
                                    </p:set>
                                    <p:animEffect transition="in" filter="wipe(left)">
                                      <p:cBhvr>
                                        <p:cTn id="22" dur="500"/>
                                        <p:tgtEl>
                                          <p:spTgt spid="2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
                                            <p:txEl>
                                              <p:pRg st="5" end="5"/>
                                            </p:txEl>
                                          </p:spTgt>
                                        </p:tgtEl>
                                        <p:attrNameLst>
                                          <p:attrName>style.visibility</p:attrName>
                                        </p:attrNameLst>
                                      </p:cBhvr>
                                      <p:to>
                                        <p:strVal val="visible"/>
                                      </p:to>
                                    </p:set>
                                    <p:animEffect transition="in" filter="wipe(left)">
                                      <p:cBhvr>
                                        <p:cTn id="27" dur="500"/>
                                        <p:tgtEl>
                                          <p:spTgt spid="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1" name="Group 40">
            <a:extLst>
              <a:ext uri="{FF2B5EF4-FFF2-40B4-BE49-F238E27FC236}">
                <a16:creationId xmlns:a16="http://schemas.microsoft.com/office/drawing/2014/main" id="{15956DCF-BE81-49BD-AEFD-E1B23CD9355B}"/>
              </a:ext>
            </a:extLst>
          </p:cNvPr>
          <p:cNvGrpSpPr/>
          <p:nvPr/>
        </p:nvGrpSpPr>
        <p:grpSpPr>
          <a:xfrm>
            <a:off x="304800" y="2971797"/>
            <a:ext cx="23665149" cy="8818975"/>
            <a:chOff x="304800" y="2971797"/>
            <a:chExt cx="23665149" cy="8818975"/>
          </a:xfrm>
        </p:grpSpPr>
        <p:sp>
          <p:nvSpPr>
            <p:cNvPr id="42" name="Rounded Rectangle 19">
              <a:extLst>
                <a:ext uri="{FF2B5EF4-FFF2-40B4-BE49-F238E27FC236}">
                  <a16:creationId xmlns:a16="http://schemas.microsoft.com/office/drawing/2014/main" id="{77A07A8C-0C66-46F5-9492-F3FF15272385}"/>
                </a:ext>
              </a:extLst>
            </p:cNvPr>
            <p:cNvSpPr/>
            <p:nvPr/>
          </p:nvSpPr>
          <p:spPr>
            <a:xfrm>
              <a:off x="457200" y="3048000"/>
              <a:ext cx="23512749" cy="87427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vi-VN" sz="4700" dirty="0">
                <a:solidFill>
                  <a:schemeClr val="tx1"/>
                </a:solidFill>
                <a:latin typeface="Tomaho"/>
              </a:endParaRPr>
            </a:p>
          </p:txBody>
        </p:sp>
        <p:grpSp>
          <p:nvGrpSpPr>
            <p:cNvPr id="43" name="Group 42">
              <a:extLst>
                <a:ext uri="{FF2B5EF4-FFF2-40B4-BE49-F238E27FC236}">
                  <a16:creationId xmlns:a16="http://schemas.microsoft.com/office/drawing/2014/main" id="{731AF5AF-AB66-43AD-977A-4DB2F036BF08}"/>
                </a:ext>
              </a:extLst>
            </p:cNvPr>
            <p:cNvGrpSpPr/>
            <p:nvPr/>
          </p:nvGrpSpPr>
          <p:grpSpPr>
            <a:xfrm>
              <a:off x="304800" y="2971797"/>
              <a:ext cx="3276233" cy="685802"/>
              <a:chOff x="22440" y="38103"/>
              <a:chExt cx="1056356" cy="191455"/>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38103"/>
                <a:ext cx="1056356" cy="190117"/>
                <a:chOff x="31572" y="34060"/>
                <a:chExt cx="1486312" cy="235281"/>
              </a:xfrm>
            </p:grpSpPr>
            <p:sp>
              <p:nvSpPr>
                <p:cNvPr id="46" name="Arrow: Pentagon 45">
                  <a:extLst>
                    <a:ext uri="{FF2B5EF4-FFF2-40B4-BE49-F238E27FC236}">
                      <a16:creationId xmlns:a16="http://schemas.microsoft.com/office/drawing/2014/main" id="{E4DD6093-8752-4E91-AA4A-F0A093044FF9}"/>
                    </a:ext>
                  </a:extLst>
                </p:cNvPr>
                <p:cNvSpPr/>
                <p:nvPr/>
              </p:nvSpPr>
              <p:spPr>
                <a:xfrm>
                  <a:off x="169849" y="34060"/>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38104"/>
                <a:ext cx="807002" cy="191454"/>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TỔ HỢP</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13" name="Group 12">
            <a:extLst>
              <a:ext uri="{FF2B5EF4-FFF2-40B4-BE49-F238E27FC236}">
                <a16:creationId xmlns:a16="http://schemas.microsoft.com/office/drawing/2014/main" id="{5F3F893F-F133-45D5-9046-504C078EDBF1}"/>
              </a:ext>
            </a:extLst>
          </p:cNvPr>
          <p:cNvGrpSpPr/>
          <p:nvPr/>
        </p:nvGrpSpPr>
        <p:grpSpPr>
          <a:xfrm>
            <a:off x="387400" y="1904999"/>
            <a:ext cx="11042600" cy="815609"/>
            <a:chOff x="387400" y="1904999"/>
            <a:chExt cx="11042600" cy="815609"/>
          </a:xfrm>
        </p:grpSpPr>
        <p:sp>
          <p:nvSpPr>
            <p:cNvPr id="14" name="Rectangle 13">
              <a:extLst>
                <a:ext uri="{FF2B5EF4-FFF2-40B4-BE49-F238E27FC236}">
                  <a16:creationId xmlns:a16="http://schemas.microsoft.com/office/drawing/2014/main" id="{E9D9A24A-064B-4035-8AB3-482D49D62E70}"/>
                </a:ext>
              </a:extLst>
            </p:cNvPr>
            <p:cNvSpPr/>
            <p:nvPr/>
          </p:nvSpPr>
          <p:spPr>
            <a:xfrm>
              <a:off x="1981200" y="1905000"/>
              <a:ext cx="9448800" cy="815608"/>
            </a:xfrm>
            <a:prstGeom prst="rect">
              <a:avLst/>
            </a:prstGeom>
          </p:spPr>
          <p:txBody>
            <a:bodyPr wrap="squar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SỬ DỤNG MÁY TÍNH CẦM TAY</a:t>
              </a:r>
            </a:p>
          </p:txBody>
        </p:sp>
        <p:sp>
          <p:nvSpPr>
            <p:cNvPr id="15" name="Round Same Side Corner Rectangle 51">
              <a:extLst>
                <a:ext uri="{FF2B5EF4-FFF2-40B4-BE49-F238E27FC236}">
                  <a16:creationId xmlns:a16="http://schemas.microsoft.com/office/drawing/2014/main" id="{94A7F352-0348-4751-8E08-912909D9274E}"/>
                </a:ext>
              </a:extLst>
            </p:cNvPr>
            <p:cNvSpPr/>
            <p:nvPr/>
          </p:nvSpPr>
          <p:spPr>
            <a:xfrm rot="5400000">
              <a:off x="675767" y="1616632"/>
              <a:ext cx="788466" cy="13652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0B8E591E-2024-4BE1-A4B2-2F1645F893A4}"/>
                </a:ext>
              </a:extLst>
            </p:cNvPr>
            <p:cNvSpPr txBox="1"/>
            <p:nvPr/>
          </p:nvSpPr>
          <p:spPr>
            <a:xfrm rot="10800000" flipH="1" flipV="1">
              <a:off x="609600" y="1981200"/>
              <a:ext cx="90130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5</a:t>
              </a:r>
            </a:p>
          </p:txBody>
        </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5F116F9-F165-4C53-91F4-37EF96ED1CE2}"/>
                  </a:ext>
                </a:extLst>
              </p:cNvPr>
              <p:cNvSpPr txBox="1"/>
              <p:nvPr/>
            </p:nvSpPr>
            <p:spPr>
              <a:xfrm>
                <a:off x="685800" y="4038600"/>
                <a:ext cx="22936200" cy="6884192"/>
              </a:xfrm>
              <a:prstGeom prst="rect">
                <a:avLst/>
              </a:prstGeom>
              <a:noFill/>
            </p:spPr>
            <p:txBody>
              <a:bodyPr wrap="square" rtlCol="0">
                <a:spAutoFit/>
              </a:bodyPr>
              <a:lstStyle/>
              <a:p>
                <a:pPr algn="just">
                  <a:spcAft>
                    <a:spcPts val="600"/>
                  </a:spcAft>
                </a:pPr>
                <a:endParaRPr lang="vi-VN" sz="5400" b="1" i="1" dirty="0">
                  <a:latin typeface="Tomaho"/>
                  <a:ea typeface="Arial" panose="020B0604020202020204" pitchFamily="34" charset="0"/>
                  <a:cs typeface="Times New Roman" panose="02020603050405020304" pitchFamily="18" charset="0"/>
                </a:endParaRPr>
              </a:p>
              <a:p>
                <a:r>
                  <a:rPr lang="vi-VN" sz="5400" dirty="0">
                    <a:latin typeface="Tomaho"/>
                  </a:rPr>
                  <a:t>Để tính </a:t>
                </a:r>
                <a14:m>
                  <m:oMath xmlns:m="http://schemas.openxmlformats.org/officeDocument/2006/math">
                    <m:sSubSup>
                      <m:sSubSupPr>
                        <m:ctrlPr>
                          <a:rPr lang="vi-VN" sz="5400" i="1">
                            <a:latin typeface="Cambria Math" panose="02040503050406030204" pitchFamily="18" charset="0"/>
                          </a:rPr>
                        </m:ctrlPr>
                      </m:sSubSupPr>
                      <m:e>
                        <m:r>
                          <a:rPr lang="vi-VN" sz="5400" i="1">
                            <a:latin typeface="Cambria Math" panose="02040503050406030204" pitchFamily="18" charset="0"/>
                          </a:rPr>
                          <m:t>𝐶</m:t>
                        </m:r>
                      </m:e>
                      <m:sub>
                        <m:r>
                          <a:rPr lang="vi-VN" sz="5400" i="1">
                            <a:latin typeface="Cambria Math" panose="02040503050406030204" pitchFamily="18" charset="0"/>
                          </a:rPr>
                          <m:t>𝑛</m:t>
                        </m:r>
                      </m:sub>
                      <m:sup>
                        <m:r>
                          <a:rPr lang="vi-VN" sz="5400" i="1">
                            <a:latin typeface="Cambria Math" panose="02040503050406030204" pitchFamily="18" charset="0"/>
                          </a:rPr>
                          <m:t>𝑘</m:t>
                        </m:r>
                      </m:sup>
                    </m:sSubSup>
                  </m:oMath>
                </a14:m>
                <a:r>
                  <a:rPr lang="vi-VN" sz="5400" dirty="0">
                    <a:latin typeface="Tomaho"/>
                  </a:rPr>
                  <a:t> ta ấn phím theo trình tự sau:</a:t>
                </a:r>
              </a:p>
              <a:p>
                <a:r>
                  <a:rPr lang="vi-VN" sz="5400" dirty="0">
                    <a:latin typeface="Tomaho"/>
                  </a:rPr>
                  <a:t>Ấn số </a:t>
                </a:r>
                <a14:m>
                  <m:oMath xmlns:m="http://schemas.openxmlformats.org/officeDocument/2006/math">
                    <m:r>
                      <a:rPr lang="vi-VN" sz="5400" i="1">
                        <a:latin typeface="Cambria Math" panose="02040503050406030204" pitchFamily="18" charset="0"/>
                      </a:rPr>
                      <m:t>𝑛</m:t>
                    </m:r>
                  </m:oMath>
                </a14:m>
                <a:r>
                  <a:rPr lang="vi-VN" sz="5400" dirty="0">
                    <a:latin typeface="Tomaho"/>
                  </a:rPr>
                  <a:t>, ấn phím </a:t>
                </a:r>
                <a:r>
                  <a:rPr lang="vi-VN" sz="5400" dirty="0">
                    <a:latin typeface="CASIO ClassWiz" pitchFamily="2" charset="-93"/>
                  </a:rPr>
                  <a:t>qP</a:t>
                </a:r>
                <a:r>
                  <a:rPr lang="vi-VN" sz="5400" dirty="0">
                    <a:latin typeface="Tomaho"/>
                  </a:rPr>
                  <a:t>, ấn số </a:t>
                </a:r>
                <a14:m>
                  <m:oMath xmlns:m="http://schemas.openxmlformats.org/officeDocument/2006/math">
                    <m:r>
                      <a:rPr lang="vi-VN" sz="5400" i="1">
                        <a:latin typeface="Cambria Math" panose="02040503050406030204" pitchFamily="18" charset="0"/>
                      </a:rPr>
                      <m:t>𝑘</m:t>
                    </m:r>
                  </m:oMath>
                </a14:m>
                <a:r>
                  <a:rPr lang="vi-VN" sz="5400" dirty="0">
                    <a:latin typeface="Tomaho"/>
                  </a:rPr>
                  <a:t> sau đó ấn phím </a:t>
                </a:r>
                <a:r>
                  <a:rPr lang="vi-VN" sz="5400" dirty="0">
                    <a:latin typeface="CASIO ClassWiz" pitchFamily="2" charset="-93"/>
                  </a:rPr>
                  <a:t>=</a:t>
                </a:r>
                <a:r>
                  <a:rPr lang="vi-VN" sz="5400" dirty="0">
                    <a:latin typeface="Tomaho"/>
                  </a:rPr>
                  <a:t>. Khi đó, kết quả sẽ hiển thị ở dòng kết quả.</a:t>
                </a:r>
              </a:p>
              <a:p>
                <a:r>
                  <a:rPr lang="vi-VN" sz="5400" b="1" dirty="0">
                    <a:solidFill>
                      <a:srgbClr val="FF0000"/>
                    </a:solidFill>
                    <a:latin typeface="Tomaho"/>
                  </a:rPr>
                  <a:t>Ví dụ. </a:t>
                </a:r>
                <a:r>
                  <a:rPr lang="vi-VN" sz="5400" dirty="0">
                    <a:latin typeface="Tomaho"/>
                  </a:rPr>
                  <a:t>Tính </a:t>
                </a:r>
                <a14:m>
                  <m:oMath xmlns:m="http://schemas.openxmlformats.org/officeDocument/2006/math">
                    <m:sSubSup>
                      <m:sSubSupPr>
                        <m:ctrlPr>
                          <a:rPr lang="vi-VN" sz="5400" i="1">
                            <a:latin typeface="Cambria Math" panose="02040503050406030204" pitchFamily="18" charset="0"/>
                          </a:rPr>
                        </m:ctrlPr>
                      </m:sSubSupPr>
                      <m:e>
                        <m:r>
                          <a:rPr lang="vi-VN" sz="5400" i="1">
                            <a:latin typeface="Cambria Math" panose="02040503050406030204" pitchFamily="18" charset="0"/>
                          </a:rPr>
                          <m:t>𝐶</m:t>
                        </m:r>
                      </m:e>
                      <m:sub>
                        <m:r>
                          <a:rPr lang="vi-VN" sz="5400" i="1">
                            <a:latin typeface="Cambria Math" panose="02040503050406030204" pitchFamily="18" charset="0"/>
                          </a:rPr>
                          <m:t>20</m:t>
                        </m:r>
                      </m:sub>
                      <m:sup>
                        <m:r>
                          <a:rPr lang="vi-VN" sz="5400" i="1">
                            <a:latin typeface="Cambria Math" panose="02040503050406030204" pitchFamily="18" charset="0"/>
                          </a:rPr>
                          <m:t>5</m:t>
                        </m:r>
                      </m:sup>
                    </m:sSubSup>
                  </m:oMath>
                </a14:m>
                <a:r>
                  <a:rPr lang="vi-VN" sz="5400" dirty="0">
                    <a:latin typeface="Tomaho"/>
                  </a:rPr>
                  <a:t>.</a:t>
                </a:r>
              </a:p>
              <a:p>
                <a:r>
                  <a:rPr lang="vi-VN" sz="5400" dirty="0">
                    <a:latin typeface="Tomaho"/>
                  </a:rPr>
                  <a:t>Ta ấn các phím theo trình tự sau: </a:t>
                </a:r>
                <a:r>
                  <a:rPr lang="vi-VN" sz="5400" dirty="0">
                    <a:latin typeface="CASIO ClassWiz" pitchFamily="2" charset="-93"/>
                  </a:rPr>
                  <a:t>20qP5=</a:t>
                </a:r>
              </a:p>
              <a:p>
                <a:r>
                  <a:rPr lang="vi-VN" sz="5400" dirty="0">
                    <a:latin typeface="Tomaho"/>
                  </a:rPr>
                  <a:t>Dòng kết quả hiện ra </a:t>
                </a:r>
                <a14:m>
                  <m:oMath xmlns:m="http://schemas.openxmlformats.org/officeDocument/2006/math">
                    <m:r>
                      <a:rPr lang="vi-VN" sz="5400" i="1">
                        <a:latin typeface="Cambria Math" panose="02040503050406030204" pitchFamily="18" charset="0"/>
                      </a:rPr>
                      <m:t>15504</m:t>
                    </m:r>
                  </m:oMath>
                </a14:m>
                <a:endParaRPr lang="vi-VN" sz="5400" dirty="0">
                  <a:latin typeface="Tomaho"/>
                </a:endParaRPr>
              </a:p>
              <a:p>
                <a:pPr indent="57150">
                  <a:lnSpc>
                    <a:spcPct val="107000"/>
                  </a:lnSpc>
                  <a:spcAft>
                    <a:spcPts val="800"/>
                  </a:spcAft>
                </a:pPr>
                <a:endParaRPr lang="vi-VN" sz="5400" b="1" dirty="0">
                  <a:latin typeface="Tomaho"/>
                </a:endParaRPr>
              </a:p>
            </p:txBody>
          </p:sp>
        </mc:Choice>
        <mc:Fallback xmlns="">
          <p:sp>
            <p:nvSpPr>
              <p:cNvPr id="20" name="TextBox 19">
                <a:extLst>
                  <a:ext uri="{FF2B5EF4-FFF2-40B4-BE49-F238E27FC236}">
                    <a16:creationId xmlns:a16="http://schemas.microsoft.com/office/drawing/2014/main" id="{A5F116F9-F165-4C53-91F4-37EF96ED1CE2}"/>
                  </a:ext>
                </a:extLst>
              </p:cNvPr>
              <p:cNvSpPr txBox="1">
                <a:spLocks noRot="1" noChangeAspect="1" noMove="1" noResize="1" noEditPoints="1" noAdjustHandles="1" noChangeArrowheads="1" noChangeShapeType="1" noTextEdit="1"/>
              </p:cNvSpPr>
              <p:nvPr/>
            </p:nvSpPr>
            <p:spPr>
              <a:xfrm>
                <a:off x="685800" y="4038600"/>
                <a:ext cx="22936200" cy="6884192"/>
              </a:xfrm>
              <a:prstGeom prst="rect">
                <a:avLst/>
              </a:prstGeom>
              <a:blipFill>
                <a:blip r:embed="rId3"/>
                <a:stretch>
                  <a:fillRect l="-1435" r="-1462"/>
                </a:stretch>
              </a:blipFill>
            </p:spPr>
            <p:txBody>
              <a:bodyPr/>
              <a:lstStyle/>
              <a:p>
                <a:r>
                  <a:rPr lang="vi-VN">
                    <a:noFill/>
                  </a:rPr>
                  <a:t> </a:t>
                </a:r>
              </a:p>
            </p:txBody>
          </p:sp>
        </mc:Fallback>
      </mc:AlternateContent>
      <p:sp>
        <p:nvSpPr>
          <p:cNvPr id="50" name="Rounded Rectangle 4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4" name="TextBox 5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687705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animEffect transition="in" filter="wipe(left)">
                                      <p:cBhvr>
                                        <p:cTn id="7" dur="500"/>
                                        <p:tgtEl>
                                          <p:spTgt spid="2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xEl>
                                              <p:pRg st="2" end="2"/>
                                            </p:txEl>
                                          </p:spTgt>
                                        </p:tgtEl>
                                        <p:attrNameLst>
                                          <p:attrName>style.visibility</p:attrName>
                                        </p:attrNameLst>
                                      </p:cBhvr>
                                      <p:to>
                                        <p:strVal val="visible"/>
                                      </p:to>
                                    </p:set>
                                    <p:animEffect transition="in" filter="wipe(left)">
                                      <p:cBhvr>
                                        <p:cTn id="12" dur="500"/>
                                        <p:tgtEl>
                                          <p:spTgt spid="2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xEl>
                                              <p:pRg st="3" end="3"/>
                                            </p:txEl>
                                          </p:spTgt>
                                        </p:tgtEl>
                                        <p:attrNameLst>
                                          <p:attrName>style.visibility</p:attrName>
                                        </p:attrNameLst>
                                      </p:cBhvr>
                                      <p:to>
                                        <p:strVal val="visible"/>
                                      </p:to>
                                    </p:set>
                                    <p:animEffect transition="in" filter="wipe(left)">
                                      <p:cBhvr>
                                        <p:cTn id="17" dur="500"/>
                                        <p:tgtEl>
                                          <p:spTgt spid="2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xEl>
                                              <p:pRg st="4" end="4"/>
                                            </p:txEl>
                                          </p:spTgt>
                                        </p:tgtEl>
                                        <p:attrNameLst>
                                          <p:attrName>style.visibility</p:attrName>
                                        </p:attrNameLst>
                                      </p:cBhvr>
                                      <p:to>
                                        <p:strVal val="visible"/>
                                      </p:to>
                                    </p:set>
                                    <p:animEffect transition="in" filter="wipe(left)">
                                      <p:cBhvr>
                                        <p:cTn id="22" dur="500"/>
                                        <p:tgtEl>
                                          <p:spTgt spid="2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
                                            <p:txEl>
                                              <p:pRg st="5" end="5"/>
                                            </p:txEl>
                                          </p:spTgt>
                                        </p:tgtEl>
                                        <p:attrNameLst>
                                          <p:attrName>style.visibility</p:attrName>
                                        </p:attrNameLst>
                                      </p:cBhvr>
                                      <p:to>
                                        <p:strVal val="visible"/>
                                      </p:to>
                                    </p:set>
                                    <p:animEffect transition="in" filter="wipe(left)">
                                      <p:cBhvr>
                                        <p:cTn id="27" dur="500"/>
                                        <p:tgtEl>
                                          <p:spTgt spid="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7A73C2D5-CA9B-47BC-9AD0-ECA015C1C325}"/>
              </a:ext>
            </a:extLst>
          </p:cNvPr>
          <p:cNvGrpSpPr/>
          <p:nvPr/>
        </p:nvGrpSpPr>
        <p:grpSpPr>
          <a:xfrm>
            <a:off x="839679" y="5486579"/>
            <a:ext cx="22172722" cy="2701196"/>
            <a:chOff x="839787" y="6087168"/>
            <a:chExt cx="22175609" cy="2701548"/>
          </a:xfrm>
        </p:grpSpPr>
        <p:sp>
          <p:nvSpPr>
            <p:cNvPr id="3" name="Freeform 71">
              <a:extLst>
                <a:ext uri="{FF2B5EF4-FFF2-40B4-BE49-F238E27FC236}">
                  <a16:creationId xmlns:a16="http://schemas.microsoft.com/office/drawing/2014/main" id="{E1DE1FB5-671A-4611-8EE8-31248E438454}"/>
                </a:ext>
              </a:extLst>
            </p:cNvPr>
            <p:cNvSpPr>
              <a:spLocks/>
            </p:cNvSpPr>
            <p:nvPr/>
          </p:nvSpPr>
          <p:spPr bwMode="auto">
            <a:xfrm flipH="1" flipV="1">
              <a:off x="16460787" y="8381999"/>
              <a:ext cx="6551512" cy="406715"/>
            </a:xfrm>
            <a:prstGeom prst="rect">
              <a:avLst/>
            </a:prstGeom>
            <a:solidFill>
              <a:srgbClr val="B9E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4" name="Freeform 71">
              <a:extLst>
                <a:ext uri="{FF2B5EF4-FFF2-40B4-BE49-F238E27FC236}">
                  <a16:creationId xmlns:a16="http://schemas.microsoft.com/office/drawing/2014/main" id="{1E70EDEF-46E1-429A-B86A-3AB2597BC5FA}"/>
                </a:ext>
              </a:extLst>
            </p:cNvPr>
            <p:cNvSpPr>
              <a:spLocks/>
            </p:cNvSpPr>
            <p:nvPr/>
          </p:nvSpPr>
          <p:spPr bwMode="auto">
            <a:xfrm>
              <a:off x="839787" y="7614323"/>
              <a:ext cx="19585088" cy="1174393"/>
            </a:xfrm>
            <a:custGeom>
              <a:avLst/>
              <a:gdLst>
                <a:gd name="T0" fmla="*/ 1849 w 1857"/>
                <a:gd name="T1" fmla="*/ 72 h 111"/>
                <a:gd name="T2" fmla="*/ 376 w 1857"/>
                <a:gd name="T3" fmla="*/ 72 h 111"/>
                <a:gd name="T4" fmla="*/ 360 w 1857"/>
                <a:gd name="T5" fmla="*/ 52 h 111"/>
                <a:gd name="T6" fmla="*/ 374 w 1857"/>
                <a:gd name="T7" fmla="*/ 20 h 111"/>
                <a:gd name="T8" fmla="*/ 366 w 1857"/>
                <a:gd name="T9" fmla="*/ 0 h 111"/>
                <a:gd name="T10" fmla="*/ 85 w 1857"/>
                <a:gd name="T11" fmla="*/ 0 h 111"/>
                <a:gd name="T12" fmla="*/ 53 w 1857"/>
                <a:gd name="T13" fmla="*/ 20 h 111"/>
                <a:gd name="T14" fmla="*/ 6 w 1857"/>
                <a:gd name="T15" fmla="*/ 91 h 111"/>
                <a:gd name="T16" fmla="*/ 15 w 1857"/>
                <a:gd name="T17" fmla="*/ 111 h 111"/>
                <a:gd name="T18" fmla="*/ 199 w 1857"/>
                <a:gd name="T19" fmla="*/ 111 h 111"/>
                <a:gd name="T20" fmla="*/ 296 w 1857"/>
                <a:gd name="T21" fmla="*/ 111 h 111"/>
                <a:gd name="T22" fmla="*/ 1849 w 1857"/>
                <a:gd name="T23" fmla="*/ 111 h 111"/>
                <a:gd name="T24" fmla="*/ 1857 w 1857"/>
                <a:gd name="T25" fmla="*/ 103 h 111"/>
                <a:gd name="T26" fmla="*/ 1857 w 1857"/>
                <a:gd name="T27" fmla="*/ 81 h 111"/>
                <a:gd name="T28" fmla="*/ 1849 w 1857"/>
                <a:gd name="T29" fmla="*/ 72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7" h="111">
                  <a:moveTo>
                    <a:pt x="1849" y="72"/>
                  </a:moveTo>
                  <a:cubicBezTo>
                    <a:pt x="1849" y="72"/>
                    <a:pt x="423" y="72"/>
                    <a:pt x="376" y="72"/>
                  </a:cubicBezTo>
                  <a:cubicBezTo>
                    <a:pt x="350" y="72"/>
                    <a:pt x="355" y="63"/>
                    <a:pt x="360" y="52"/>
                  </a:cubicBezTo>
                  <a:cubicBezTo>
                    <a:pt x="365" y="40"/>
                    <a:pt x="374" y="20"/>
                    <a:pt x="374" y="20"/>
                  </a:cubicBezTo>
                  <a:cubicBezTo>
                    <a:pt x="381" y="9"/>
                    <a:pt x="377" y="0"/>
                    <a:pt x="366" y="0"/>
                  </a:cubicBezTo>
                  <a:cubicBezTo>
                    <a:pt x="85" y="0"/>
                    <a:pt x="85" y="0"/>
                    <a:pt x="85" y="0"/>
                  </a:cubicBezTo>
                  <a:cubicBezTo>
                    <a:pt x="74" y="0"/>
                    <a:pt x="59" y="9"/>
                    <a:pt x="53" y="20"/>
                  </a:cubicBezTo>
                  <a:cubicBezTo>
                    <a:pt x="6" y="91"/>
                    <a:pt x="6" y="91"/>
                    <a:pt x="6" y="91"/>
                  </a:cubicBezTo>
                  <a:cubicBezTo>
                    <a:pt x="0" y="102"/>
                    <a:pt x="4" y="111"/>
                    <a:pt x="15" y="111"/>
                  </a:cubicBezTo>
                  <a:cubicBezTo>
                    <a:pt x="199" y="111"/>
                    <a:pt x="199" y="111"/>
                    <a:pt x="199" y="111"/>
                  </a:cubicBezTo>
                  <a:cubicBezTo>
                    <a:pt x="296" y="111"/>
                    <a:pt x="296" y="111"/>
                    <a:pt x="296" y="111"/>
                  </a:cubicBezTo>
                  <a:cubicBezTo>
                    <a:pt x="1849" y="111"/>
                    <a:pt x="1849" y="111"/>
                    <a:pt x="1849" y="111"/>
                  </a:cubicBezTo>
                  <a:cubicBezTo>
                    <a:pt x="1853" y="111"/>
                    <a:pt x="1857" y="107"/>
                    <a:pt x="1857" y="103"/>
                  </a:cubicBezTo>
                  <a:cubicBezTo>
                    <a:pt x="1857" y="81"/>
                    <a:pt x="1857" y="81"/>
                    <a:pt x="1857" y="81"/>
                  </a:cubicBezTo>
                  <a:cubicBezTo>
                    <a:pt x="1857" y="76"/>
                    <a:pt x="1853" y="72"/>
                    <a:pt x="1849" y="72"/>
                  </a:cubicBezTo>
                  <a:close/>
                </a:path>
              </a:pathLst>
            </a:custGeom>
            <a:solidFill>
              <a:srgbClr val="B9E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5" name="Oval 72">
              <a:extLst>
                <a:ext uri="{FF2B5EF4-FFF2-40B4-BE49-F238E27FC236}">
                  <a16:creationId xmlns:a16="http://schemas.microsoft.com/office/drawing/2014/main" id="{061809A4-DFA0-48FD-A9B1-C4C761DE351E}"/>
                </a:ext>
              </a:extLst>
            </p:cNvPr>
            <p:cNvSpPr>
              <a:spLocks noChangeArrowheads="1"/>
            </p:cNvSpPr>
            <p:nvPr/>
          </p:nvSpPr>
          <p:spPr bwMode="auto">
            <a:xfrm>
              <a:off x="2621467" y="6087168"/>
              <a:ext cx="803766" cy="790373"/>
            </a:xfrm>
            <a:prstGeom prst="ellipse">
              <a:avLst/>
            </a:pr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6" name="Freeform 73">
              <a:extLst>
                <a:ext uri="{FF2B5EF4-FFF2-40B4-BE49-F238E27FC236}">
                  <a16:creationId xmlns:a16="http://schemas.microsoft.com/office/drawing/2014/main" id="{8A17BDFD-C5E8-4E1C-915C-5CFAC4A8881E}"/>
                </a:ext>
              </a:extLst>
            </p:cNvPr>
            <p:cNvSpPr>
              <a:spLocks/>
            </p:cNvSpPr>
            <p:nvPr/>
          </p:nvSpPr>
          <p:spPr bwMode="auto">
            <a:xfrm>
              <a:off x="2420524" y="6815024"/>
              <a:ext cx="589429" cy="535844"/>
            </a:xfrm>
            <a:custGeom>
              <a:avLst/>
              <a:gdLst>
                <a:gd name="T0" fmla="*/ 0 w 56"/>
                <a:gd name="T1" fmla="*/ 18 h 51"/>
                <a:gd name="T2" fmla="*/ 45 w 56"/>
                <a:gd name="T3" fmla="*/ 10 h 51"/>
                <a:gd name="T4" fmla="*/ 56 w 56"/>
                <a:gd name="T5" fmla="*/ 12 h 51"/>
                <a:gd name="T6" fmla="*/ 56 w 56"/>
                <a:gd name="T7" fmla="*/ 51 h 51"/>
                <a:gd name="T8" fmla="*/ 0 w 56"/>
                <a:gd name="T9" fmla="*/ 18 h 51"/>
              </a:gdLst>
              <a:ahLst/>
              <a:cxnLst>
                <a:cxn ang="0">
                  <a:pos x="T0" y="T1"/>
                </a:cxn>
                <a:cxn ang="0">
                  <a:pos x="T2" y="T3"/>
                </a:cxn>
                <a:cxn ang="0">
                  <a:pos x="T4" y="T5"/>
                </a:cxn>
                <a:cxn ang="0">
                  <a:pos x="T6" y="T7"/>
                </a:cxn>
                <a:cxn ang="0">
                  <a:pos x="T8" y="T9"/>
                </a:cxn>
              </a:cxnLst>
              <a:rect l="0" t="0" r="r" b="b"/>
              <a:pathLst>
                <a:path w="56" h="51">
                  <a:moveTo>
                    <a:pt x="0" y="18"/>
                  </a:moveTo>
                  <a:cubicBezTo>
                    <a:pt x="0" y="18"/>
                    <a:pt x="17" y="0"/>
                    <a:pt x="45" y="10"/>
                  </a:cubicBezTo>
                  <a:cubicBezTo>
                    <a:pt x="51" y="12"/>
                    <a:pt x="52" y="12"/>
                    <a:pt x="56" y="12"/>
                  </a:cubicBezTo>
                  <a:cubicBezTo>
                    <a:pt x="55" y="30"/>
                    <a:pt x="56" y="51"/>
                    <a:pt x="56" y="51"/>
                  </a:cubicBezTo>
                  <a:cubicBezTo>
                    <a:pt x="56" y="51"/>
                    <a:pt x="30" y="24"/>
                    <a:pt x="0" y="18"/>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7" name="Freeform 74">
              <a:extLst>
                <a:ext uri="{FF2B5EF4-FFF2-40B4-BE49-F238E27FC236}">
                  <a16:creationId xmlns:a16="http://schemas.microsoft.com/office/drawing/2014/main" id="{E741B86F-E7B9-4220-8DE8-16F61058D5E7}"/>
                </a:ext>
              </a:extLst>
            </p:cNvPr>
            <p:cNvSpPr>
              <a:spLocks/>
            </p:cNvSpPr>
            <p:nvPr/>
          </p:nvSpPr>
          <p:spPr bwMode="auto">
            <a:xfrm>
              <a:off x="2420524" y="6815024"/>
              <a:ext cx="589429" cy="535844"/>
            </a:xfrm>
            <a:custGeom>
              <a:avLst/>
              <a:gdLst>
                <a:gd name="T0" fmla="*/ 0 w 56"/>
                <a:gd name="T1" fmla="*/ 18 h 51"/>
                <a:gd name="T2" fmla="*/ 39 w 56"/>
                <a:gd name="T3" fmla="*/ 8 h 51"/>
                <a:gd name="T4" fmla="*/ 56 w 56"/>
                <a:gd name="T5" fmla="*/ 11 h 51"/>
                <a:gd name="T6" fmla="*/ 56 w 56"/>
                <a:gd name="T7" fmla="*/ 51 h 51"/>
                <a:gd name="T8" fmla="*/ 0 w 56"/>
                <a:gd name="T9" fmla="*/ 18 h 51"/>
              </a:gdLst>
              <a:ahLst/>
              <a:cxnLst>
                <a:cxn ang="0">
                  <a:pos x="T0" y="T1"/>
                </a:cxn>
                <a:cxn ang="0">
                  <a:pos x="T2" y="T3"/>
                </a:cxn>
                <a:cxn ang="0">
                  <a:pos x="T4" y="T5"/>
                </a:cxn>
                <a:cxn ang="0">
                  <a:pos x="T6" y="T7"/>
                </a:cxn>
                <a:cxn ang="0">
                  <a:pos x="T8" y="T9"/>
                </a:cxn>
              </a:cxnLst>
              <a:rect l="0" t="0" r="r" b="b"/>
              <a:pathLst>
                <a:path w="56" h="51">
                  <a:moveTo>
                    <a:pt x="0" y="18"/>
                  </a:moveTo>
                  <a:cubicBezTo>
                    <a:pt x="0" y="18"/>
                    <a:pt x="10" y="0"/>
                    <a:pt x="39" y="8"/>
                  </a:cubicBezTo>
                  <a:cubicBezTo>
                    <a:pt x="48" y="11"/>
                    <a:pt x="52" y="11"/>
                    <a:pt x="56" y="11"/>
                  </a:cubicBezTo>
                  <a:cubicBezTo>
                    <a:pt x="56" y="51"/>
                    <a:pt x="56" y="51"/>
                    <a:pt x="56" y="51"/>
                  </a:cubicBezTo>
                  <a:cubicBezTo>
                    <a:pt x="56" y="51"/>
                    <a:pt x="30" y="24"/>
                    <a:pt x="0" y="18"/>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8" name="Freeform 75">
              <a:extLst>
                <a:ext uri="{FF2B5EF4-FFF2-40B4-BE49-F238E27FC236}">
                  <a16:creationId xmlns:a16="http://schemas.microsoft.com/office/drawing/2014/main" id="{A09A0D33-4C85-476E-BFFE-F1FD8CCE41F6}"/>
                </a:ext>
              </a:extLst>
            </p:cNvPr>
            <p:cNvSpPr>
              <a:spLocks/>
            </p:cNvSpPr>
            <p:nvPr/>
          </p:nvSpPr>
          <p:spPr bwMode="auto">
            <a:xfrm>
              <a:off x="2420524" y="6815024"/>
              <a:ext cx="589429" cy="535844"/>
            </a:xfrm>
            <a:custGeom>
              <a:avLst/>
              <a:gdLst>
                <a:gd name="T0" fmla="*/ 0 w 56"/>
                <a:gd name="T1" fmla="*/ 18 h 51"/>
                <a:gd name="T2" fmla="*/ 39 w 56"/>
                <a:gd name="T3" fmla="*/ 8 h 51"/>
                <a:gd name="T4" fmla="*/ 56 w 56"/>
                <a:gd name="T5" fmla="*/ 11 h 51"/>
                <a:gd name="T6" fmla="*/ 56 w 56"/>
                <a:gd name="T7" fmla="*/ 51 h 51"/>
                <a:gd name="T8" fmla="*/ 0 w 56"/>
                <a:gd name="T9" fmla="*/ 18 h 51"/>
              </a:gdLst>
              <a:ahLst/>
              <a:cxnLst>
                <a:cxn ang="0">
                  <a:pos x="T0" y="T1"/>
                </a:cxn>
                <a:cxn ang="0">
                  <a:pos x="T2" y="T3"/>
                </a:cxn>
                <a:cxn ang="0">
                  <a:pos x="T4" y="T5"/>
                </a:cxn>
                <a:cxn ang="0">
                  <a:pos x="T6" y="T7"/>
                </a:cxn>
                <a:cxn ang="0">
                  <a:pos x="T8" y="T9"/>
                </a:cxn>
              </a:cxnLst>
              <a:rect l="0" t="0" r="r" b="b"/>
              <a:pathLst>
                <a:path w="56" h="51">
                  <a:moveTo>
                    <a:pt x="0" y="18"/>
                  </a:moveTo>
                  <a:cubicBezTo>
                    <a:pt x="0" y="18"/>
                    <a:pt x="10" y="0"/>
                    <a:pt x="39" y="8"/>
                  </a:cubicBezTo>
                  <a:cubicBezTo>
                    <a:pt x="48" y="11"/>
                    <a:pt x="52" y="11"/>
                    <a:pt x="56" y="11"/>
                  </a:cubicBezTo>
                  <a:cubicBezTo>
                    <a:pt x="56" y="51"/>
                    <a:pt x="56" y="51"/>
                    <a:pt x="56" y="51"/>
                  </a:cubicBezTo>
                  <a:cubicBezTo>
                    <a:pt x="56" y="51"/>
                    <a:pt x="30" y="24"/>
                    <a:pt x="0" y="18"/>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9" name="Freeform 76">
              <a:extLst>
                <a:ext uri="{FF2B5EF4-FFF2-40B4-BE49-F238E27FC236}">
                  <a16:creationId xmlns:a16="http://schemas.microsoft.com/office/drawing/2014/main" id="{DDAC5A5E-FBC2-42F3-A656-E3FDFB130D35}"/>
                </a:ext>
              </a:extLst>
            </p:cNvPr>
            <p:cNvSpPr>
              <a:spLocks/>
            </p:cNvSpPr>
            <p:nvPr/>
          </p:nvSpPr>
          <p:spPr bwMode="auto">
            <a:xfrm>
              <a:off x="2420524" y="6815024"/>
              <a:ext cx="1169926" cy="535844"/>
            </a:xfrm>
            <a:custGeom>
              <a:avLst/>
              <a:gdLst>
                <a:gd name="T0" fmla="*/ 72 w 111"/>
                <a:gd name="T1" fmla="*/ 8 h 51"/>
                <a:gd name="T2" fmla="*/ 56 w 111"/>
                <a:gd name="T3" fmla="*/ 11 h 51"/>
                <a:gd name="T4" fmla="*/ 39 w 111"/>
                <a:gd name="T5" fmla="*/ 8 h 51"/>
                <a:gd name="T6" fmla="*/ 0 w 111"/>
                <a:gd name="T7" fmla="*/ 18 h 51"/>
                <a:gd name="T8" fmla="*/ 56 w 111"/>
                <a:gd name="T9" fmla="*/ 51 h 51"/>
                <a:gd name="T10" fmla="*/ 111 w 111"/>
                <a:gd name="T11" fmla="*/ 18 h 51"/>
                <a:gd name="T12" fmla="*/ 72 w 111"/>
                <a:gd name="T13" fmla="*/ 8 h 51"/>
              </a:gdLst>
              <a:ahLst/>
              <a:cxnLst>
                <a:cxn ang="0">
                  <a:pos x="T0" y="T1"/>
                </a:cxn>
                <a:cxn ang="0">
                  <a:pos x="T2" y="T3"/>
                </a:cxn>
                <a:cxn ang="0">
                  <a:pos x="T4" y="T5"/>
                </a:cxn>
                <a:cxn ang="0">
                  <a:pos x="T6" y="T7"/>
                </a:cxn>
                <a:cxn ang="0">
                  <a:pos x="T8" y="T9"/>
                </a:cxn>
                <a:cxn ang="0">
                  <a:pos x="T10" y="T11"/>
                </a:cxn>
                <a:cxn ang="0">
                  <a:pos x="T12" y="T13"/>
                </a:cxn>
              </a:cxnLst>
              <a:rect l="0" t="0" r="r" b="b"/>
              <a:pathLst>
                <a:path w="111" h="51">
                  <a:moveTo>
                    <a:pt x="72" y="8"/>
                  </a:moveTo>
                  <a:cubicBezTo>
                    <a:pt x="63" y="11"/>
                    <a:pt x="59" y="11"/>
                    <a:pt x="56" y="11"/>
                  </a:cubicBezTo>
                  <a:cubicBezTo>
                    <a:pt x="52" y="11"/>
                    <a:pt x="48" y="11"/>
                    <a:pt x="39" y="8"/>
                  </a:cubicBezTo>
                  <a:cubicBezTo>
                    <a:pt x="10" y="0"/>
                    <a:pt x="0" y="18"/>
                    <a:pt x="0" y="18"/>
                  </a:cubicBezTo>
                  <a:cubicBezTo>
                    <a:pt x="30" y="24"/>
                    <a:pt x="56" y="51"/>
                    <a:pt x="56" y="51"/>
                  </a:cubicBezTo>
                  <a:cubicBezTo>
                    <a:pt x="56" y="51"/>
                    <a:pt x="82" y="24"/>
                    <a:pt x="111" y="18"/>
                  </a:cubicBezTo>
                  <a:cubicBezTo>
                    <a:pt x="111" y="18"/>
                    <a:pt x="101" y="0"/>
                    <a:pt x="72" y="8"/>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0" name="Freeform 77">
              <a:extLst>
                <a:ext uri="{FF2B5EF4-FFF2-40B4-BE49-F238E27FC236}">
                  <a16:creationId xmlns:a16="http://schemas.microsoft.com/office/drawing/2014/main" id="{C2BB2173-F867-4E7A-8E0E-8B9F2F13E704}"/>
                </a:ext>
              </a:extLst>
            </p:cNvPr>
            <p:cNvSpPr>
              <a:spLocks/>
            </p:cNvSpPr>
            <p:nvPr/>
          </p:nvSpPr>
          <p:spPr bwMode="auto">
            <a:xfrm>
              <a:off x="2210654" y="7038293"/>
              <a:ext cx="1594133" cy="495658"/>
            </a:xfrm>
            <a:custGeom>
              <a:avLst/>
              <a:gdLst>
                <a:gd name="T0" fmla="*/ 142 w 151"/>
                <a:gd name="T1" fmla="*/ 1 h 47"/>
                <a:gd name="T2" fmla="*/ 76 w 151"/>
                <a:gd name="T3" fmla="*/ 40 h 47"/>
                <a:gd name="T4" fmla="*/ 10 w 151"/>
                <a:gd name="T5" fmla="*/ 1 h 47"/>
                <a:gd name="T6" fmla="*/ 0 w 151"/>
                <a:gd name="T7" fmla="*/ 7 h 47"/>
                <a:gd name="T8" fmla="*/ 72 w 151"/>
                <a:gd name="T9" fmla="*/ 47 h 47"/>
                <a:gd name="T10" fmla="*/ 76 w 151"/>
                <a:gd name="T11" fmla="*/ 47 h 47"/>
                <a:gd name="T12" fmla="*/ 79 w 151"/>
                <a:gd name="T13" fmla="*/ 47 h 47"/>
                <a:gd name="T14" fmla="*/ 151 w 151"/>
                <a:gd name="T15" fmla="*/ 7 h 47"/>
                <a:gd name="T16" fmla="*/ 142 w 151"/>
                <a:gd name="T17" fmla="*/ 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47">
                  <a:moveTo>
                    <a:pt x="142" y="1"/>
                  </a:moveTo>
                  <a:cubicBezTo>
                    <a:pt x="116" y="7"/>
                    <a:pt x="76" y="40"/>
                    <a:pt x="76" y="40"/>
                  </a:cubicBezTo>
                  <a:cubicBezTo>
                    <a:pt x="76" y="40"/>
                    <a:pt x="36" y="7"/>
                    <a:pt x="10" y="1"/>
                  </a:cubicBezTo>
                  <a:cubicBezTo>
                    <a:pt x="3" y="0"/>
                    <a:pt x="0" y="6"/>
                    <a:pt x="0" y="7"/>
                  </a:cubicBezTo>
                  <a:cubicBezTo>
                    <a:pt x="8" y="11"/>
                    <a:pt x="18" y="4"/>
                    <a:pt x="72" y="47"/>
                  </a:cubicBezTo>
                  <a:cubicBezTo>
                    <a:pt x="73" y="47"/>
                    <a:pt x="76" y="47"/>
                    <a:pt x="76" y="47"/>
                  </a:cubicBezTo>
                  <a:cubicBezTo>
                    <a:pt x="76" y="47"/>
                    <a:pt x="77" y="47"/>
                    <a:pt x="79" y="47"/>
                  </a:cubicBezTo>
                  <a:cubicBezTo>
                    <a:pt x="132" y="4"/>
                    <a:pt x="143" y="11"/>
                    <a:pt x="151" y="7"/>
                  </a:cubicBezTo>
                  <a:cubicBezTo>
                    <a:pt x="151" y="6"/>
                    <a:pt x="148" y="0"/>
                    <a:pt x="142" y="1"/>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1" name="Freeform 78">
              <a:extLst>
                <a:ext uri="{FF2B5EF4-FFF2-40B4-BE49-F238E27FC236}">
                  <a16:creationId xmlns:a16="http://schemas.microsoft.com/office/drawing/2014/main" id="{81E049EF-5FCC-4AF7-BFB8-2376327199D4}"/>
                </a:ext>
              </a:extLst>
            </p:cNvPr>
            <p:cNvSpPr>
              <a:spLocks/>
            </p:cNvSpPr>
            <p:nvPr/>
          </p:nvSpPr>
          <p:spPr bwMode="auto">
            <a:xfrm>
              <a:off x="3023349" y="7194577"/>
              <a:ext cx="861815" cy="1330678"/>
            </a:xfrm>
            <a:custGeom>
              <a:avLst/>
              <a:gdLst>
                <a:gd name="T0" fmla="*/ 0 w 82"/>
                <a:gd name="T1" fmla="*/ 40 h 126"/>
                <a:gd name="T2" fmla="*/ 8 w 82"/>
                <a:gd name="T3" fmla="*/ 40 h 126"/>
                <a:gd name="T4" fmla="*/ 68 w 82"/>
                <a:gd name="T5" fmla="*/ 0 h 126"/>
                <a:gd name="T6" fmla="*/ 82 w 82"/>
                <a:gd name="T7" fmla="*/ 0 h 126"/>
                <a:gd name="T8" fmla="*/ 75 w 82"/>
                <a:gd name="T9" fmla="*/ 89 h 126"/>
                <a:gd name="T10" fmla="*/ 8 w 82"/>
                <a:gd name="T11" fmla="*/ 126 h 126"/>
                <a:gd name="T12" fmla="*/ 0 w 82"/>
                <a:gd name="T13" fmla="*/ 126 h 126"/>
                <a:gd name="T14" fmla="*/ 0 w 82"/>
                <a:gd name="T15" fmla="*/ 40 h 126"/>
                <a:gd name="T16" fmla="*/ 0 w 82"/>
                <a:gd name="T17" fmla="*/ 4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126">
                  <a:moveTo>
                    <a:pt x="0" y="40"/>
                  </a:moveTo>
                  <a:cubicBezTo>
                    <a:pt x="8" y="40"/>
                    <a:pt x="8" y="40"/>
                    <a:pt x="8" y="40"/>
                  </a:cubicBezTo>
                  <a:cubicBezTo>
                    <a:pt x="8" y="40"/>
                    <a:pt x="37" y="9"/>
                    <a:pt x="68" y="0"/>
                  </a:cubicBezTo>
                  <a:cubicBezTo>
                    <a:pt x="71" y="0"/>
                    <a:pt x="82" y="0"/>
                    <a:pt x="82" y="0"/>
                  </a:cubicBezTo>
                  <a:cubicBezTo>
                    <a:pt x="82" y="0"/>
                    <a:pt x="75" y="71"/>
                    <a:pt x="75" y="89"/>
                  </a:cubicBezTo>
                  <a:cubicBezTo>
                    <a:pt x="68" y="89"/>
                    <a:pt x="40" y="90"/>
                    <a:pt x="8" y="126"/>
                  </a:cubicBezTo>
                  <a:cubicBezTo>
                    <a:pt x="0" y="126"/>
                    <a:pt x="0" y="126"/>
                    <a:pt x="0" y="126"/>
                  </a:cubicBezTo>
                  <a:cubicBezTo>
                    <a:pt x="0" y="40"/>
                    <a:pt x="0" y="40"/>
                    <a:pt x="0" y="40"/>
                  </a:cubicBezTo>
                  <a:cubicBezTo>
                    <a:pt x="0" y="40"/>
                    <a:pt x="0" y="40"/>
                    <a:pt x="0" y="40"/>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2" name="Freeform 79">
              <a:extLst>
                <a:ext uri="{FF2B5EF4-FFF2-40B4-BE49-F238E27FC236}">
                  <a16:creationId xmlns:a16="http://schemas.microsoft.com/office/drawing/2014/main" id="{13AE2C48-248E-44C5-9188-340518D57A1F}"/>
                </a:ext>
              </a:extLst>
            </p:cNvPr>
            <p:cNvSpPr>
              <a:spLocks/>
            </p:cNvSpPr>
            <p:nvPr/>
          </p:nvSpPr>
          <p:spPr bwMode="auto">
            <a:xfrm>
              <a:off x="2148137" y="7194577"/>
              <a:ext cx="1737027" cy="1330678"/>
            </a:xfrm>
            <a:custGeom>
              <a:avLst/>
              <a:gdLst>
                <a:gd name="T0" fmla="*/ 151 w 165"/>
                <a:gd name="T1" fmla="*/ 0 h 126"/>
                <a:gd name="T2" fmla="*/ 91 w 165"/>
                <a:gd name="T3" fmla="*/ 40 h 126"/>
                <a:gd name="T4" fmla="*/ 84 w 165"/>
                <a:gd name="T5" fmla="*/ 40 h 126"/>
                <a:gd name="T6" fmla="*/ 81 w 165"/>
                <a:gd name="T7" fmla="*/ 40 h 126"/>
                <a:gd name="T8" fmla="*/ 75 w 165"/>
                <a:gd name="T9" fmla="*/ 40 h 126"/>
                <a:gd name="T10" fmla="*/ 16 w 165"/>
                <a:gd name="T11" fmla="*/ 0 h 126"/>
                <a:gd name="T12" fmla="*/ 0 w 165"/>
                <a:gd name="T13" fmla="*/ 0 h 126"/>
                <a:gd name="T14" fmla="*/ 9 w 165"/>
                <a:gd name="T15" fmla="*/ 89 h 126"/>
                <a:gd name="T16" fmla="*/ 75 w 165"/>
                <a:gd name="T17" fmla="*/ 126 h 126"/>
                <a:gd name="T18" fmla="*/ 83 w 165"/>
                <a:gd name="T19" fmla="*/ 126 h 126"/>
                <a:gd name="T20" fmla="*/ 91 w 165"/>
                <a:gd name="T21" fmla="*/ 126 h 126"/>
                <a:gd name="T22" fmla="*/ 158 w 165"/>
                <a:gd name="T23" fmla="*/ 89 h 126"/>
                <a:gd name="T24" fmla="*/ 165 w 165"/>
                <a:gd name="T25" fmla="*/ 0 h 126"/>
                <a:gd name="T26" fmla="*/ 151 w 165"/>
                <a:gd name="T27"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5" h="126">
                  <a:moveTo>
                    <a:pt x="151" y="0"/>
                  </a:moveTo>
                  <a:cubicBezTo>
                    <a:pt x="120" y="9"/>
                    <a:pt x="91" y="40"/>
                    <a:pt x="91" y="40"/>
                  </a:cubicBezTo>
                  <a:cubicBezTo>
                    <a:pt x="84" y="40"/>
                    <a:pt x="84" y="40"/>
                    <a:pt x="84" y="40"/>
                  </a:cubicBezTo>
                  <a:cubicBezTo>
                    <a:pt x="81" y="40"/>
                    <a:pt x="81" y="40"/>
                    <a:pt x="81" y="40"/>
                  </a:cubicBezTo>
                  <a:cubicBezTo>
                    <a:pt x="75" y="40"/>
                    <a:pt x="75" y="40"/>
                    <a:pt x="75" y="40"/>
                  </a:cubicBezTo>
                  <a:cubicBezTo>
                    <a:pt x="75" y="40"/>
                    <a:pt x="46" y="9"/>
                    <a:pt x="16" y="0"/>
                  </a:cubicBezTo>
                  <a:cubicBezTo>
                    <a:pt x="12" y="0"/>
                    <a:pt x="0" y="0"/>
                    <a:pt x="0" y="0"/>
                  </a:cubicBezTo>
                  <a:cubicBezTo>
                    <a:pt x="0" y="0"/>
                    <a:pt x="9" y="71"/>
                    <a:pt x="9" y="89"/>
                  </a:cubicBezTo>
                  <a:cubicBezTo>
                    <a:pt x="14" y="89"/>
                    <a:pt x="43" y="90"/>
                    <a:pt x="75" y="126"/>
                  </a:cubicBezTo>
                  <a:cubicBezTo>
                    <a:pt x="83" y="126"/>
                    <a:pt x="83" y="126"/>
                    <a:pt x="83" y="126"/>
                  </a:cubicBezTo>
                  <a:cubicBezTo>
                    <a:pt x="83" y="126"/>
                    <a:pt x="83" y="126"/>
                    <a:pt x="91" y="126"/>
                  </a:cubicBezTo>
                  <a:cubicBezTo>
                    <a:pt x="123" y="90"/>
                    <a:pt x="151" y="89"/>
                    <a:pt x="158" y="89"/>
                  </a:cubicBezTo>
                  <a:cubicBezTo>
                    <a:pt x="158" y="71"/>
                    <a:pt x="165" y="0"/>
                    <a:pt x="165" y="0"/>
                  </a:cubicBezTo>
                  <a:cubicBezTo>
                    <a:pt x="165" y="0"/>
                    <a:pt x="154" y="0"/>
                    <a:pt x="151" y="0"/>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3" name="Freeform 80">
              <a:extLst>
                <a:ext uri="{FF2B5EF4-FFF2-40B4-BE49-F238E27FC236}">
                  <a16:creationId xmlns:a16="http://schemas.microsoft.com/office/drawing/2014/main" id="{C7094C98-BEEA-438E-99C0-6AA683EC0063}"/>
                </a:ext>
              </a:extLst>
            </p:cNvPr>
            <p:cNvSpPr>
              <a:spLocks/>
            </p:cNvSpPr>
            <p:nvPr/>
          </p:nvSpPr>
          <p:spPr bwMode="auto">
            <a:xfrm>
              <a:off x="3023349" y="7614323"/>
              <a:ext cx="84842" cy="910936"/>
            </a:xfrm>
            <a:custGeom>
              <a:avLst/>
              <a:gdLst>
                <a:gd name="T0" fmla="*/ 0 w 19"/>
                <a:gd name="T1" fmla="*/ 204 h 204"/>
                <a:gd name="T2" fmla="*/ 0 w 19"/>
                <a:gd name="T3" fmla="*/ 0 h 204"/>
                <a:gd name="T4" fmla="*/ 19 w 19"/>
                <a:gd name="T5" fmla="*/ 0 h 204"/>
                <a:gd name="T6" fmla="*/ 0 w 19"/>
                <a:gd name="T7" fmla="*/ 204 h 204"/>
                <a:gd name="T8" fmla="*/ 0 w 19"/>
                <a:gd name="T9" fmla="*/ 204 h 204"/>
                <a:gd name="T10" fmla="*/ 0 w 19"/>
                <a:gd name="T11" fmla="*/ 204 h 204"/>
              </a:gdLst>
              <a:ahLst/>
              <a:cxnLst>
                <a:cxn ang="0">
                  <a:pos x="T0" y="T1"/>
                </a:cxn>
                <a:cxn ang="0">
                  <a:pos x="T2" y="T3"/>
                </a:cxn>
                <a:cxn ang="0">
                  <a:pos x="T4" y="T5"/>
                </a:cxn>
                <a:cxn ang="0">
                  <a:pos x="T6" y="T7"/>
                </a:cxn>
                <a:cxn ang="0">
                  <a:pos x="T8" y="T9"/>
                </a:cxn>
                <a:cxn ang="0">
                  <a:pos x="T10" y="T11"/>
                </a:cxn>
              </a:cxnLst>
              <a:rect l="0" t="0" r="r" b="b"/>
              <a:pathLst>
                <a:path w="19" h="204">
                  <a:moveTo>
                    <a:pt x="0" y="204"/>
                  </a:moveTo>
                  <a:lnTo>
                    <a:pt x="0" y="0"/>
                  </a:lnTo>
                  <a:lnTo>
                    <a:pt x="19" y="0"/>
                  </a:lnTo>
                  <a:lnTo>
                    <a:pt x="0" y="204"/>
                  </a:lnTo>
                  <a:lnTo>
                    <a:pt x="0" y="204"/>
                  </a:lnTo>
                  <a:lnTo>
                    <a:pt x="0" y="204"/>
                  </a:ln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4" name="Freeform 81">
              <a:extLst>
                <a:ext uri="{FF2B5EF4-FFF2-40B4-BE49-F238E27FC236}">
                  <a16:creationId xmlns:a16="http://schemas.microsoft.com/office/drawing/2014/main" id="{6060D6D9-15A5-4D95-94BC-A9B51A4B0AF6}"/>
                </a:ext>
              </a:extLst>
            </p:cNvPr>
            <p:cNvSpPr>
              <a:spLocks/>
            </p:cNvSpPr>
            <p:nvPr/>
          </p:nvSpPr>
          <p:spPr bwMode="auto">
            <a:xfrm>
              <a:off x="3023349" y="7614323"/>
              <a:ext cx="84842" cy="910936"/>
            </a:xfrm>
            <a:custGeom>
              <a:avLst/>
              <a:gdLst>
                <a:gd name="T0" fmla="*/ 0 w 19"/>
                <a:gd name="T1" fmla="*/ 204 h 204"/>
                <a:gd name="T2" fmla="*/ 0 w 19"/>
                <a:gd name="T3" fmla="*/ 0 h 204"/>
                <a:gd name="T4" fmla="*/ 19 w 19"/>
                <a:gd name="T5" fmla="*/ 0 h 204"/>
                <a:gd name="T6" fmla="*/ 0 w 19"/>
                <a:gd name="T7" fmla="*/ 204 h 204"/>
              </a:gdLst>
              <a:ahLst/>
              <a:cxnLst>
                <a:cxn ang="0">
                  <a:pos x="T0" y="T1"/>
                </a:cxn>
                <a:cxn ang="0">
                  <a:pos x="T2" y="T3"/>
                </a:cxn>
                <a:cxn ang="0">
                  <a:pos x="T4" y="T5"/>
                </a:cxn>
                <a:cxn ang="0">
                  <a:pos x="T6" y="T7"/>
                </a:cxn>
              </a:cxnLst>
              <a:rect l="0" t="0" r="r" b="b"/>
              <a:pathLst>
                <a:path w="19" h="204">
                  <a:moveTo>
                    <a:pt x="0" y="204"/>
                  </a:moveTo>
                  <a:lnTo>
                    <a:pt x="0" y="0"/>
                  </a:lnTo>
                  <a:lnTo>
                    <a:pt x="19" y="0"/>
                  </a:lnTo>
                  <a:lnTo>
                    <a:pt x="0" y="204"/>
                  </a:ln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5" name="Freeform 82">
              <a:extLst>
                <a:ext uri="{FF2B5EF4-FFF2-40B4-BE49-F238E27FC236}">
                  <a16:creationId xmlns:a16="http://schemas.microsoft.com/office/drawing/2014/main" id="{AE1B44B1-DBFA-419C-A487-CF00758C4E29}"/>
                </a:ext>
              </a:extLst>
            </p:cNvPr>
            <p:cNvSpPr>
              <a:spLocks/>
            </p:cNvSpPr>
            <p:nvPr/>
          </p:nvSpPr>
          <p:spPr bwMode="auto">
            <a:xfrm>
              <a:off x="3023349" y="7614323"/>
              <a:ext cx="84842" cy="910936"/>
            </a:xfrm>
            <a:custGeom>
              <a:avLst/>
              <a:gdLst>
                <a:gd name="T0" fmla="*/ 0 w 19"/>
                <a:gd name="T1" fmla="*/ 204 h 204"/>
                <a:gd name="T2" fmla="*/ 0 w 19"/>
                <a:gd name="T3" fmla="*/ 0 h 204"/>
                <a:gd name="T4" fmla="*/ 19 w 19"/>
                <a:gd name="T5" fmla="*/ 0 h 204"/>
              </a:gdLst>
              <a:ahLst/>
              <a:cxnLst>
                <a:cxn ang="0">
                  <a:pos x="T0" y="T1"/>
                </a:cxn>
                <a:cxn ang="0">
                  <a:pos x="T2" y="T3"/>
                </a:cxn>
                <a:cxn ang="0">
                  <a:pos x="T4" y="T5"/>
                </a:cxn>
              </a:cxnLst>
              <a:rect l="0" t="0" r="r" b="b"/>
              <a:pathLst>
                <a:path w="19" h="204">
                  <a:moveTo>
                    <a:pt x="0" y="204"/>
                  </a:moveTo>
                  <a:lnTo>
                    <a:pt x="0" y="0"/>
                  </a:lnTo>
                  <a:lnTo>
                    <a:pt x="1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91CDE3B4-A1DE-4B75-9DCD-FB34DD583B3E}"/>
                </a:ext>
              </a:extLst>
            </p:cNvPr>
            <p:cNvSpPr txBox="1"/>
            <p:nvPr/>
          </p:nvSpPr>
          <p:spPr>
            <a:xfrm>
              <a:off x="4760377" y="6624160"/>
              <a:ext cx="18255019" cy="1692771"/>
            </a:xfrm>
            <a:prstGeom prst="rect">
              <a:avLst/>
            </a:prstGeom>
            <a:noFill/>
          </p:spPr>
          <p:txBody>
            <a:bodyPr wrap="square" rtlCol="0">
              <a:spAutoFit/>
            </a:bodyPr>
            <a:lstStyle/>
            <a:p>
              <a:r>
                <a:rPr lang="en-US" sz="10399" b="1" dirty="0">
                  <a:ln>
                    <a:solidFill>
                      <a:srgbClr val="008000"/>
                    </a:solidFill>
                  </a:ln>
                  <a:solidFill>
                    <a:srgbClr val="008000"/>
                  </a:solidFill>
                  <a:latin typeface="Arial" panose="020B0604020202020204" pitchFamily="34" charset="0"/>
                  <a:ea typeface="Tahoma" panose="020B0604030504040204" pitchFamily="34" charset="0"/>
                  <a:cs typeface="Arial" panose="020B0604020202020204" pitchFamily="34" charset="0"/>
                </a:rPr>
                <a:t>BÀI TẬP LUYỆN TẬP</a:t>
              </a:r>
            </a:p>
          </p:txBody>
        </p:sp>
      </p:grpSp>
      <p:sp>
        <p:nvSpPr>
          <p:cNvPr id="18" name="Rounded Rectangle 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22" name="TextBox 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7299418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914400"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5</a:t>
            </a:r>
          </a:p>
        </p:txBody>
      </p:sp>
      <p:grpSp>
        <p:nvGrpSpPr>
          <p:cNvPr id="41" name="Group 40">
            <a:extLst>
              <a:ext uri="{FF2B5EF4-FFF2-40B4-BE49-F238E27FC236}">
                <a16:creationId xmlns:a16="http://schemas.microsoft.com/office/drawing/2014/main" id="{15956DCF-BE81-49BD-AEFD-E1B23CD9355B}"/>
              </a:ext>
            </a:extLst>
          </p:cNvPr>
          <p:cNvGrpSpPr/>
          <p:nvPr/>
        </p:nvGrpSpPr>
        <p:grpSpPr>
          <a:xfrm>
            <a:off x="304800" y="2133600"/>
            <a:ext cx="23665149" cy="2895603"/>
            <a:chOff x="304800" y="2971797"/>
            <a:chExt cx="23665149" cy="2895603"/>
          </a:xfrm>
        </p:grpSpPr>
        <mc:AlternateContent xmlns:mc="http://schemas.openxmlformats.org/markup-compatibility/2006" xmlns:a14="http://schemas.microsoft.com/office/drawing/2010/main">
          <mc:Choice Requires="a14">
            <p:sp>
              <p:nvSpPr>
                <p:cNvPr id="42" name="Rounded Rectangle 19">
                  <a:extLst>
                    <a:ext uri="{FF2B5EF4-FFF2-40B4-BE49-F238E27FC236}">
                      <a16:creationId xmlns:a16="http://schemas.microsoft.com/office/drawing/2014/main" id="{77A07A8C-0C66-46F5-9492-F3FF15272385}"/>
                    </a:ext>
                  </a:extLst>
                </p:cNvPr>
                <p:cNvSpPr/>
                <p:nvPr/>
              </p:nvSpPr>
              <p:spPr>
                <a:xfrm>
                  <a:off x="457200" y="3048000"/>
                  <a:ext cx="23512749" cy="281940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4800" dirty="0">
                      <a:solidFill>
                        <a:schemeClr val="tx1"/>
                      </a:solidFill>
                      <a:latin typeface="Tomaho"/>
                    </a:rPr>
                    <a:t>Một họa sĩ cần trưng bày </a:t>
                  </a:r>
                  <a14:m>
                    <m:oMath xmlns:m="http://schemas.openxmlformats.org/officeDocument/2006/math">
                      <m:r>
                        <a:rPr lang="vi-VN" sz="4800" i="1">
                          <a:solidFill>
                            <a:schemeClr val="tx1"/>
                          </a:solidFill>
                          <a:latin typeface="Cambria Math" panose="02040503050406030204" pitchFamily="18" charset="0"/>
                        </a:rPr>
                        <m:t>10</m:t>
                      </m:r>
                    </m:oMath>
                  </a14:m>
                  <a:r>
                    <a:rPr lang="vi-VN" sz="4800" dirty="0">
                      <a:solidFill>
                        <a:schemeClr val="tx1"/>
                      </a:solidFill>
                      <a:latin typeface="Tomaho"/>
                    </a:rPr>
                    <a:t> bức tranh nghệ thuật khác nhau thành một hàng ngang. Hỏi có bao nhiêu cách để họa sĩ sắp xếp các bức tranh?</a:t>
                  </a:r>
                </a:p>
              </p:txBody>
            </p:sp>
          </mc:Choice>
          <mc:Fallback xmlns="">
            <p:sp>
              <p:nvSpPr>
                <p:cNvPr id="42" name="Rounded Rectangle 19">
                  <a:extLst>
                    <a:ext uri="{FF2B5EF4-FFF2-40B4-BE49-F238E27FC236}">
                      <a16:creationId xmlns:a16="http://schemas.microsoft.com/office/drawing/2014/main" id="{77A07A8C-0C66-46F5-9492-F3FF15272385}"/>
                    </a:ext>
                  </a:extLst>
                </p:cNvPr>
                <p:cNvSpPr>
                  <a:spLocks noRot="1" noChangeAspect="1" noMove="1" noResize="1" noEditPoints="1" noAdjustHandles="1" noChangeArrowheads="1" noChangeShapeType="1" noTextEdit="1"/>
                </p:cNvSpPr>
                <p:nvPr/>
              </p:nvSpPr>
              <p:spPr>
                <a:xfrm>
                  <a:off x="457200" y="3048000"/>
                  <a:ext cx="23512749" cy="2819400"/>
                </a:xfrm>
                <a:prstGeom prst="roundRect">
                  <a:avLst>
                    <a:gd name="adj" fmla="val 4496"/>
                  </a:avLst>
                </a:prstGeom>
                <a:blipFill>
                  <a:blip r:embed="rId3"/>
                  <a:stretch>
                    <a:fillRect l="-985"/>
                  </a:stretch>
                </a:blipFill>
                <a:ln>
                  <a:solidFill>
                    <a:srgbClr val="999158"/>
                  </a:solidFill>
                </a:ln>
              </p:spPr>
              <p:txBody>
                <a:bodyPr/>
                <a:lstStyle/>
                <a:p>
                  <a:r>
                    <a:rPr lang="vi-VN">
                      <a:noFill/>
                    </a:rPr>
                    <a:t> </a:t>
                  </a:r>
                </a:p>
              </p:txBody>
            </p:sp>
          </mc:Fallback>
        </mc:AlternateContent>
        <p:grpSp>
          <p:nvGrpSpPr>
            <p:cNvPr id="43" name="Group 42">
              <a:extLst>
                <a:ext uri="{FF2B5EF4-FFF2-40B4-BE49-F238E27FC236}">
                  <a16:creationId xmlns:a16="http://schemas.microsoft.com/office/drawing/2014/main" id="{731AF5AF-AB66-43AD-977A-4DB2F036BF08}"/>
                </a:ext>
              </a:extLst>
            </p:cNvPr>
            <p:cNvGrpSpPr/>
            <p:nvPr/>
          </p:nvGrpSpPr>
          <p:grpSpPr>
            <a:xfrm>
              <a:off x="304800" y="2971797"/>
              <a:ext cx="3276233" cy="762003"/>
              <a:chOff x="22440" y="38103"/>
              <a:chExt cx="1056356" cy="212728"/>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38103"/>
                <a:ext cx="1056356" cy="190117"/>
                <a:chOff x="31572" y="34060"/>
                <a:chExt cx="1486312" cy="235281"/>
              </a:xfrm>
            </p:grpSpPr>
            <p:sp>
              <p:nvSpPr>
                <p:cNvPr id="46" name="Arrow: Pentagon 45">
                  <a:extLst>
                    <a:ext uri="{FF2B5EF4-FFF2-40B4-BE49-F238E27FC236}">
                      <a16:creationId xmlns:a16="http://schemas.microsoft.com/office/drawing/2014/main" id="{E4DD6093-8752-4E91-AA4A-F0A093044FF9}"/>
                    </a:ext>
                  </a:extLst>
                </p:cNvPr>
                <p:cNvSpPr/>
                <p:nvPr/>
              </p:nvSpPr>
              <p:spPr>
                <a:xfrm>
                  <a:off x="169849" y="34060"/>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59377"/>
                <a:ext cx="807002" cy="191454"/>
              </a:xfrm>
              <a:prstGeom prst="rect">
                <a:avLst/>
              </a:prstGeom>
              <a:noFill/>
            </p:spPr>
            <p:txBody>
              <a:bodyPr wrap="square" tIns="54000" bIns="0">
                <a:noAutofit/>
              </a:bodyPr>
              <a:lstStyle/>
              <a:p>
                <a:pPr algn="ctr">
                  <a:lnSpc>
                    <a:spcPct val="107000"/>
                  </a:lnSpc>
                  <a:spcAft>
                    <a:spcPts val="800"/>
                  </a:spcAft>
                </a:pPr>
                <a:r>
                  <a:rPr lang="vi-VN" sz="38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8.6</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13" name="Group 12">
            <a:extLst>
              <a:ext uri="{FF2B5EF4-FFF2-40B4-BE49-F238E27FC236}">
                <a16:creationId xmlns:a16="http://schemas.microsoft.com/office/drawing/2014/main" id="{028E2662-96C6-448E-B336-8219888BFA71}"/>
              </a:ext>
            </a:extLst>
          </p:cNvPr>
          <p:cNvGrpSpPr/>
          <p:nvPr/>
        </p:nvGrpSpPr>
        <p:grpSpPr>
          <a:xfrm>
            <a:off x="457200" y="5257800"/>
            <a:ext cx="23506006" cy="7772400"/>
            <a:chOff x="1222851" y="5331408"/>
            <a:chExt cx="23580257" cy="5866548"/>
          </a:xfrm>
        </p:grpSpPr>
        <p:sp>
          <p:nvSpPr>
            <p:cNvPr id="14" name="Rounded Rectangle 34">
              <a:extLst>
                <a:ext uri="{FF2B5EF4-FFF2-40B4-BE49-F238E27FC236}">
                  <a16:creationId xmlns:a16="http://schemas.microsoft.com/office/drawing/2014/main" id="{24FCA161-848A-4AC4-BB87-39B39A856683}"/>
                </a:ext>
              </a:extLst>
            </p:cNvPr>
            <p:cNvSpPr/>
            <p:nvPr/>
          </p:nvSpPr>
          <p:spPr>
            <a:xfrm>
              <a:off x="1261071" y="5565135"/>
              <a:ext cx="23542037" cy="5632821"/>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vi-VN" sz="5000" dirty="0">
                <a:solidFill>
                  <a:schemeClr val="tx1"/>
                </a:solidFill>
                <a:latin typeface="Tomaho"/>
              </a:endParaRPr>
            </a:p>
          </p:txBody>
        </p:sp>
        <p:grpSp>
          <p:nvGrpSpPr>
            <p:cNvPr id="15" name="Group 60">
              <a:extLst>
                <a:ext uri="{FF2B5EF4-FFF2-40B4-BE49-F238E27FC236}">
                  <a16:creationId xmlns:a16="http://schemas.microsoft.com/office/drawing/2014/main" id="{0A109C5E-BD68-44CF-AD93-3A6E066BC4E7}"/>
                </a:ext>
              </a:extLst>
            </p:cNvPr>
            <p:cNvGrpSpPr/>
            <p:nvPr/>
          </p:nvGrpSpPr>
          <p:grpSpPr>
            <a:xfrm>
              <a:off x="1222851" y="5331408"/>
              <a:ext cx="3305109" cy="841174"/>
              <a:chOff x="1224542" y="6305967"/>
              <a:chExt cx="3305491" cy="845462"/>
            </a:xfrm>
          </p:grpSpPr>
          <p:sp>
            <p:nvSpPr>
              <p:cNvPr id="16" name="Freeform 20">
                <a:extLst>
                  <a:ext uri="{FF2B5EF4-FFF2-40B4-BE49-F238E27FC236}">
                    <a16:creationId xmlns:a16="http://schemas.microsoft.com/office/drawing/2014/main" id="{2873FF6B-1BDD-4237-BD5F-2B0B61D2CE22}"/>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20" name="TextBox 19">
                <a:extLst>
                  <a:ext uri="{FF2B5EF4-FFF2-40B4-BE49-F238E27FC236}">
                    <a16:creationId xmlns:a16="http://schemas.microsoft.com/office/drawing/2014/main" id="{62657C36-9F38-452C-B978-14858C88399A}"/>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21" name="Round Diagonal Corner Rectangle 41">
                <a:extLst>
                  <a:ext uri="{FF2B5EF4-FFF2-40B4-BE49-F238E27FC236}">
                    <a16:creationId xmlns:a16="http://schemas.microsoft.com/office/drawing/2014/main" id="{C0D7F878-A4CF-48E4-BC61-DD3A7B0DD6BA}"/>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15">
                <a:extLst>
                  <a:ext uri="{FF2B5EF4-FFF2-40B4-BE49-F238E27FC236}">
                    <a16:creationId xmlns:a16="http://schemas.microsoft.com/office/drawing/2014/main" id="{1B5C825F-5B4B-4518-9562-74B89D26EEED}"/>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14E1CB5-60A9-4AAF-92BA-75633892D372}"/>
                  </a:ext>
                </a:extLst>
              </p:cNvPr>
              <p:cNvSpPr txBox="1"/>
              <p:nvPr/>
            </p:nvSpPr>
            <p:spPr>
              <a:xfrm>
                <a:off x="838200" y="6629400"/>
                <a:ext cx="22936200" cy="4342984"/>
              </a:xfrm>
              <a:prstGeom prst="rect">
                <a:avLst/>
              </a:prstGeom>
              <a:noFill/>
            </p:spPr>
            <p:txBody>
              <a:bodyPr wrap="square" rtlCol="0">
                <a:spAutoFit/>
              </a:bodyPr>
              <a:lstStyle/>
              <a:p>
                <a:pPr algn="just">
                  <a:spcAft>
                    <a:spcPts val="600"/>
                  </a:spcAft>
                </a:pPr>
                <a:endParaRPr lang="vi-VN" sz="5400" b="1" i="1" dirty="0">
                  <a:latin typeface="Tomaho"/>
                  <a:ea typeface="Arial" panose="020B0604020202020204" pitchFamily="34" charset="0"/>
                  <a:cs typeface="Times New Roman" panose="02020603050405020304" pitchFamily="18" charset="0"/>
                </a:endParaRPr>
              </a:p>
              <a:p>
                <a:r>
                  <a:rPr lang="vi-VN" sz="5400" dirty="0">
                    <a:latin typeface="Tomaho"/>
                  </a:rPr>
                  <a:t>Mỗi cách sắp xếp </a:t>
                </a:r>
                <a14:m>
                  <m:oMath xmlns:m="http://schemas.openxmlformats.org/officeDocument/2006/math">
                    <m:r>
                      <a:rPr lang="vi-VN" sz="5400" i="1">
                        <a:latin typeface="Cambria Math" panose="02040503050406030204" pitchFamily="18" charset="0"/>
                      </a:rPr>
                      <m:t>10</m:t>
                    </m:r>
                  </m:oMath>
                </a14:m>
                <a:r>
                  <a:rPr lang="vi-VN" sz="5400" dirty="0">
                    <a:latin typeface="Tomaho"/>
                  </a:rPr>
                  <a:t> bức tranh khác nhau thành một hàng ngang là một hoán vị của </a:t>
                </a:r>
                <a14:m>
                  <m:oMath xmlns:m="http://schemas.openxmlformats.org/officeDocument/2006/math">
                    <m:r>
                      <a:rPr lang="vi-VN" sz="5400" i="1">
                        <a:latin typeface="Cambria Math" panose="02040503050406030204" pitchFamily="18" charset="0"/>
                      </a:rPr>
                      <m:t>10</m:t>
                    </m:r>
                  </m:oMath>
                </a14:m>
                <a:r>
                  <a:rPr lang="vi-VN" sz="5400" dirty="0">
                    <a:latin typeface="Tomaho"/>
                  </a:rPr>
                  <a:t> phần tử.</a:t>
                </a:r>
              </a:p>
              <a:p>
                <a:r>
                  <a:rPr lang="vi-VN" sz="5400" dirty="0">
                    <a:latin typeface="Tomaho"/>
                  </a:rPr>
                  <a:t>Vậy số cách sắp xếp các bức tranh là: </a:t>
                </a:r>
                <a14:m>
                  <m:oMath xmlns:m="http://schemas.openxmlformats.org/officeDocument/2006/math">
                    <m:r>
                      <a:rPr lang="vi-VN" sz="5400" i="1">
                        <a:latin typeface="Cambria Math" panose="02040503050406030204" pitchFamily="18" charset="0"/>
                      </a:rPr>
                      <m:t>10!=3628800</m:t>
                    </m:r>
                  </m:oMath>
                </a14:m>
                <a:r>
                  <a:rPr lang="vi-VN" sz="5400" dirty="0">
                    <a:latin typeface="Tomaho"/>
                  </a:rPr>
                  <a:t> (cách).</a:t>
                </a:r>
              </a:p>
              <a:p>
                <a:pPr indent="57150">
                  <a:lnSpc>
                    <a:spcPct val="107000"/>
                  </a:lnSpc>
                  <a:spcAft>
                    <a:spcPts val="800"/>
                  </a:spcAft>
                </a:pPr>
                <a:endParaRPr lang="vi-VN" sz="5400" b="1" dirty="0">
                  <a:latin typeface="Tomaho"/>
                </a:endParaRPr>
              </a:p>
            </p:txBody>
          </p:sp>
        </mc:Choice>
        <mc:Fallback xmlns="">
          <p:sp>
            <p:nvSpPr>
              <p:cNvPr id="23" name="TextBox 22">
                <a:extLst>
                  <a:ext uri="{FF2B5EF4-FFF2-40B4-BE49-F238E27FC236}">
                    <a16:creationId xmlns:a16="http://schemas.microsoft.com/office/drawing/2014/main" id="{B14E1CB5-60A9-4AAF-92BA-75633892D372}"/>
                  </a:ext>
                </a:extLst>
              </p:cNvPr>
              <p:cNvSpPr txBox="1">
                <a:spLocks noRot="1" noChangeAspect="1" noMove="1" noResize="1" noEditPoints="1" noAdjustHandles="1" noChangeArrowheads="1" noChangeShapeType="1" noTextEdit="1"/>
              </p:cNvSpPr>
              <p:nvPr/>
            </p:nvSpPr>
            <p:spPr>
              <a:xfrm>
                <a:off x="838200" y="6629400"/>
                <a:ext cx="22936200" cy="4342984"/>
              </a:xfrm>
              <a:prstGeom prst="rect">
                <a:avLst/>
              </a:prstGeom>
              <a:blipFill>
                <a:blip r:embed="rId4"/>
                <a:stretch>
                  <a:fillRect l="-1435"/>
                </a:stretch>
              </a:blipFill>
            </p:spPr>
            <p:txBody>
              <a:bodyPr/>
              <a:lstStyle/>
              <a:p>
                <a:r>
                  <a:rPr lang="vi-VN">
                    <a:noFill/>
                  </a:rPr>
                  <a:t> </a:t>
                </a:r>
              </a:p>
            </p:txBody>
          </p:sp>
        </mc:Fallback>
      </mc:AlternateContent>
      <p:sp>
        <p:nvSpPr>
          <p:cNvPr id="50" name="Rounded Rectangle 4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4" name="TextBox 5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7478159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par>
                          <p:cTn id="8" fill="hold">
                            <p:stCondLst>
                              <p:cond delay="500"/>
                            </p:stCondLst>
                            <p:childTnLst>
                              <p:par>
                                <p:cTn id="9" presetID="8" presetClass="entr" presetSubtype="16"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diamond(in)">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3">
                                            <p:txEl>
                                              <p:pRg st="1" end="1"/>
                                            </p:txEl>
                                          </p:spTgt>
                                        </p:tgtEl>
                                        <p:attrNameLst>
                                          <p:attrName>style.visibility</p:attrName>
                                        </p:attrNameLst>
                                      </p:cBhvr>
                                      <p:to>
                                        <p:strVal val="visible"/>
                                      </p:to>
                                    </p:set>
                                    <p:animEffect transition="in" filter="wipe(left)">
                                      <p:cBhvr>
                                        <p:cTn id="16" dur="500"/>
                                        <p:tgtEl>
                                          <p:spTgt spid="2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3">
                                            <p:txEl>
                                              <p:pRg st="2" end="2"/>
                                            </p:txEl>
                                          </p:spTgt>
                                        </p:tgtEl>
                                        <p:attrNameLst>
                                          <p:attrName>style.visibility</p:attrName>
                                        </p:attrNameLst>
                                      </p:cBhvr>
                                      <p:to>
                                        <p:strVal val="visible"/>
                                      </p:to>
                                    </p:set>
                                    <p:animEffect transition="in" filter="wipe(left)">
                                      <p:cBhvr>
                                        <p:cTn id="21" dur="500"/>
                                        <p:tgtEl>
                                          <p:spTgt spid="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914400"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5</a:t>
            </a:r>
          </a:p>
        </p:txBody>
      </p:sp>
      <p:grpSp>
        <p:nvGrpSpPr>
          <p:cNvPr id="41" name="Group 40">
            <a:extLst>
              <a:ext uri="{FF2B5EF4-FFF2-40B4-BE49-F238E27FC236}">
                <a16:creationId xmlns:a16="http://schemas.microsoft.com/office/drawing/2014/main" id="{15956DCF-BE81-49BD-AEFD-E1B23CD9355B}"/>
              </a:ext>
            </a:extLst>
          </p:cNvPr>
          <p:cNvGrpSpPr/>
          <p:nvPr/>
        </p:nvGrpSpPr>
        <p:grpSpPr>
          <a:xfrm>
            <a:off x="304800" y="2133600"/>
            <a:ext cx="23665149" cy="2895603"/>
            <a:chOff x="304800" y="2971797"/>
            <a:chExt cx="23665149" cy="2895603"/>
          </a:xfrm>
        </p:grpSpPr>
        <mc:AlternateContent xmlns:mc="http://schemas.openxmlformats.org/markup-compatibility/2006" xmlns:a14="http://schemas.microsoft.com/office/drawing/2010/main">
          <mc:Choice Requires="a14">
            <p:sp>
              <p:nvSpPr>
                <p:cNvPr id="42" name="Rounded Rectangle 19">
                  <a:extLst>
                    <a:ext uri="{FF2B5EF4-FFF2-40B4-BE49-F238E27FC236}">
                      <a16:creationId xmlns:a16="http://schemas.microsoft.com/office/drawing/2014/main" id="{77A07A8C-0C66-46F5-9492-F3FF15272385}"/>
                    </a:ext>
                  </a:extLst>
                </p:cNvPr>
                <p:cNvSpPr/>
                <p:nvPr/>
              </p:nvSpPr>
              <p:spPr>
                <a:xfrm>
                  <a:off x="457200" y="3048000"/>
                  <a:ext cx="23512749" cy="281940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5000" dirty="0">
                      <a:solidFill>
                        <a:schemeClr val="tx1"/>
                      </a:solidFill>
                      <a:latin typeface="Tomaho"/>
                    </a:rPr>
                    <a:t>Từ các chữ số </a:t>
                  </a:r>
                  <a14:m>
                    <m:oMath xmlns:m="http://schemas.openxmlformats.org/officeDocument/2006/math">
                      <m:r>
                        <a:rPr lang="vi-VN" sz="5000" i="1">
                          <a:solidFill>
                            <a:schemeClr val="tx1"/>
                          </a:solidFill>
                          <a:latin typeface="Cambria Math" panose="02040503050406030204" pitchFamily="18" charset="0"/>
                        </a:rPr>
                        <m:t>0,1,2,3,4</m:t>
                      </m:r>
                    </m:oMath>
                  </a14:m>
                  <a:r>
                    <a:rPr lang="vi-VN" sz="5000" dirty="0">
                      <a:solidFill>
                        <a:schemeClr val="tx1"/>
                      </a:solidFill>
                      <a:latin typeface="Tomaho"/>
                    </a:rPr>
                    <a:t> có thể lập được bao nhiêu số tự nhiên có ba chữ số khác nhau?</a:t>
                  </a:r>
                </a:p>
              </p:txBody>
            </p:sp>
          </mc:Choice>
          <mc:Fallback xmlns="">
            <p:sp>
              <p:nvSpPr>
                <p:cNvPr id="42" name="Rounded Rectangle 19">
                  <a:extLst>
                    <a:ext uri="{FF2B5EF4-FFF2-40B4-BE49-F238E27FC236}">
                      <a16:creationId xmlns:a16="http://schemas.microsoft.com/office/drawing/2014/main" id="{77A07A8C-0C66-46F5-9492-F3FF15272385}"/>
                    </a:ext>
                  </a:extLst>
                </p:cNvPr>
                <p:cNvSpPr>
                  <a:spLocks noRot="1" noChangeAspect="1" noMove="1" noResize="1" noEditPoints="1" noAdjustHandles="1" noChangeArrowheads="1" noChangeShapeType="1" noTextEdit="1"/>
                </p:cNvSpPr>
                <p:nvPr/>
              </p:nvSpPr>
              <p:spPr>
                <a:xfrm>
                  <a:off x="457200" y="3048000"/>
                  <a:ext cx="23512749" cy="2819400"/>
                </a:xfrm>
                <a:prstGeom prst="roundRect">
                  <a:avLst>
                    <a:gd name="adj" fmla="val 4496"/>
                  </a:avLst>
                </a:prstGeom>
                <a:blipFill>
                  <a:blip r:embed="rId3"/>
                  <a:stretch>
                    <a:fillRect l="-1062"/>
                  </a:stretch>
                </a:blipFill>
                <a:ln>
                  <a:solidFill>
                    <a:srgbClr val="999158"/>
                  </a:solidFill>
                </a:ln>
              </p:spPr>
              <p:txBody>
                <a:bodyPr/>
                <a:lstStyle/>
                <a:p>
                  <a:r>
                    <a:rPr lang="vi-VN">
                      <a:noFill/>
                    </a:rPr>
                    <a:t> </a:t>
                  </a:r>
                </a:p>
              </p:txBody>
            </p:sp>
          </mc:Fallback>
        </mc:AlternateContent>
        <p:grpSp>
          <p:nvGrpSpPr>
            <p:cNvPr id="43" name="Group 42">
              <a:extLst>
                <a:ext uri="{FF2B5EF4-FFF2-40B4-BE49-F238E27FC236}">
                  <a16:creationId xmlns:a16="http://schemas.microsoft.com/office/drawing/2014/main" id="{731AF5AF-AB66-43AD-977A-4DB2F036BF08}"/>
                </a:ext>
              </a:extLst>
            </p:cNvPr>
            <p:cNvGrpSpPr/>
            <p:nvPr/>
          </p:nvGrpSpPr>
          <p:grpSpPr>
            <a:xfrm>
              <a:off x="304800" y="2971797"/>
              <a:ext cx="3276233" cy="762003"/>
              <a:chOff x="22440" y="38103"/>
              <a:chExt cx="1056356" cy="212728"/>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38103"/>
                <a:ext cx="1056356" cy="190117"/>
                <a:chOff x="31572" y="34060"/>
                <a:chExt cx="1486312" cy="235281"/>
              </a:xfrm>
            </p:grpSpPr>
            <p:sp>
              <p:nvSpPr>
                <p:cNvPr id="46" name="Arrow: Pentagon 45">
                  <a:extLst>
                    <a:ext uri="{FF2B5EF4-FFF2-40B4-BE49-F238E27FC236}">
                      <a16:creationId xmlns:a16="http://schemas.microsoft.com/office/drawing/2014/main" id="{E4DD6093-8752-4E91-AA4A-F0A093044FF9}"/>
                    </a:ext>
                  </a:extLst>
                </p:cNvPr>
                <p:cNvSpPr/>
                <p:nvPr/>
              </p:nvSpPr>
              <p:spPr>
                <a:xfrm>
                  <a:off x="169849" y="34060"/>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59377"/>
                <a:ext cx="807002" cy="191454"/>
              </a:xfrm>
              <a:prstGeom prst="rect">
                <a:avLst/>
              </a:prstGeom>
              <a:noFill/>
            </p:spPr>
            <p:txBody>
              <a:bodyPr wrap="square" tIns="54000" bIns="0">
                <a:noAutofit/>
              </a:bodyPr>
              <a:lstStyle/>
              <a:p>
                <a:pPr algn="ctr">
                  <a:lnSpc>
                    <a:spcPct val="107000"/>
                  </a:lnSpc>
                  <a:spcAft>
                    <a:spcPts val="800"/>
                  </a:spcAft>
                </a:pPr>
                <a:r>
                  <a:rPr lang="vi-VN" sz="38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8.7</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13" name="Group 12">
            <a:extLst>
              <a:ext uri="{FF2B5EF4-FFF2-40B4-BE49-F238E27FC236}">
                <a16:creationId xmlns:a16="http://schemas.microsoft.com/office/drawing/2014/main" id="{028E2662-96C6-448E-B336-8219888BFA71}"/>
              </a:ext>
            </a:extLst>
          </p:cNvPr>
          <p:cNvGrpSpPr/>
          <p:nvPr/>
        </p:nvGrpSpPr>
        <p:grpSpPr>
          <a:xfrm>
            <a:off x="457200" y="5257800"/>
            <a:ext cx="23506006" cy="7772400"/>
            <a:chOff x="1222851" y="5331408"/>
            <a:chExt cx="23580257" cy="5866548"/>
          </a:xfrm>
        </p:grpSpPr>
        <p:sp>
          <p:nvSpPr>
            <p:cNvPr id="14" name="Rounded Rectangle 34">
              <a:extLst>
                <a:ext uri="{FF2B5EF4-FFF2-40B4-BE49-F238E27FC236}">
                  <a16:creationId xmlns:a16="http://schemas.microsoft.com/office/drawing/2014/main" id="{24FCA161-848A-4AC4-BB87-39B39A856683}"/>
                </a:ext>
              </a:extLst>
            </p:cNvPr>
            <p:cNvSpPr/>
            <p:nvPr/>
          </p:nvSpPr>
          <p:spPr>
            <a:xfrm>
              <a:off x="1261071" y="5565135"/>
              <a:ext cx="23542037" cy="5632821"/>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vi-VN" sz="5000" dirty="0">
                <a:solidFill>
                  <a:schemeClr val="tx1"/>
                </a:solidFill>
                <a:latin typeface="Tomaho"/>
              </a:endParaRPr>
            </a:p>
          </p:txBody>
        </p:sp>
        <p:grpSp>
          <p:nvGrpSpPr>
            <p:cNvPr id="15" name="Group 60">
              <a:extLst>
                <a:ext uri="{FF2B5EF4-FFF2-40B4-BE49-F238E27FC236}">
                  <a16:creationId xmlns:a16="http://schemas.microsoft.com/office/drawing/2014/main" id="{0A109C5E-BD68-44CF-AD93-3A6E066BC4E7}"/>
                </a:ext>
              </a:extLst>
            </p:cNvPr>
            <p:cNvGrpSpPr/>
            <p:nvPr/>
          </p:nvGrpSpPr>
          <p:grpSpPr>
            <a:xfrm>
              <a:off x="1222851" y="5331408"/>
              <a:ext cx="3305109" cy="841174"/>
              <a:chOff x="1224542" y="6305967"/>
              <a:chExt cx="3305491" cy="845462"/>
            </a:xfrm>
          </p:grpSpPr>
          <p:sp>
            <p:nvSpPr>
              <p:cNvPr id="16" name="Freeform 20">
                <a:extLst>
                  <a:ext uri="{FF2B5EF4-FFF2-40B4-BE49-F238E27FC236}">
                    <a16:creationId xmlns:a16="http://schemas.microsoft.com/office/drawing/2014/main" id="{2873FF6B-1BDD-4237-BD5F-2B0B61D2CE22}"/>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20" name="TextBox 19">
                <a:extLst>
                  <a:ext uri="{FF2B5EF4-FFF2-40B4-BE49-F238E27FC236}">
                    <a16:creationId xmlns:a16="http://schemas.microsoft.com/office/drawing/2014/main" id="{62657C36-9F38-452C-B978-14858C88399A}"/>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21" name="Round Diagonal Corner Rectangle 41">
                <a:extLst>
                  <a:ext uri="{FF2B5EF4-FFF2-40B4-BE49-F238E27FC236}">
                    <a16:creationId xmlns:a16="http://schemas.microsoft.com/office/drawing/2014/main" id="{C0D7F878-A4CF-48E4-BC61-DD3A7B0DD6BA}"/>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15">
                <a:extLst>
                  <a:ext uri="{FF2B5EF4-FFF2-40B4-BE49-F238E27FC236}">
                    <a16:creationId xmlns:a16="http://schemas.microsoft.com/office/drawing/2014/main" id="{1B5C825F-5B4B-4518-9562-74B89D26EEED}"/>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B8DEED5-0836-46BB-A99A-D27F7A1AF711}"/>
                  </a:ext>
                </a:extLst>
              </p:cNvPr>
              <p:cNvSpPr txBox="1"/>
              <p:nvPr/>
            </p:nvSpPr>
            <p:spPr>
              <a:xfrm>
                <a:off x="838200" y="6096000"/>
                <a:ext cx="22936200" cy="6242478"/>
              </a:xfrm>
              <a:prstGeom prst="rect">
                <a:avLst/>
              </a:prstGeom>
              <a:noFill/>
            </p:spPr>
            <p:txBody>
              <a:bodyPr wrap="square" rtlCol="0">
                <a:spAutoFit/>
              </a:bodyPr>
              <a:lstStyle/>
              <a:p>
                <a:pPr algn="just">
                  <a:spcAft>
                    <a:spcPts val="600"/>
                  </a:spcAft>
                </a:pPr>
                <a:endParaRPr lang="vi-VN" sz="5400" b="1" i="1" dirty="0">
                  <a:latin typeface="Tomaho"/>
                  <a:ea typeface="Arial" panose="020B0604020202020204" pitchFamily="34" charset="0"/>
                  <a:cs typeface="Times New Roman" panose="02020603050405020304" pitchFamily="18" charset="0"/>
                </a:endParaRPr>
              </a:p>
              <a:p>
                <a:r>
                  <a:rPr lang="vi-VN" sz="5400" dirty="0">
                    <a:latin typeface="Tomaho"/>
                  </a:rPr>
                  <a:t>Gọi số cần tìm có dạng </a:t>
                </a:r>
                <a14:m>
                  <m:oMath xmlns:m="http://schemas.openxmlformats.org/officeDocument/2006/math">
                    <m:bar>
                      <m:barPr>
                        <m:pos m:val="top"/>
                        <m:ctrlPr>
                          <a:rPr lang="vi-VN" sz="5400" i="1">
                            <a:latin typeface="Cambria Math" panose="02040503050406030204" pitchFamily="18" charset="0"/>
                          </a:rPr>
                        </m:ctrlPr>
                      </m:barPr>
                      <m:e>
                        <m:r>
                          <a:rPr lang="vi-VN" sz="5400" i="1">
                            <a:latin typeface="Cambria Math" panose="02040503050406030204" pitchFamily="18" charset="0"/>
                          </a:rPr>
                          <m:t>𝑎𝑏𝑐</m:t>
                        </m:r>
                      </m:e>
                    </m:bar>
                    <m:d>
                      <m:dPr>
                        <m:ctrlPr>
                          <a:rPr lang="vi-VN" sz="5400" i="1">
                            <a:latin typeface="Cambria Math" panose="02040503050406030204" pitchFamily="18" charset="0"/>
                          </a:rPr>
                        </m:ctrlPr>
                      </m:dPr>
                      <m:e>
                        <m:r>
                          <a:rPr lang="vi-VN" sz="5400" i="1">
                            <a:latin typeface="Cambria Math" panose="02040503050406030204" pitchFamily="18" charset="0"/>
                          </a:rPr>
                          <m:t>𝑎</m:t>
                        </m:r>
                        <m:r>
                          <a:rPr lang="vi-VN" sz="5400" i="1">
                            <a:latin typeface="Cambria Math" panose="02040503050406030204" pitchFamily="18" charset="0"/>
                          </a:rPr>
                          <m:t>≠0</m:t>
                        </m:r>
                      </m:e>
                    </m:d>
                  </m:oMath>
                </a14:m>
                <a:r>
                  <a:rPr lang="vi-VN" sz="5400" dirty="0">
                    <a:latin typeface="Tomaho"/>
                  </a:rPr>
                  <a:t>.</a:t>
                </a:r>
              </a:p>
              <a:p>
                <a:r>
                  <a:rPr lang="vi-VN" sz="5400" dirty="0">
                    <a:latin typeface="Tomaho"/>
                  </a:rPr>
                  <a:t>Chọn chữ số </a:t>
                </a:r>
                <a14:m>
                  <m:oMath xmlns:m="http://schemas.openxmlformats.org/officeDocument/2006/math">
                    <m:r>
                      <a:rPr lang="vi-VN" sz="5400" i="1">
                        <a:latin typeface="Cambria Math" panose="02040503050406030204" pitchFamily="18" charset="0"/>
                      </a:rPr>
                      <m:t>𝑎</m:t>
                    </m:r>
                  </m:oMath>
                </a14:m>
                <a:r>
                  <a:rPr lang="vi-VN" sz="5400" dirty="0">
                    <a:latin typeface="Tomaho"/>
                  </a:rPr>
                  <a:t> từ các chữ số </a:t>
                </a:r>
                <a14:m>
                  <m:oMath xmlns:m="http://schemas.openxmlformats.org/officeDocument/2006/math">
                    <m:r>
                      <a:rPr lang="vi-VN" sz="5400" i="1">
                        <a:latin typeface="Cambria Math" panose="02040503050406030204" pitchFamily="18" charset="0"/>
                      </a:rPr>
                      <m:t>1,2,3,4</m:t>
                    </m:r>
                  </m:oMath>
                </a14:m>
                <a:r>
                  <a:rPr lang="vi-VN" sz="5400" dirty="0">
                    <a:latin typeface="Tomaho"/>
                  </a:rPr>
                  <a:t> có </a:t>
                </a:r>
                <a14:m>
                  <m:oMath xmlns:m="http://schemas.openxmlformats.org/officeDocument/2006/math">
                    <m:r>
                      <a:rPr lang="vi-VN" sz="5400" i="1">
                        <a:latin typeface="Cambria Math" panose="02040503050406030204" pitchFamily="18" charset="0"/>
                      </a:rPr>
                      <m:t>4</m:t>
                    </m:r>
                  </m:oMath>
                </a14:m>
                <a:r>
                  <a:rPr lang="vi-VN" sz="5400" dirty="0">
                    <a:latin typeface="Tomaho"/>
                  </a:rPr>
                  <a:t> (cách).</a:t>
                </a:r>
              </a:p>
              <a:p>
                <a:r>
                  <a:rPr lang="vi-VN" sz="5400" dirty="0">
                    <a:latin typeface="Tomaho"/>
                  </a:rPr>
                  <a:t>Ứng với mỗi cách chọn </a:t>
                </a:r>
                <a14:m>
                  <m:oMath xmlns:m="http://schemas.openxmlformats.org/officeDocument/2006/math">
                    <m:r>
                      <a:rPr lang="vi-VN" sz="5400" i="1">
                        <a:latin typeface="Cambria Math" panose="02040503050406030204" pitchFamily="18" charset="0"/>
                      </a:rPr>
                      <m:t>𝑎</m:t>
                    </m:r>
                  </m:oMath>
                </a14:m>
                <a:r>
                  <a:rPr lang="vi-VN" sz="5400" dirty="0">
                    <a:latin typeface="Tomaho"/>
                  </a:rPr>
                  <a:t> có số cách chọn bộ </a:t>
                </a:r>
                <a14:m>
                  <m:oMath xmlns:m="http://schemas.openxmlformats.org/officeDocument/2006/math">
                    <m:bar>
                      <m:barPr>
                        <m:pos m:val="top"/>
                        <m:ctrlPr>
                          <a:rPr lang="vi-VN" sz="5400" i="1">
                            <a:latin typeface="Cambria Math" panose="02040503050406030204" pitchFamily="18" charset="0"/>
                          </a:rPr>
                        </m:ctrlPr>
                      </m:barPr>
                      <m:e>
                        <m:r>
                          <a:rPr lang="vi-VN" sz="5400" i="1">
                            <a:latin typeface="Cambria Math" panose="02040503050406030204" pitchFamily="18" charset="0"/>
                          </a:rPr>
                          <m:t>𝑏𝑐</m:t>
                        </m:r>
                      </m:e>
                    </m:bar>
                  </m:oMath>
                </a14:m>
                <a:r>
                  <a:rPr lang="vi-VN" sz="5400" dirty="0">
                    <a:latin typeface="Tomaho"/>
                  </a:rPr>
                  <a:t> từ </a:t>
                </a:r>
                <a14:m>
                  <m:oMath xmlns:m="http://schemas.openxmlformats.org/officeDocument/2006/math">
                    <m:r>
                      <a:rPr lang="vi-VN" sz="5400" i="1">
                        <a:latin typeface="Cambria Math" panose="02040503050406030204" pitchFamily="18" charset="0"/>
                      </a:rPr>
                      <m:t>4</m:t>
                    </m:r>
                  </m:oMath>
                </a14:m>
                <a:r>
                  <a:rPr lang="vi-VN" sz="5400" dirty="0">
                    <a:latin typeface="Tomaho"/>
                  </a:rPr>
                  <a:t> chữ số còn lại là </a:t>
                </a:r>
                <a14:m>
                  <m:oMath xmlns:m="http://schemas.openxmlformats.org/officeDocument/2006/math">
                    <m:sSubSup>
                      <m:sSubSupPr>
                        <m:ctrlPr>
                          <a:rPr lang="vi-VN" sz="5400" i="1">
                            <a:latin typeface="Cambria Math" panose="02040503050406030204" pitchFamily="18" charset="0"/>
                          </a:rPr>
                        </m:ctrlPr>
                      </m:sSubSupPr>
                      <m:e>
                        <m:r>
                          <a:rPr lang="vi-VN" sz="5400" i="1">
                            <a:latin typeface="Cambria Math" panose="02040503050406030204" pitchFamily="18" charset="0"/>
                          </a:rPr>
                          <m:t>𝐴</m:t>
                        </m:r>
                      </m:e>
                      <m:sub>
                        <m:r>
                          <a:rPr lang="vi-VN" sz="5400" i="1">
                            <a:latin typeface="Cambria Math" panose="02040503050406030204" pitchFamily="18" charset="0"/>
                          </a:rPr>
                          <m:t>4</m:t>
                        </m:r>
                      </m:sub>
                      <m:sup>
                        <m:r>
                          <a:rPr lang="vi-VN" sz="5400" i="1">
                            <a:latin typeface="Cambria Math" panose="02040503050406030204" pitchFamily="18" charset="0"/>
                          </a:rPr>
                          <m:t>2</m:t>
                        </m:r>
                      </m:sup>
                    </m:sSubSup>
                  </m:oMath>
                </a14:m>
                <a:r>
                  <a:rPr lang="vi-VN" sz="5400" dirty="0">
                    <a:latin typeface="Tomaho"/>
                  </a:rPr>
                  <a:t> (cách).</a:t>
                </a:r>
              </a:p>
              <a:p>
                <a:r>
                  <a:rPr lang="vi-VN" sz="5400" dirty="0">
                    <a:latin typeface="Tomaho"/>
                  </a:rPr>
                  <a:t>Áp dụng quy tắc nhân, số các số tự nhiên có ba chữ số khác nhau là: </a:t>
                </a:r>
              </a:p>
              <a:p>
                <a:pPr algn="ctr"/>
                <a14:m>
                  <m:oMath xmlns:m="http://schemas.openxmlformats.org/officeDocument/2006/math">
                    <m:r>
                      <a:rPr lang="vi-VN" sz="5400" b="1" i="1">
                        <a:latin typeface="Cambria Math" panose="02040503050406030204" pitchFamily="18" charset="0"/>
                      </a:rPr>
                      <m:t>𝟒</m:t>
                    </m:r>
                    <m:r>
                      <a:rPr lang="vi-VN" sz="5400" b="1" i="1">
                        <a:latin typeface="Cambria Math" panose="02040503050406030204" pitchFamily="18" charset="0"/>
                      </a:rPr>
                      <m:t>.</m:t>
                    </m:r>
                    <m:sSubSup>
                      <m:sSubSupPr>
                        <m:ctrlPr>
                          <a:rPr lang="vi-VN" sz="5400" b="1" i="1">
                            <a:latin typeface="Cambria Math" panose="02040503050406030204" pitchFamily="18" charset="0"/>
                          </a:rPr>
                        </m:ctrlPr>
                      </m:sSubSupPr>
                      <m:e>
                        <m:r>
                          <a:rPr lang="vi-VN" sz="5400" b="1" i="1">
                            <a:latin typeface="Cambria Math" panose="02040503050406030204" pitchFamily="18" charset="0"/>
                          </a:rPr>
                          <m:t>𝑨</m:t>
                        </m:r>
                      </m:e>
                      <m:sub>
                        <m:r>
                          <a:rPr lang="vi-VN" sz="5400" b="1" i="1">
                            <a:latin typeface="Cambria Math" panose="02040503050406030204" pitchFamily="18" charset="0"/>
                          </a:rPr>
                          <m:t>𝟒</m:t>
                        </m:r>
                      </m:sub>
                      <m:sup>
                        <m:r>
                          <a:rPr lang="vi-VN" sz="5400" b="1" i="1">
                            <a:latin typeface="Cambria Math" panose="02040503050406030204" pitchFamily="18" charset="0"/>
                          </a:rPr>
                          <m:t>𝟐</m:t>
                        </m:r>
                      </m:sup>
                    </m:sSubSup>
                    <m:r>
                      <a:rPr lang="vi-VN" sz="5400" b="1" i="1">
                        <a:latin typeface="Cambria Math" panose="02040503050406030204" pitchFamily="18" charset="0"/>
                      </a:rPr>
                      <m:t>=</m:t>
                    </m:r>
                    <m:r>
                      <a:rPr lang="vi-VN" sz="5400" b="1" i="1">
                        <a:latin typeface="Cambria Math" panose="02040503050406030204" pitchFamily="18" charset="0"/>
                      </a:rPr>
                      <m:t>𝟒𝟖</m:t>
                    </m:r>
                  </m:oMath>
                </a14:m>
                <a:r>
                  <a:rPr lang="vi-VN" sz="5400" b="1" dirty="0">
                    <a:latin typeface="Tomaho"/>
                  </a:rPr>
                  <a:t> (số).</a:t>
                </a:r>
              </a:p>
              <a:p>
                <a:pPr indent="57150">
                  <a:lnSpc>
                    <a:spcPct val="107000"/>
                  </a:lnSpc>
                  <a:spcAft>
                    <a:spcPts val="800"/>
                  </a:spcAft>
                </a:pPr>
                <a:endParaRPr lang="vi-VN" sz="5400" b="1" dirty="0">
                  <a:latin typeface="Tomaho"/>
                </a:endParaRPr>
              </a:p>
            </p:txBody>
          </p:sp>
        </mc:Choice>
        <mc:Fallback xmlns="">
          <p:sp>
            <p:nvSpPr>
              <p:cNvPr id="18" name="TextBox 17">
                <a:extLst>
                  <a:ext uri="{FF2B5EF4-FFF2-40B4-BE49-F238E27FC236}">
                    <a16:creationId xmlns:a16="http://schemas.microsoft.com/office/drawing/2014/main" id="{3B8DEED5-0836-46BB-A99A-D27F7A1AF711}"/>
                  </a:ext>
                </a:extLst>
              </p:cNvPr>
              <p:cNvSpPr txBox="1">
                <a:spLocks noRot="1" noChangeAspect="1" noMove="1" noResize="1" noEditPoints="1" noAdjustHandles="1" noChangeArrowheads="1" noChangeShapeType="1" noTextEdit="1"/>
              </p:cNvSpPr>
              <p:nvPr/>
            </p:nvSpPr>
            <p:spPr>
              <a:xfrm>
                <a:off x="838200" y="6096000"/>
                <a:ext cx="22936200" cy="6242478"/>
              </a:xfrm>
              <a:prstGeom prst="rect">
                <a:avLst/>
              </a:prstGeom>
              <a:blipFill>
                <a:blip r:embed="rId4"/>
                <a:stretch>
                  <a:fillRect l="-1435"/>
                </a:stretch>
              </a:blipFill>
            </p:spPr>
            <p:txBody>
              <a:bodyPr/>
              <a:lstStyle/>
              <a:p>
                <a:r>
                  <a:rPr lang="vi-VN">
                    <a:noFill/>
                  </a:rPr>
                  <a:t> </a:t>
                </a:r>
              </a:p>
            </p:txBody>
          </p:sp>
        </mc:Fallback>
      </mc:AlternateContent>
      <p:sp>
        <p:nvSpPr>
          <p:cNvPr id="50" name="Rounded Rectangle 4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4" name="TextBox 5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44518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amond(i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wipe(left)">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wipe(left)">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wipe(left)">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wipe(left)">
                                      <p:cBhvr>
                                        <p:cTn id="27" dur="500"/>
                                        <p:tgtEl>
                                          <p:spTgt spid="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xEl>
                                              <p:pRg st="5" end="5"/>
                                            </p:txEl>
                                          </p:spTgt>
                                        </p:tgtEl>
                                        <p:attrNameLst>
                                          <p:attrName>style.visibility</p:attrName>
                                        </p:attrNameLst>
                                      </p:cBhvr>
                                      <p:to>
                                        <p:strVal val="visible"/>
                                      </p:to>
                                    </p:set>
                                    <p:animEffect transition="in" filter="wipe(left)">
                                      <p:cBhvr>
                                        <p:cTn id="32" dur="500"/>
                                        <p:tgtEl>
                                          <p:spTgt spid="1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914400"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5</a:t>
            </a:r>
          </a:p>
        </p:txBody>
      </p:sp>
      <p:grpSp>
        <p:nvGrpSpPr>
          <p:cNvPr id="41" name="Group 40">
            <a:extLst>
              <a:ext uri="{FF2B5EF4-FFF2-40B4-BE49-F238E27FC236}">
                <a16:creationId xmlns:a16="http://schemas.microsoft.com/office/drawing/2014/main" id="{15956DCF-BE81-49BD-AEFD-E1B23CD9355B}"/>
              </a:ext>
            </a:extLst>
          </p:cNvPr>
          <p:cNvGrpSpPr/>
          <p:nvPr/>
        </p:nvGrpSpPr>
        <p:grpSpPr>
          <a:xfrm>
            <a:off x="304800" y="2133600"/>
            <a:ext cx="23665149" cy="2895603"/>
            <a:chOff x="304800" y="2971797"/>
            <a:chExt cx="23665149" cy="2895603"/>
          </a:xfrm>
        </p:grpSpPr>
        <mc:AlternateContent xmlns:mc="http://schemas.openxmlformats.org/markup-compatibility/2006" xmlns:a14="http://schemas.microsoft.com/office/drawing/2010/main">
          <mc:Choice Requires="a14">
            <p:sp>
              <p:nvSpPr>
                <p:cNvPr id="42" name="Rounded Rectangle 19">
                  <a:extLst>
                    <a:ext uri="{FF2B5EF4-FFF2-40B4-BE49-F238E27FC236}">
                      <a16:creationId xmlns:a16="http://schemas.microsoft.com/office/drawing/2014/main" id="{77A07A8C-0C66-46F5-9492-F3FF15272385}"/>
                    </a:ext>
                  </a:extLst>
                </p:cNvPr>
                <p:cNvSpPr/>
                <p:nvPr/>
              </p:nvSpPr>
              <p:spPr>
                <a:xfrm>
                  <a:off x="457200" y="3048000"/>
                  <a:ext cx="23512749" cy="281940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14400" indent="-914400">
                    <a:buAutoNum type="alphaLcParenR"/>
                  </a:pPr>
                  <a:r>
                    <a:rPr lang="vi-VN" sz="5000" dirty="0">
                      <a:solidFill>
                        <a:schemeClr val="tx1"/>
                      </a:solidFill>
                      <a:latin typeface="Tomaho"/>
                    </a:rPr>
                    <a:t>Có bao nhiêu cách chọn một tập hợp gồm hai số nguyên dương nhỏ hơn </a:t>
                  </a:r>
                  <a14:m>
                    <m:oMath xmlns:m="http://schemas.openxmlformats.org/officeDocument/2006/math">
                      <m:r>
                        <a:rPr lang="vi-VN" sz="5000" i="1">
                          <a:solidFill>
                            <a:schemeClr val="tx1"/>
                          </a:solidFill>
                          <a:latin typeface="Cambria Math" panose="02040503050406030204" pitchFamily="18" charset="0"/>
                        </a:rPr>
                        <m:t>100</m:t>
                      </m:r>
                    </m:oMath>
                  </a14:m>
                  <a:r>
                    <a:rPr lang="vi-VN" sz="5000" dirty="0">
                      <a:solidFill>
                        <a:schemeClr val="tx1"/>
                      </a:solidFill>
                      <a:latin typeface="Tomaho"/>
                    </a:rPr>
                    <a:t>? </a:t>
                  </a:r>
                </a:p>
                <a:p>
                  <a:pPr marL="914400" indent="-914400">
                    <a:buAutoNum type="alphaLcParenR"/>
                  </a:pPr>
                  <a:r>
                    <a:rPr lang="vi-VN" sz="5000" dirty="0">
                      <a:solidFill>
                        <a:schemeClr val="tx1"/>
                      </a:solidFill>
                      <a:latin typeface="Tomaho"/>
                    </a:rPr>
                    <a:t>Có bao nhiêu cách chọn một tập hợp gồm ba số nguyên dương nhỏ hơn </a:t>
                  </a:r>
                  <a14:m>
                    <m:oMath xmlns:m="http://schemas.openxmlformats.org/officeDocument/2006/math">
                      <m:r>
                        <a:rPr lang="vi-VN" sz="5000" i="1">
                          <a:solidFill>
                            <a:schemeClr val="tx1"/>
                          </a:solidFill>
                          <a:latin typeface="Cambria Math" panose="02040503050406030204" pitchFamily="18" charset="0"/>
                        </a:rPr>
                        <m:t>100</m:t>
                      </m:r>
                    </m:oMath>
                  </a14:m>
                  <a:r>
                    <a:rPr lang="vi-VN" sz="5000" dirty="0">
                      <a:solidFill>
                        <a:schemeClr val="tx1"/>
                      </a:solidFill>
                      <a:latin typeface="Tomaho"/>
                    </a:rPr>
                    <a:t>?</a:t>
                  </a:r>
                </a:p>
              </p:txBody>
            </p:sp>
          </mc:Choice>
          <mc:Fallback xmlns="">
            <p:sp>
              <p:nvSpPr>
                <p:cNvPr id="42" name="Rounded Rectangle 19">
                  <a:extLst>
                    <a:ext uri="{FF2B5EF4-FFF2-40B4-BE49-F238E27FC236}">
                      <a16:creationId xmlns:a16="http://schemas.microsoft.com/office/drawing/2014/main" id="{77A07A8C-0C66-46F5-9492-F3FF15272385}"/>
                    </a:ext>
                  </a:extLst>
                </p:cNvPr>
                <p:cNvSpPr>
                  <a:spLocks noRot="1" noChangeAspect="1" noMove="1" noResize="1" noEditPoints="1" noAdjustHandles="1" noChangeArrowheads="1" noChangeShapeType="1" noTextEdit="1"/>
                </p:cNvSpPr>
                <p:nvPr/>
              </p:nvSpPr>
              <p:spPr>
                <a:xfrm>
                  <a:off x="457200" y="3048000"/>
                  <a:ext cx="23512749" cy="2819400"/>
                </a:xfrm>
                <a:prstGeom prst="roundRect">
                  <a:avLst>
                    <a:gd name="adj" fmla="val 4496"/>
                  </a:avLst>
                </a:prstGeom>
                <a:blipFill>
                  <a:blip r:embed="rId3"/>
                  <a:stretch>
                    <a:fillRect l="-1088"/>
                  </a:stretch>
                </a:blipFill>
                <a:ln>
                  <a:solidFill>
                    <a:srgbClr val="999158"/>
                  </a:solidFill>
                </a:ln>
              </p:spPr>
              <p:txBody>
                <a:bodyPr/>
                <a:lstStyle/>
                <a:p>
                  <a:r>
                    <a:rPr lang="vi-VN">
                      <a:noFill/>
                    </a:rPr>
                    <a:t> </a:t>
                  </a:r>
                </a:p>
              </p:txBody>
            </p:sp>
          </mc:Fallback>
        </mc:AlternateContent>
        <p:grpSp>
          <p:nvGrpSpPr>
            <p:cNvPr id="43" name="Group 42">
              <a:extLst>
                <a:ext uri="{FF2B5EF4-FFF2-40B4-BE49-F238E27FC236}">
                  <a16:creationId xmlns:a16="http://schemas.microsoft.com/office/drawing/2014/main" id="{731AF5AF-AB66-43AD-977A-4DB2F036BF08}"/>
                </a:ext>
              </a:extLst>
            </p:cNvPr>
            <p:cNvGrpSpPr/>
            <p:nvPr/>
          </p:nvGrpSpPr>
          <p:grpSpPr>
            <a:xfrm>
              <a:off x="304800" y="2971797"/>
              <a:ext cx="3276233" cy="762003"/>
              <a:chOff x="22440" y="38103"/>
              <a:chExt cx="1056356" cy="212728"/>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38103"/>
                <a:ext cx="1056356" cy="190117"/>
                <a:chOff x="31572" y="34060"/>
                <a:chExt cx="1486312" cy="235281"/>
              </a:xfrm>
            </p:grpSpPr>
            <p:sp>
              <p:nvSpPr>
                <p:cNvPr id="46" name="Arrow: Pentagon 45">
                  <a:extLst>
                    <a:ext uri="{FF2B5EF4-FFF2-40B4-BE49-F238E27FC236}">
                      <a16:creationId xmlns:a16="http://schemas.microsoft.com/office/drawing/2014/main" id="{E4DD6093-8752-4E91-AA4A-F0A093044FF9}"/>
                    </a:ext>
                  </a:extLst>
                </p:cNvPr>
                <p:cNvSpPr/>
                <p:nvPr/>
              </p:nvSpPr>
              <p:spPr>
                <a:xfrm>
                  <a:off x="169849" y="34060"/>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59377"/>
                <a:ext cx="807002" cy="191454"/>
              </a:xfrm>
              <a:prstGeom prst="rect">
                <a:avLst/>
              </a:prstGeom>
              <a:noFill/>
            </p:spPr>
            <p:txBody>
              <a:bodyPr wrap="square" tIns="54000" bIns="0">
                <a:noAutofit/>
              </a:bodyPr>
              <a:lstStyle/>
              <a:p>
                <a:pPr algn="ctr">
                  <a:lnSpc>
                    <a:spcPct val="107000"/>
                  </a:lnSpc>
                  <a:spcAft>
                    <a:spcPts val="800"/>
                  </a:spcAft>
                </a:pPr>
                <a:r>
                  <a:rPr lang="vi-VN" sz="38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8.8</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13" name="Group 12">
            <a:extLst>
              <a:ext uri="{FF2B5EF4-FFF2-40B4-BE49-F238E27FC236}">
                <a16:creationId xmlns:a16="http://schemas.microsoft.com/office/drawing/2014/main" id="{028E2662-96C6-448E-B336-8219888BFA71}"/>
              </a:ext>
            </a:extLst>
          </p:cNvPr>
          <p:cNvGrpSpPr/>
          <p:nvPr/>
        </p:nvGrpSpPr>
        <p:grpSpPr>
          <a:xfrm>
            <a:off x="457200" y="5257800"/>
            <a:ext cx="23506006" cy="8229600"/>
            <a:chOff x="1222851" y="5331408"/>
            <a:chExt cx="23580257" cy="6211639"/>
          </a:xfrm>
        </p:grpSpPr>
        <p:sp>
          <p:nvSpPr>
            <p:cNvPr id="14" name="Rounded Rectangle 34">
              <a:extLst>
                <a:ext uri="{FF2B5EF4-FFF2-40B4-BE49-F238E27FC236}">
                  <a16:creationId xmlns:a16="http://schemas.microsoft.com/office/drawing/2014/main" id="{24FCA161-848A-4AC4-BB87-39B39A856683}"/>
                </a:ext>
              </a:extLst>
            </p:cNvPr>
            <p:cNvSpPr/>
            <p:nvPr/>
          </p:nvSpPr>
          <p:spPr>
            <a:xfrm>
              <a:off x="1261071" y="5565135"/>
              <a:ext cx="23542037" cy="597791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vi-VN" sz="4800" dirty="0">
                <a:solidFill>
                  <a:schemeClr val="tx1"/>
                </a:solidFill>
                <a:latin typeface="Tomaho"/>
              </a:endParaRPr>
            </a:p>
          </p:txBody>
        </p:sp>
        <p:grpSp>
          <p:nvGrpSpPr>
            <p:cNvPr id="15" name="Group 60">
              <a:extLst>
                <a:ext uri="{FF2B5EF4-FFF2-40B4-BE49-F238E27FC236}">
                  <a16:creationId xmlns:a16="http://schemas.microsoft.com/office/drawing/2014/main" id="{0A109C5E-BD68-44CF-AD93-3A6E066BC4E7}"/>
                </a:ext>
              </a:extLst>
            </p:cNvPr>
            <p:cNvGrpSpPr/>
            <p:nvPr/>
          </p:nvGrpSpPr>
          <p:grpSpPr>
            <a:xfrm>
              <a:off x="1222851" y="5331408"/>
              <a:ext cx="3305109" cy="841174"/>
              <a:chOff x="1224542" y="6305967"/>
              <a:chExt cx="3305491" cy="845462"/>
            </a:xfrm>
          </p:grpSpPr>
          <p:sp>
            <p:nvSpPr>
              <p:cNvPr id="16" name="Freeform 20">
                <a:extLst>
                  <a:ext uri="{FF2B5EF4-FFF2-40B4-BE49-F238E27FC236}">
                    <a16:creationId xmlns:a16="http://schemas.microsoft.com/office/drawing/2014/main" id="{2873FF6B-1BDD-4237-BD5F-2B0B61D2CE22}"/>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20" name="TextBox 19">
                <a:extLst>
                  <a:ext uri="{FF2B5EF4-FFF2-40B4-BE49-F238E27FC236}">
                    <a16:creationId xmlns:a16="http://schemas.microsoft.com/office/drawing/2014/main" id="{62657C36-9F38-452C-B978-14858C88399A}"/>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21" name="Round Diagonal Corner Rectangle 41">
                <a:extLst>
                  <a:ext uri="{FF2B5EF4-FFF2-40B4-BE49-F238E27FC236}">
                    <a16:creationId xmlns:a16="http://schemas.microsoft.com/office/drawing/2014/main" id="{C0D7F878-A4CF-48E4-BC61-DD3A7B0DD6BA}"/>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15">
                <a:extLst>
                  <a:ext uri="{FF2B5EF4-FFF2-40B4-BE49-F238E27FC236}">
                    <a16:creationId xmlns:a16="http://schemas.microsoft.com/office/drawing/2014/main" id="{1B5C825F-5B4B-4518-9562-74B89D26EEED}"/>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49D7C9B-703A-43B5-8049-83547EFA9E6D}"/>
                  </a:ext>
                </a:extLst>
              </p:cNvPr>
              <p:cNvSpPr txBox="1"/>
              <p:nvPr/>
            </p:nvSpPr>
            <p:spPr>
              <a:xfrm>
                <a:off x="685800" y="6324600"/>
                <a:ext cx="22936200" cy="6859442"/>
              </a:xfrm>
              <a:prstGeom prst="rect">
                <a:avLst/>
              </a:prstGeom>
              <a:noFill/>
            </p:spPr>
            <p:txBody>
              <a:bodyPr wrap="square" rtlCol="0">
                <a:spAutoFit/>
              </a:bodyPr>
              <a:lstStyle/>
              <a:p>
                <a:r>
                  <a:rPr lang="vi-VN" sz="5400" dirty="0">
                    <a:latin typeface="Tomaho"/>
                  </a:rPr>
                  <a:t>a) Gọi tập hợp cần tìm có dạng </a:t>
                </a:r>
                <a14:m>
                  <m:oMath xmlns:m="http://schemas.openxmlformats.org/officeDocument/2006/math">
                    <m:d>
                      <m:dPr>
                        <m:begChr m:val="{"/>
                        <m:endChr m:val="}"/>
                        <m:ctrlPr>
                          <a:rPr lang="vi-VN" sz="5400" i="1">
                            <a:latin typeface="Cambria Math" panose="02040503050406030204" pitchFamily="18" charset="0"/>
                          </a:rPr>
                        </m:ctrlPr>
                      </m:dPr>
                      <m:e>
                        <m:r>
                          <a:rPr lang="vi-VN" sz="5400" i="1">
                            <a:latin typeface="Cambria Math" panose="02040503050406030204" pitchFamily="18" charset="0"/>
                          </a:rPr>
                          <m:t>𝑎</m:t>
                        </m:r>
                        <m:r>
                          <a:rPr lang="vi-VN" sz="5400" i="1">
                            <a:latin typeface="Cambria Math" panose="02040503050406030204" pitchFamily="18" charset="0"/>
                          </a:rPr>
                          <m:t>;</m:t>
                        </m:r>
                        <m:r>
                          <a:rPr lang="vi-VN" sz="5400" i="1">
                            <a:latin typeface="Cambria Math" panose="02040503050406030204" pitchFamily="18" charset="0"/>
                          </a:rPr>
                          <m:t>𝑏</m:t>
                        </m:r>
                      </m:e>
                    </m:d>
                    <m:r>
                      <a:rPr lang="vi-VN" sz="5400" i="1">
                        <a:latin typeface="Cambria Math" panose="02040503050406030204" pitchFamily="18" charset="0"/>
                      </a:rPr>
                      <m:t>,0&lt;</m:t>
                    </m:r>
                    <m:r>
                      <a:rPr lang="vi-VN" sz="5400" i="1">
                        <a:latin typeface="Cambria Math" panose="02040503050406030204" pitchFamily="18" charset="0"/>
                      </a:rPr>
                      <m:t>𝑎</m:t>
                    </m:r>
                    <m:r>
                      <a:rPr lang="vi-VN" sz="5400" i="1">
                        <a:latin typeface="Cambria Math" panose="02040503050406030204" pitchFamily="18" charset="0"/>
                      </a:rPr>
                      <m:t>,</m:t>
                    </m:r>
                    <m:r>
                      <a:rPr lang="vi-VN" sz="5400" i="1">
                        <a:latin typeface="Cambria Math" panose="02040503050406030204" pitchFamily="18" charset="0"/>
                      </a:rPr>
                      <m:t>𝑏</m:t>
                    </m:r>
                    <m:r>
                      <a:rPr lang="vi-VN" sz="5400" i="1">
                        <a:latin typeface="Cambria Math" panose="02040503050406030204" pitchFamily="18" charset="0"/>
                      </a:rPr>
                      <m:t>&lt;100,</m:t>
                    </m:r>
                    <m:r>
                      <a:rPr lang="vi-VN" sz="5400" i="1">
                        <a:latin typeface="Cambria Math" panose="02040503050406030204" pitchFamily="18" charset="0"/>
                      </a:rPr>
                      <m:t>𝑎</m:t>
                    </m:r>
                    <m:r>
                      <a:rPr lang="vi-VN" sz="5400" i="1">
                        <a:latin typeface="Cambria Math" panose="02040503050406030204" pitchFamily="18" charset="0"/>
                      </a:rPr>
                      <m:t>,</m:t>
                    </m:r>
                    <m:r>
                      <a:rPr lang="vi-VN" sz="5400" i="1">
                        <a:latin typeface="Cambria Math" panose="02040503050406030204" pitchFamily="18" charset="0"/>
                      </a:rPr>
                      <m:t>𝑏</m:t>
                    </m:r>
                    <m:r>
                      <a:rPr lang="vi-VN" sz="5400" i="1">
                        <a:latin typeface="Cambria Math" panose="02040503050406030204" pitchFamily="18" charset="0"/>
                      </a:rPr>
                      <m:t>∈</m:t>
                    </m:r>
                    <m:r>
                      <a:rPr lang="vi-VN" sz="5400" i="1">
                        <a:latin typeface="Cambria Math" panose="02040503050406030204" pitchFamily="18" charset="0"/>
                      </a:rPr>
                      <m:t>ℤ</m:t>
                    </m:r>
                  </m:oMath>
                </a14:m>
                <a:r>
                  <a:rPr lang="vi-VN" sz="5400" dirty="0">
                    <a:latin typeface="Tomaho"/>
                  </a:rPr>
                  <a:t>.</a:t>
                </a:r>
              </a:p>
              <a:p>
                <a:r>
                  <a:rPr lang="vi-VN" sz="5400" dirty="0">
                    <a:latin typeface="Tomaho"/>
                  </a:rPr>
                  <a:t>Mỗi tập hợp là một tổ hợp chập </a:t>
                </a:r>
                <a14:m>
                  <m:oMath xmlns:m="http://schemas.openxmlformats.org/officeDocument/2006/math">
                    <m:r>
                      <a:rPr lang="vi-VN" sz="5400" i="1">
                        <a:latin typeface="Cambria Math" panose="02040503050406030204" pitchFamily="18" charset="0"/>
                      </a:rPr>
                      <m:t>2</m:t>
                    </m:r>
                  </m:oMath>
                </a14:m>
                <a:r>
                  <a:rPr lang="vi-VN" sz="5400" dirty="0">
                    <a:latin typeface="Tomaho"/>
                  </a:rPr>
                  <a:t> của </a:t>
                </a:r>
                <a14:m>
                  <m:oMath xmlns:m="http://schemas.openxmlformats.org/officeDocument/2006/math">
                    <m:r>
                      <a:rPr lang="vi-VN" sz="5400" i="1">
                        <a:latin typeface="Cambria Math" panose="02040503050406030204" pitchFamily="18" charset="0"/>
                      </a:rPr>
                      <m:t>99</m:t>
                    </m:r>
                  </m:oMath>
                </a14:m>
                <a:r>
                  <a:rPr lang="vi-VN" sz="5400" dirty="0">
                    <a:latin typeface="Tomaho"/>
                  </a:rPr>
                  <a:t>.</a:t>
                </a:r>
              </a:p>
              <a:p>
                <a:r>
                  <a:rPr lang="vi-VN" sz="5400" dirty="0">
                    <a:latin typeface="Tomaho"/>
                  </a:rPr>
                  <a:t>Vậy số cách chọn một tập hợp gồm hai số nguyên dương nhỏ hơn </a:t>
                </a:r>
                <a14:m>
                  <m:oMath xmlns:m="http://schemas.openxmlformats.org/officeDocument/2006/math">
                    <m:r>
                      <a:rPr lang="vi-VN" sz="5400" i="1">
                        <a:latin typeface="Cambria Math" panose="02040503050406030204" pitchFamily="18" charset="0"/>
                      </a:rPr>
                      <m:t>100</m:t>
                    </m:r>
                  </m:oMath>
                </a14:m>
                <a:r>
                  <a:rPr lang="vi-VN" sz="5400" dirty="0">
                    <a:latin typeface="Tomaho"/>
                  </a:rPr>
                  <a:t> là: </a:t>
                </a:r>
              </a:p>
              <a:p>
                <a:pPr algn="ctr"/>
                <a14:m>
                  <m:oMath xmlns:m="http://schemas.openxmlformats.org/officeDocument/2006/math">
                    <m:sSubSup>
                      <m:sSubSupPr>
                        <m:ctrlPr>
                          <a:rPr lang="vi-VN" sz="5400" b="1" i="1">
                            <a:latin typeface="Cambria Math" panose="02040503050406030204" pitchFamily="18" charset="0"/>
                          </a:rPr>
                        </m:ctrlPr>
                      </m:sSubSupPr>
                      <m:e>
                        <m:r>
                          <a:rPr lang="vi-VN" sz="5400" b="1" i="1">
                            <a:latin typeface="Cambria Math" panose="02040503050406030204" pitchFamily="18" charset="0"/>
                          </a:rPr>
                          <m:t>𝑪</m:t>
                        </m:r>
                      </m:e>
                      <m:sub>
                        <m:r>
                          <a:rPr lang="vi-VN" sz="5400" b="1" i="1">
                            <a:latin typeface="Cambria Math" panose="02040503050406030204" pitchFamily="18" charset="0"/>
                          </a:rPr>
                          <m:t>𝟗𝟗</m:t>
                        </m:r>
                      </m:sub>
                      <m:sup>
                        <m:r>
                          <a:rPr lang="vi-VN" sz="5400" b="1" i="1">
                            <a:latin typeface="Cambria Math" panose="02040503050406030204" pitchFamily="18" charset="0"/>
                          </a:rPr>
                          <m:t>𝟐</m:t>
                        </m:r>
                      </m:sup>
                    </m:sSubSup>
                    <m:r>
                      <a:rPr lang="vi-VN" sz="5400" b="1" i="1">
                        <a:latin typeface="Cambria Math" panose="02040503050406030204" pitchFamily="18" charset="0"/>
                      </a:rPr>
                      <m:t>=</m:t>
                    </m:r>
                    <m:r>
                      <a:rPr lang="vi-VN" sz="5400" b="1" i="1">
                        <a:latin typeface="Cambria Math" panose="02040503050406030204" pitchFamily="18" charset="0"/>
                      </a:rPr>
                      <m:t>𝟒𝟖𝟓𝟏</m:t>
                    </m:r>
                  </m:oMath>
                </a14:m>
                <a:r>
                  <a:rPr lang="vi-VN" sz="5400" b="1" dirty="0">
                    <a:latin typeface="Tomaho"/>
                  </a:rPr>
                  <a:t> </a:t>
                </a:r>
                <a:r>
                  <a:rPr lang="vi-VN" sz="5400" dirty="0">
                    <a:latin typeface="Tomaho"/>
                  </a:rPr>
                  <a:t>(cách).</a:t>
                </a:r>
              </a:p>
              <a:p>
                <a:r>
                  <a:rPr lang="vi-VN" sz="5400" dirty="0">
                    <a:latin typeface="Tomaho"/>
                  </a:rPr>
                  <a:t>b) Gọi tập hợp cần tìm có dạng </a:t>
                </a:r>
                <a14:m>
                  <m:oMath xmlns:m="http://schemas.openxmlformats.org/officeDocument/2006/math">
                    <m:d>
                      <m:dPr>
                        <m:begChr m:val="{"/>
                        <m:endChr m:val="}"/>
                        <m:ctrlPr>
                          <a:rPr lang="vi-VN" sz="5400" i="1">
                            <a:latin typeface="Cambria Math" panose="02040503050406030204" pitchFamily="18" charset="0"/>
                          </a:rPr>
                        </m:ctrlPr>
                      </m:dPr>
                      <m:e>
                        <m:r>
                          <a:rPr lang="vi-VN" sz="5400" i="1">
                            <a:latin typeface="Cambria Math" panose="02040503050406030204" pitchFamily="18" charset="0"/>
                          </a:rPr>
                          <m:t>𝑎</m:t>
                        </m:r>
                        <m:r>
                          <a:rPr lang="vi-VN" sz="5400" i="1">
                            <a:latin typeface="Cambria Math" panose="02040503050406030204" pitchFamily="18" charset="0"/>
                          </a:rPr>
                          <m:t>;</m:t>
                        </m:r>
                        <m:r>
                          <a:rPr lang="vi-VN" sz="5400" i="1">
                            <a:latin typeface="Cambria Math" panose="02040503050406030204" pitchFamily="18" charset="0"/>
                          </a:rPr>
                          <m:t>𝑏</m:t>
                        </m:r>
                        <m:r>
                          <a:rPr lang="vi-VN" sz="5400" i="1">
                            <a:latin typeface="Cambria Math" panose="02040503050406030204" pitchFamily="18" charset="0"/>
                          </a:rPr>
                          <m:t>;</m:t>
                        </m:r>
                        <m:r>
                          <a:rPr lang="vi-VN" sz="5400" i="1">
                            <a:latin typeface="Cambria Math" panose="02040503050406030204" pitchFamily="18" charset="0"/>
                          </a:rPr>
                          <m:t>𝑐</m:t>
                        </m:r>
                      </m:e>
                    </m:d>
                    <m:r>
                      <a:rPr lang="vi-VN" sz="5400" i="1">
                        <a:latin typeface="Cambria Math" panose="02040503050406030204" pitchFamily="18" charset="0"/>
                      </a:rPr>
                      <m:t>,0&lt;</m:t>
                    </m:r>
                    <m:r>
                      <a:rPr lang="vi-VN" sz="5400" i="1">
                        <a:latin typeface="Cambria Math" panose="02040503050406030204" pitchFamily="18" charset="0"/>
                      </a:rPr>
                      <m:t>𝑎</m:t>
                    </m:r>
                    <m:r>
                      <a:rPr lang="vi-VN" sz="5400" i="1">
                        <a:latin typeface="Cambria Math" panose="02040503050406030204" pitchFamily="18" charset="0"/>
                      </a:rPr>
                      <m:t>,</m:t>
                    </m:r>
                    <m:r>
                      <a:rPr lang="vi-VN" sz="5400" i="1">
                        <a:latin typeface="Cambria Math" panose="02040503050406030204" pitchFamily="18" charset="0"/>
                      </a:rPr>
                      <m:t>𝑏</m:t>
                    </m:r>
                    <m:r>
                      <a:rPr lang="vi-VN" sz="5400" i="1">
                        <a:latin typeface="Cambria Math" panose="02040503050406030204" pitchFamily="18" charset="0"/>
                      </a:rPr>
                      <m:t>,</m:t>
                    </m:r>
                    <m:r>
                      <a:rPr lang="vi-VN" sz="5400" i="1">
                        <a:latin typeface="Cambria Math" panose="02040503050406030204" pitchFamily="18" charset="0"/>
                      </a:rPr>
                      <m:t>𝑐</m:t>
                    </m:r>
                    <m:r>
                      <a:rPr lang="vi-VN" sz="5400" i="1">
                        <a:latin typeface="Cambria Math" panose="02040503050406030204" pitchFamily="18" charset="0"/>
                      </a:rPr>
                      <m:t>&lt;100,</m:t>
                    </m:r>
                    <m:r>
                      <a:rPr lang="vi-VN" sz="5400" i="1">
                        <a:latin typeface="Cambria Math" panose="02040503050406030204" pitchFamily="18" charset="0"/>
                      </a:rPr>
                      <m:t>𝑎</m:t>
                    </m:r>
                    <m:r>
                      <a:rPr lang="vi-VN" sz="5400" i="1">
                        <a:latin typeface="Cambria Math" panose="02040503050406030204" pitchFamily="18" charset="0"/>
                      </a:rPr>
                      <m:t>,</m:t>
                    </m:r>
                    <m:r>
                      <a:rPr lang="vi-VN" sz="5400" i="1">
                        <a:latin typeface="Cambria Math" panose="02040503050406030204" pitchFamily="18" charset="0"/>
                      </a:rPr>
                      <m:t>𝑏</m:t>
                    </m:r>
                    <m:r>
                      <a:rPr lang="vi-VN" sz="5400" i="1">
                        <a:latin typeface="Cambria Math" panose="02040503050406030204" pitchFamily="18" charset="0"/>
                      </a:rPr>
                      <m:t>,</m:t>
                    </m:r>
                    <m:r>
                      <a:rPr lang="vi-VN" sz="5400" i="1">
                        <a:latin typeface="Cambria Math" panose="02040503050406030204" pitchFamily="18" charset="0"/>
                      </a:rPr>
                      <m:t>𝑐</m:t>
                    </m:r>
                    <m:r>
                      <a:rPr lang="vi-VN" sz="5400" i="1">
                        <a:latin typeface="Cambria Math" panose="02040503050406030204" pitchFamily="18" charset="0"/>
                      </a:rPr>
                      <m:t>∈</m:t>
                    </m:r>
                    <m:r>
                      <a:rPr lang="vi-VN" sz="5400" i="1">
                        <a:latin typeface="Cambria Math" panose="02040503050406030204" pitchFamily="18" charset="0"/>
                      </a:rPr>
                      <m:t>ℤ</m:t>
                    </m:r>
                  </m:oMath>
                </a14:m>
                <a:r>
                  <a:rPr lang="vi-VN" sz="5400" dirty="0">
                    <a:latin typeface="Tomaho"/>
                  </a:rPr>
                  <a:t>.</a:t>
                </a:r>
              </a:p>
              <a:p>
                <a:r>
                  <a:rPr lang="vi-VN" sz="5400" dirty="0">
                    <a:latin typeface="Tomaho"/>
                  </a:rPr>
                  <a:t>Mỗi tập hợp là một tổ hợp chập </a:t>
                </a:r>
                <a14:m>
                  <m:oMath xmlns:m="http://schemas.openxmlformats.org/officeDocument/2006/math">
                    <m:r>
                      <a:rPr lang="vi-VN" sz="5400" i="1">
                        <a:latin typeface="Cambria Math" panose="02040503050406030204" pitchFamily="18" charset="0"/>
                      </a:rPr>
                      <m:t>3</m:t>
                    </m:r>
                  </m:oMath>
                </a14:m>
                <a:r>
                  <a:rPr lang="vi-VN" sz="5400" dirty="0">
                    <a:latin typeface="Tomaho"/>
                  </a:rPr>
                  <a:t> của </a:t>
                </a:r>
                <a14:m>
                  <m:oMath xmlns:m="http://schemas.openxmlformats.org/officeDocument/2006/math">
                    <m:r>
                      <a:rPr lang="vi-VN" sz="5400" i="1">
                        <a:latin typeface="Cambria Math" panose="02040503050406030204" pitchFamily="18" charset="0"/>
                      </a:rPr>
                      <m:t>99</m:t>
                    </m:r>
                  </m:oMath>
                </a14:m>
                <a:r>
                  <a:rPr lang="vi-VN" sz="5400" dirty="0">
                    <a:latin typeface="Tomaho"/>
                  </a:rPr>
                  <a:t>.</a:t>
                </a:r>
              </a:p>
              <a:p>
                <a:r>
                  <a:rPr lang="vi-VN" sz="5400" dirty="0">
                    <a:latin typeface="Tomaho"/>
                  </a:rPr>
                  <a:t>Vậy số cách chọn một tập hợp gồm ba số nguyên dương nhỏ hơn </a:t>
                </a:r>
                <a14:m>
                  <m:oMath xmlns:m="http://schemas.openxmlformats.org/officeDocument/2006/math">
                    <m:r>
                      <a:rPr lang="vi-VN" sz="5400" i="1">
                        <a:latin typeface="Cambria Math" panose="02040503050406030204" pitchFamily="18" charset="0"/>
                      </a:rPr>
                      <m:t>100</m:t>
                    </m:r>
                  </m:oMath>
                </a14:m>
                <a:r>
                  <a:rPr lang="vi-VN" sz="5400" dirty="0">
                    <a:latin typeface="Tomaho"/>
                  </a:rPr>
                  <a:t> là:</a:t>
                </a:r>
              </a:p>
              <a:p>
                <a:pPr algn="ctr"/>
                <a:r>
                  <a:rPr lang="vi-VN" sz="5400" b="1" dirty="0">
                    <a:latin typeface="Tomaho"/>
                  </a:rPr>
                  <a:t> </a:t>
                </a:r>
                <a14:m>
                  <m:oMath xmlns:m="http://schemas.openxmlformats.org/officeDocument/2006/math">
                    <m:sSubSup>
                      <m:sSubSupPr>
                        <m:ctrlPr>
                          <a:rPr lang="vi-VN" sz="5400" b="1" i="1">
                            <a:latin typeface="Cambria Math" panose="02040503050406030204" pitchFamily="18" charset="0"/>
                          </a:rPr>
                        </m:ctrlPr>
                      </m:sSubSupPr>
                      <m:e>
                        <m:r>
                          <a:rPr lang="vi-VN" sz="5400" b="1" i="1">
                            <a:latin typeface="Cambria Math" panose="02040503050406030204" pitchFamily="18" charset="0"/>
                          </a:rPr>
                          <m:t>𝑪</m:t>
                        </m:r>
                      </m:e>
                      <m:sub>
                        <m:r>
                          <a:rPr lang="vi-VN" sz="5400" b="1" i="1">
                            <a:latin typeface="Cambria Math" panose="02040503050406030204" pitchFamily="18" charset="0"/>
                          </a:rPr>
                          <m:t>𝟗𝟗</m:t>
                        </m:r>
                      </m:sub>
                      <m:sup>
                        <m:r>
                          <a:rPr lang="vi-VN" sz="5400" b="1" i="1">
                            <a:latin typeface="Cambria Math" panose="02040503050406030204" pitchFamily="18" charset="0"/>
                          </a:rPr>
                          <m:t>𝟑</m:t>
                        </m:r>
                      </m:sup>
                    </m:sSubSup>
                    <m:r>
                      <a:rPr lang="vi-VN" sz="5400" b="1" i="1">
                        <a:latin typeface="Cambria Math" panose="02040503050406030204" pitchFamily="18" charset="0"/>
                      </a:rPr>
                      <m:t>=</m:t>
                    </m:r>
                    <m:r>
                      <a:rPr lang="vi-VN" sz="5400" b="1" i="1">
                        <a:latin typeface="Cambria Math" panose="02040503050406030204" pitchFamily="18" charset="0"/>
                      </a:rPr>
                      <m:t>𝟏𝟓𝟔𝟖𝟒𝟗</m:t>
                    </m:r>
                  </m:oMath>
                </a14:m>
                <a:r>
                  <a:rPr lang="vi-VN" sz="5400" b="1" dirty="0">
                    <a:latin typeface="Tomaho"/>
                  </a:rPr>
                  <a:t> </a:t>
                </a:r>
                <a:r>
                  <a:rPr lang="vi-VN" sz="5400" dirty="0">
                    <a:latin typeface="Tomaho"/>
                  </a:rPr>
                  <a:t>(cách).</a:t>
                </a:r>
              </a:p>
            </p:txBody>
          </p:sp>
        </mc:Choice>
        <mc:Fallback xmlns="">
          <p:sp>
            <p:nvSpPr>
              <p:cNvPr id="18" name="TextBox 17">
                <a:extLst>
                  <a:ext uri="{FF2B5EF4-FFF2-40B4-BE49-F238E27FC236}">
                    <a16:creationId xmlns:a16="http://schemas.microsoft.com/office/drawing/2014/main" id="{F49D7C9B-703A-43B5-8049-83547EFA9E6D}"/>
                  </a:ext>
                </a:extLst>
              </p:cNvPr>
              <p:cNvSpPr txBox="1">
                <a:spLocks noRot="1" noChangeAspect="1" noMove="1" noResize="1" noEditPoints="1" noAdjustHandles="1" noChangeArrowheads="1" noChangeShapeType="1" noTextEdit="1"/>
              </p:cNvSpPr>
              <p:nvPr/>
            </p:nvSpPr>
            <p:spPr>
              <a:xfrm>
                <a:off x="685800" y="6324600"/>
                <a:ext cx="22936200" cy="6859442"/>
              </a:xfrm>
              <a:prstGeom prst="rect">
                <a:avLst/>
              </a:prstGeom>
              <a:blipFill>
                <a:blip r:embed="rId4"/>
                <a:stretch>
                  <a:fillRect l="-1435" t="-2400" b="-4444"/>
                </a:stretch>
              </a:blipFill>
            </p:spPr>
            <p:txBody>
              <a:bodyPr/>
              <a:lstStyle/>
              <a:p>
                <a:r>
                  <a:rPr lang="vi-VN">
                    <a:noFill/>
                  </a:rPr>
                  <a:t> </a:t>
                </a:r>
              </a:p>
            </p:txBody>
          </p:sp>
        </mc:Fallback>
      </mc:AlternateContent>
      <p:sp>
        <p:nvSpPr>
          <p:cNvPr id="50" name="Rounded Rectangle 4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4" name="TextBox 5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6117967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amond(in)">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wipe(left)">
                                      <p:cBhvr>
                                        <p:cTn id="12" dur="500"/>
                                        <p:tgtEl>
                                          <p:spTgt spid="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animEffect transition="in" filter="wipe(left)">
                                      <p:cBhvr>
                                        <p:cTn id="17" dur="500"/>
                                        <p:tgtEl>
                                          <p:spTgt spid="1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xEl>
                                              <p:pRg st="2" end="2"/>
                                            </p:txEl>
                                          </p:spTgt>
                                        </p:tgtEl>
                                        <p:attrNameLst>
                                          <p:attrName>style.visibility</p:attrName>
                                        </p:attrNameLst>
                                      </p:cBhvr>
                                      <p:to>
                                        <p:strVal val="visible"/>
                                      </p:to>
                                    </p:set>
                                    <p:animEffect transition="in" filter="wipe(left)">
                                      <p:cBhvr>
                                        <p:cTn id="22" dur="500"/>
                                        <p:tgtEl>
                                          <p:spTgt spid="1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xEl>
                                              <p:pRg st="3" end="3"/>
                                            </p:txEl>
                                          </p:spTgt>
                                        </p:tgtEl>
                                        <p:attrNameLst>
                                          <p:attrName>style.visibility</p:attrName>
                                        </p:attrNameLst>
                                      </p:cBhvr>
                                      <p:to>
                                        <p:strVal val="visible"/>
                                      </p:to>
                                    </p:set>
                                    <p:animEffect transition="in" filter="wipe(left)">
                                      <p:cBhvr>
                                        <p:cTn id="27" dur="500"/>
                                        <p:tgtEl>
                                          <p:spTgt spid="1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xEl>
                                              <p:pRg st="4" end="4"/>
                                            </p:txEl>
                                          </p:spTgt>
                                        </p:tgtEl>
                                        <p:attrNameLst>
                                          <p:attrName>style.visibility</p:attrName>
                                        </p:attrNameLst>
                                      </p:cBhvr>
                                      <p:to>
                                        <p:strVal val="visible"/>
                                      </p:to>
                                    </p:set>
                                    <p:animEffect transition="in" filter="wipe(left)">
                                      <p:cBhvr>
                                        <p:cTn id="32" dur="500"/>
                                        <p:tgtEl>
                                          <p:spTgt spid="1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xEl>
                                              <p:pRg st="5" end="5"/>
                                            </p:txEl>
                                          </p:spTgt>
                                        </p:tgtEl>
                                        <p:attrNameLst>
                                          <p:attrName>style.visibility</p:attrName>
                                        </p:attrNameLst>
                                      </p:cBhvr>
                                      <p:to>
                                        <p:strVal val="visible"/>
                                      </p:to>
                                    </p:set>
                                    <p:animEffect transition="in" filter="wipe(left)">
                                      <p:cBhvr>
                                        <p:cTn id="37" dur="500"/>
                                        <p:tgtEl>
                                          <p:spTgt spid="18">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8">
                                            <p:txEl>
                                              <p:pRg st="6" end="6"/>
                                            </p:txEl>
                                          </p:spTgt>
                                        </p:tgtEl>
                                        <p:attrNameLst>
                                          <p:attrName>style.visibility</p:attrName>
                                        </p:attrNameLst>
                                      </p:cBhvr>
                                      <p:to>
                                        <p:strVal val="visible"/>
                                      </p:to>
                                    </p:set>
                                    <p:animEffect transition="in" filter="wipe(left)">
                                      <p:cBhvr>
                                        <p:cTn id="42" dur="500"/>
                                        <p:tgtEl>
                                          <p:spTgt spid="18">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8">
                                            <p:txEl>
                                              <p:pRg st="7" end="7"/>
                                            </p:txEl>
                                          </p:spTgt>
                                        </p:tgtEl>
                                        <p:attrNameLst>
                                          <p:attrName>style.visibility</p:attrName>
                                        </p:attrNameLst>
                                      </p:cBhvr>
                                      <p:to>
                                        <p:strVal val="visible"/>
                                      </p:to>
                                    </p:set>
                                    <p:animEffect transition="in" filter="wipe(left)">
                                      <p:cBhvr>
                                        <p:cTn id="47" dur="500"/>
                                        <p:tgtEl>
                                          <p:spTgt spid="1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914400"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5</a:t>
            </a:r>
          </a:p>
        </p:txBody>
      </p:sp>
      <p:grpSp>
        <p:nvGrpSpPr>
          <p:cNvPr id="41" name="Group 40">
            <a:extLst>
              <a:ext uri="{FF2B5EF4-FFF2-40B4-BE49-F238E27FC236}">
                <a16:creationId xmlns:a16="http://schemas.microsoft.com/office/drawing/2014/main" id="{15956DCF-BE81-49BD-AEFD-E1B23CD9355B}"/>
              </a:ext>
            </a:extLst>
          </p:cNvPr>
          <p:cNvGrpSpPr/>
          <p:nvPr/>
        </p:nvGrpSpPr>
        <p:grpSpPr>
          <a:xfrm>
            <a:off x="304800" y="2133600"/>
            <a:ext cx="23665149" cy="2895603"/>
            <a:chOff x="304800" y="2971797"/>
            <a:chExt cx="23665149" cy="2895603"/>
          </a:xfrm>
        </p:grpSpPr>
        <mc:AlternateContent xmlns:mc="http://schemas.openxmlformats.org/markup-compatibility/2006" xmlns:a14="http://schemas.microsoft.com/office/drawing/2010/main">
          <mc:Choice Requires="a14">
            <p:sp>
              <p:nvSpPr>
                <p:cNvPr id="42" name="Rounded Rectangle 19">
                  <a:extLst>
                    <a:ext uri="{FF2B5EF4-FFF2-40B4-BE49-F238E27FC236}">
                      <a16:creationId xmlns:a16="http://schemas.microsoft.com/office/drawing/2014/main" id="{77A07A8C-0C66-46F5-9492-F3FF15272385}"/>
                    </a:ext>
                  </a:extLst>
                </p:cNvPr>
                <p:cNvSpPr/>
                <p:nvPr/>
              </p:nvSpPr>
              <p:spPr>
                <a:xfrm>
                  <a:off x="457200" y="3048000"/>
                  <a:ext cx="23512749" cy="281940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5000" dirty="0">
                      <a:solidFill>
                        <a:schemeClr val="tx1"/>
                      </a:solidFill>
                      <a:latin typeface="Tomaho"/>
                    </a:rPr>
                    <a:t>Bạn Hà có </a:t>
                  </a:r>
                  <a14:m>
                    <m:oMath xmlns:m="http://schemas.openxmlformats.org/officeDocument/2006/math">
                      <m:r>
                        <a:rPr lang="vi-VN" sz="5000" i="1">
                          <a:solidFill>
                            <a:schemeClr val="tx1"/>
                          </a:solidFill>
                          <a:latin typeface="Cambria Math" panose="02040503050406030204" pitchFamily="18" charset="0"/>
                        </a:rPr>
                        <m:t>5</m:t>
                      </m:r>
                    </m:oMath>
                  </a14:m>
                  <a:r>
                    <a:rPr lang="vi-VN" sz="5000" dirty="0">
                      <a:solidFill>
                        <a:schemeClr val="tx1"/>
                      </a:solidFill>
                      <a:latin typeface="Tomaho"/>
                    </a:rPr>
                    <a:t> viên bi xanh và </a:t>
                  </a:r>
                  <a14:m>
                    <m:oMath xmlns:m="http://schemas.openxmlformats.org/officeDocument/2006/math">
                      <m:r>
                        <a:rPr lang="vi-VN" sz="5000" i="1">
                          <a:solidFill>
                            <a:schemeClr val="tx1"/>
                          </a:solidFill>
                          <a:latin typeface="Cambria Math" panose="02040503050406030204" pitchFamily="18" charset="0"/>
                        </a:rPr>
                        <m:t>7</m:t>
                      </m:r>
                    </m:oMath>
                  </a14:m>
                  <a:r>
                    <a:rPr lang="vi-VN" sz="5000" dirty="0">
                      <a:solidFill>
                        <a:schemeClr val="tx1"/>
                      </a:solidFill>
                      <a:latin typeface="Tomaho"/>
                    </a:rPr>
                    <a:t> viên bi đỏ. Có bao nhiêu cách để Hà chọn ra đúng </a:t>
                  </a:r>
                  <a14:m>
                    <m:oMath xmlns:m="http://schemas.openxmlformats.org/officeDocument/2006/math">
                      <m:r>
                        <a:rPr lang="vi-VN" sz="5000" i="1">
                          <a:solidFill>
                            <a:schemeClr val="tx1"/>
                          </a:solidFill>
                          <a:latin typeface="Cambria Math" panose="02040503050406030204" pitchFamily="18" charset="0"/>
                        </a:rPr>
                        <m:t>2</m:t>
                      </m:r>
                    </m:oMath>
                  </a14:m>
                  <a:r>
                    <a:rPr lang="vi-VN" sz="5000" dirty="0">
                      <a:solidFill>
                        <a:schemeClr val="tx1"/>
                      </a:solidFill>
                      <a:latin typeface="Tomaho"/>
                    </a:rPr>
                    <a:t> viên bi khác màu?</a:t>
                  </a:r>
                </a:p>
              </p:txBody>
            </p:sp>
          </mc:Choice>
          <mc:Fallback xmlns="">
            <p:sp>
              <p:nvSpPr>
                <p:cNvPr id="42" name="Rounded Rectangle 19">
                  <a:extLst>
                    <a:ext uri="{FF2B5EF4-FFF2-40B4-BE49-F238E27FC236}">
                      <a16:creationId xmlns:a16="http://schemas.microsoft.com/office/drawing/2014/main" id="{77A07A8C-0C66-46F5-9492-F3FF15272385}"/>
                    </a:ext>
                  </a:extLst>
                </p:cNvPr>
                <p:cNvSpPr>
                  <a:spLocks noRot="1" noChangeAspect="1" noMove="1" noResize="1" noEditPoints="1" noAdjustHandles="1" noChangeArrowheads="1" noChangeShapeType="1" noTextEdit="1"/>
                </p:cNvSpPr>
                <p:nvPr/>
              </p:nvSpPr>
              <p:spPr>
                <a:xfrm>
                  <a:off x="457200" y="3048000"/>
                  <a:ext cx="23512749" cy="2819400"/>
                </a:xfrm>
                <a:prstGeom prst="roundRect">
                  <a:avLst>
                    <a:gd name="adj" fmla="val 4496"/>
                  </a:avLst>
                </a:prstGeom>
                <a:blipFill>
                  <a:blip r:embed="rId3"/>
                  <a:stretch>
                    <a:fillRect l="-1062"/>
                  </a:stretch>
                </a:blipFill>
                <a:ln>
                  <a:solidFill>
                    <a:srgbClr val="999158"/>
                  </a:solidFill>
                </a:ln>
              </p:spPr>
              <p:txBody>
                <a:bodyPr/>
                <a:lstStyle/>
                <a:p>
                  <a:r>
                    <a:rPr lang="vi-VN">
                      <a:noFill/>
                    </a:rPr>
                    <a:t> </a:t>
                  </a:r>
                </a:p>
              </p:txBody>
            </p:sp>
          </mc:Fallback>
        </mc:AlternateContent>
        <p:grpSp>
          <p:nvGrpSpPr>
            <p:cNvPr id="43" name="Group 42">
              <a:extLst>
                <a:ext uri="{FF2B5EF4-FFF2-40B4-BE49-F238E27FC236}">
                  <a16:creationId xmlns:a16="http://schemas.microsoft.com/office/drawing/2014/main" id="{731AF5AF-AB66-43AD-977A-4DB2F036BF08}"/>
                </a:ext>
              </a:extLst>
            </p:cNvPr>
            <p:cNvGrpSpPr/>
            <p:nvPr/>
          </p:nvGrpSpPr>
          <p:grpSpPr>
            <a:xfrm>
              <a:off x="304800" y="2971797"/>
              <a:ext cx="3276233" cy="762003"/>
              <a:chOff x="22440" y="38103"/>
              <a:chExt cx="1056356" cy="212728"/>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38103"/>
                <a:ext cx="1056356" cy="190117"/>
                <a:chOff x="31572" y="34060"/>
                <a:chExt cx="1486312" cy="235281"/>
              </a:xfrm>
            </p:grpSpPr>
            <p:sp>
              <p:nvSpPr>
                <p:cNvPr id="46" name="Arrow: Pentagon 45">
                  <a:extLst>
                    <a:ext uri="{FF2B5EF4-FFF2-40B4-BE49-F238E27FC236}">
                      <a16:creationId xmlns:a16="http://schemas.microsoft.com/office/drawing/2014/main" id="{E4DD6093-8752-4E91-AA4A-F0A093044FF9}"/>
                    </a:ext>
                  </a:extLst>
                </p:cNvPr>
                <p:cNvSpPr/>
                <p:nvPr/>
              </p:nvSpPr>
              <p:spPr>
                <a:xfrm>
                  <a:off x="169849" y="34060"/>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59377"/>
                <a:ext cx="807002" cy="191454"/>
              </a:xfrm>
              <a:prstGeom prst="rect">
                <a:avLst/>
              </a:prstGeom>
              <a:noFill/>
            </p:spPr>
            <p:txBody>
              <a:bodyPr wrap="square" tIns="54000" bIns="0">
                <a:noAutofit/>
              </a:bodyPr>
              <a:lstStyle/>
              <a:p>
                <a:pPr algn="ctr">
                  <a:lnSpc>
                    <a:spcPct val="107000"/>
                  </a:lnSpc>
                  <a:spcAft>
                    <a:spcPts val="800"/>
                  </a:spcAft>
                </a:pPr>
                <a:r>
                  <a:rPr lang="vi-VN" sz="38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8.9</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13" name="Group 12">
            <a:extLst>
              <a:ext uri="{FF2B5EF4-FFF2-40B4-BE49-F238E27FC236}">
                <a16:creationId xmlns:a16="http://schemas.microsoft.com/office/drawing/2014/main" id="{028E2662-96C6-448E-B336-8219888BFA71}"/>
              </a:ext>
            </a:extLst>
          </p:cNvPr>
          <p:cNvGrpSpPr/>
          <p:nvPr/>
        </p:nvGrpSpPr>
        <p:grpSpPr>
          <a:xfrm>
            <a:off x="457200" y="5257800"/>
            <a:ext cx="23506006" cy="7772400"/>
            <a:chOff x="1222851" y="5331408"/>
            <a:chExt cx="23580257" cy="5866548"/>
          </a:xfrm>
        </p:grpSpPr>
        <p:sp>
          <p:nvSpPr>
            <p:cNvPr id="14" name="Rounded Rectangle 34">
              <a:extLst>
                <a:ext uri="{FF2B5EF4-FFF2-40B4-BE49-F238E27FC236}">
                  <a16:creationId xmlns:a16="http://schemas.microsoft.com/office/drawing/2014/main" id="{24FCA161-848A-4AC4-BB87-39B39A856683}"/>
                </a:ext>
              </a:extLst>
            </p:cNvPr>
            <p:cNvSpPr/>
            <p:nvPr/>
          </p:nvSpPr>
          <p:spPr>
            <a:xfrm>
              <a:off x="1261071" y="5565135"/>
              <a:ext cx="23542037" cy="5632821"/>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vi-VN" sz="5000" dirty="0">
                <a:solidFill>
                  <a:schemeClr val="tx1"/>
                </a:solidFill>
                <a:latin typeface="Tomaho"/>
              </a:endParaRPr>
            </a:p>
          </p:txBody>
        </p:sp>
        <p:grpSp>
          <p:nvGrpSpPr>
            <p:cNvPr id="15" name="Group 60">
              <a:extLst>
                <a:ext uri="{FF2B5EF4-FFF2-40B4-BE49-F238E27FC236}">
                  <a16:creationId xmlns:a16="http://schemas.microsoft.com/office/drawing/2014/main" id="{0A109C5E-BD68-44CF-AD93-3A6E066BC4E7}"/>
                </a:ext>
              </a:extLst>
            </p:cNvPr>
            <p:cNvGrpSpPr/>
            <p:nvPr/>
          </p:nvGrpSpPr>
          <p:grpSpPr>
            <a:xfrm>
              <a:off x="1222851" y="5331408"/>
              <a:ext cx="3305109" cy="841174"/>
              <a:chOff x="1224542" y="6305967"/>
              <a:chExt cx="3305491" cy="845462"/>
            </a:xfrm>
          </p:grpSpPr>
          <p:sp>
            <p:nvSpPr>
              <p:cNvPr id="16" name="Freeform 20">
                <a:extLst>
                  <a:ext uri="{FF2B5EF4-FFF2-40B4-BE49-F238E27FC236}">
                    <a16:creationId xmlns:a16="http://schemas.microsoft.com/office/drawing/2014/main" id="{2873FF6B-1BDD-4237-BD5F-2B0B61D2CE22}"/>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20" name="TextBox 19">
                <a:extLst>
                  <a:ext uri="{FF2B5EF4-FFF2-40B4-BE49-F238E27FC236}">
                    <a16:creationId xmlns:a16="http://schemas.microsoft.com/office/drawing/2014/main" id="{62657C36-9F38-452C-B978-14858C88399A}"/>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21" name="Round Diagonal Corner Rectangle 41">
                <a:extLst>
                  <a:ext uri="{FF2B5EF4-FFF2-40B4-BE49-F238E27FC236}">
                    <a16:creationId xmlns:a16="http://schemas.microsoft.com/office/drawing/2014/main" id="{C0D7F878-A4CF-48E4-BC61-DD3A7B0DD6BA}"/>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15">
                <a:extLst>
                  <a:ext uri="{FF2B5EF4-FFF2-40B4-BE49-F238E27FC236}">
                    <a16:creationId xmlns:a16="http://schemas.microsoft.com/office/drawing/2014/main" id="{1B5C825F-5B4B-4518-9562-74B89D26EEED}"/>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6536E41-D857-4AE2-B6EF-F587AF4C5F94}"/>
                  </a:ext>
                </a:extLst>
              </p:cNvPr>
              <p:cNvSpPr txBox="1"/>
              <p:nvPr/>
            </p:nvSpPr>
            <p:spPr>
              <a:xfrm>
                <a:off x="762000" y="6096000"/>
                <a:ext cx="23622000" cy="3433569"/>
              </a:xfrm>
              <a:prstGeom prst="rect">
                <a:avLst/>
              </a:prstGeom>
              <a:noFill/>
            </p:spPr>
            <p:txBody>
              <a:bodyPr wrap="square" rtlCol="0">
                <a:spAutoFit/>
              </a:bodyPr>
              <a:lstStyle/>
              <a:p>
                <a:pPr>
                  <a:lnSpc>
                    <a:spcPct val="150000"/>
                  </a:lnSpc>
                </a:pPr>
                <a:r>
                  <a:rPr lang="vi-VN" sz="5000" dirty="0">
                    <a:latin typeface="Tomaho"/>
                  </a:rPr>
                  <a:t>Chọn một bi xanh từ </a:t>
                </a:r>
                <a14:m>
                  <m:oMath xmlns:m="http://schemas.openxmlformats.org/officeDocument/2006/math">
                    <m:r>
                      <a:rPr lang="vi-VN" sz="5000" i="1">
                        <a:latin typeface="Cambria Math" panose="02040503050406030204" pitchFamily="18" charset="0"/>
                      </a:rPr>
                      <m:t>5</m:t>
                    </m:r>
                  </m:oMath>
                </a14:m>
                <a:r>
                  <a:rPr lang="vi-VN" sz="5000" dirty="0">
                    <a:latin typeface="Tomaho"/>
                  </a:rPr>
                  <a:t> viên bi xanh có </a:t>
                </a:r>
                <a14:m>
                  <m:oMath xmlns:m="http://schemas.openxmlformats.org/officeDocument/2006/math">
                    <m:r>
                      <a:rPr lang="vi-VN" sz="5000" i="1">
                        <a:latin typeface="Cambria Math" panose="02040503050406030204" pitchFamily="18" charset="0"/>
                      </a:rPr>
                      <m:t>5</m:t>
                    </m:r>
                  </m:oMath>
                </a14:m>
                <a:r>
                  <a:rPr lang="vi-VN" sz="5000" dirty="0">
                    <a:latin typeface="Tomaho"/>
                  </a:rPr>
                  <a:t> (cách).</a:t>
                </a:r>
              </a:p>
              <a:p>
                <a:pPr>
                  <a:lnSpc>
                    <a:spcPct val="150000"/>
                  </a:lnSpc>
                </a:pPr>
                <a:r>
                  <a:rPr lang="vi-VN" sz="5000" dirty="0">
                    <a:latin typeface="Tomaho"/>
                  </a:rPr>
                  <a:t>Ứng với mỗi cách chọn một bi xanh có số cách chọn một bi đỏ từ </a:t>
                </a:r>
                <a14:m>
                  <m:oMath xmlns:m="http://schemas.openxmlformats.org/officeDocument/2006/math">
                    <m:r>
                      <a:rPr lang="vi-VN" sz="5000" i="1">
                        <a:latin typeface="Cambria Math" panose="02040503050406030204" pitchFamily="18" charset="0"/>
                      </a:rPr>
                      <m:t>7</m:t>
                    </m:r>
                  </m:oMath>
                </a14:m>
                <a:r>
                  <a:rPr lang="vi-VN" sz="5000" dirty="0">
                    <a:latin typeface="Tomaho"/>
                  </a:rPr>
                  <a:t> viên bi đỏ là </a:t>
                </a:r>
                <a14:m>
                  <m:oMath xmlns:m="http://schemas.openxmlformats.org/officeDocument/2006/math">
                    <m:r>
                      <a:rPr lang="vi-VN" sz="5000" i="1">
                        <a:latin typeface="Cambria Math" panose="02040503050406030204" pitchFamily="18" charset="0"/>
                      </a:rPr>
                      <m:t>7</m:t>
                    </m:r>
                  </m:oMath>
                </a14:m>
                <a:r>
                  <a:rPr lang="vi-VN" sz="5000" dirty="0">
                    <a:latin typeface="Tomaho"/>
                  </a:rPr>
                  <a:t> (cách).</a:t>
                </a:r>
              </a:p>
              <a:p>
                <a:pPr>
                  <a:lnSpc>
                    <a:spcPct val="150000"/>
                  </a:lnSpc>
                </a:pPr>
                <a:r>
                  <a:rPr lang="vi-VN" sz="5000" dirty="0">
                    <a:latin typeface="Tomaho"/>
                  </a:rPr>
                  <a:t>Áp dụng quy tắc nhân, số cách chọn ra đúng </a:t>
                </a:r>
                <a14:m>
                  <m:oMath xmlns:m="http://schemas.openxmlformats.org/officeDocument/2006/math">
                    <m:r>
                      <a:rPr lang="vi-VN" sz="5000" i="1">
                        <a:latin typeface="Cambria Math" panose="02040503050406030204" pitchFamily="18" charset="0"/>
                      </a:rPr>
                      <m:t>2</m:t>
                    </m:r>
                  </m:oMath>
                </a14:m>
                <a:r>
                  <a:rPr lang="vi-VN" sz="5000" dirty="0">
                    <a:latin typeface="Tomaho"/>
                  </a:rPr>
                  <a:t> viên bi khác màu là: </a:t>
                </a:r>
                <a14:m>
                  <m:oMath xmlns:m="http://schemas.openxmlformats.org/officeDocument/2006/math">
                    <m:r>
                      <a:rPr lang="vi-VN" sz="5000" i="1">
                        <a:latin typeface="Cambria Math" panose="02040503050406030204" pitchFamily="18" charset="0"/>
                      </a:rPr>
                      <m:t>5.7=35</m:t>
                    </m:r>
                  </m:oMath>
                </a14:m>
                <a:r>
                  <a:rPr lang="vi-VN" sz="5000" dirty="0">
                    <a:latin typeface="Tomaho"/>
                  </a:rPr>
                  <a:t> (cách).</a:t>
                </a:r>
              </a:p>
            </p:txBody>
          </p:sp>
        </mc:Choice>
        <mc:Fallback xmlns="">
          <p:sp>
            <p:nvSpPr>
              <p:cNvPr id="24" name="TextBox 23">
                <a:extLst>
                  <a:ext uri="{FF2B5EF4-FFF2-40B4-BE49-F238E27FC236}">
                    <a16:creationId xmlns:a16="http://schemas.microsoft.com/office/drawing/2014/main" id="{96536E41-D857-4AE2-B6EF-F587AF4C5F94}"/>
                  </a:ext>
                </a:extLst>
              </p:cNvPr>
              <p:cNvSpPr txBox="1">
                <a:spLocks noRot="1" noChangeAspect="1" noMove="1" noResize="1" noEditPoints="1" noAdjustHandles="1" noChangeArrowheads="1" noChangeShapeType="1" noTextEdit="1"/>
              </p:cNvSpPr>
              <p:nvPr/>
            </p:nvSpPr>
            <p:spPr>
              <a:xfrm>
                <a:off x="762000" y="6096000"/>
                <a:ext cx="23622000" cy="3433569"/>
              </a:xfrm>
              <a:prstGeom prst="rect">
                <a:avLst/>
              </a:prstGeom>
              <a:blipFill>
                <a:blip r:embed="rId4"/>
                <a:stretch>
                  <a:fillRect l="-1239" b="-9059"/>
                </a:stretch>
              </a:blipFill>
            </p:spPr>
            <p:txBody>
              <a:bodyPr/>
              <a:lstStyle/>
              <a:p>
                <a:r>
                  <a:rPr lang="en-US">
                    <a:noFill/>
                  </a:rPr>
                  <a:t> </a:t>
                </a:r>
              </a:p>
            </p:txBody>
          </p:sp>
        </mc:Fallback>
      </mc:AlternateContent>
      <p:sp>
        <p:nvSpPr>
          <p:cNvPr id="50" name="Rounded Rectangle 4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54" name="TextBox 5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112018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amond(i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xEl>
                                              <p:pRg st="0" end="0"/>
                                            </p:txEl>
                                          </p:spTgt>
                                        </p:tgtEl>
                                        <p:attrNameLst>
                                          <p:attrName>style.visibility</p:attrName>
                                        </p:attrNameLst>
                                      </p:cBhvr>
                                      <p:to>
                                        <p:strVal val="visible"/>
                                      </p:to>
                                    </p:set>
                                    <p:animEffect transition="in" filter="wipe(left)">
                                      <p:cBhvr>
                                        <p:cTn id="12" dur="500"/>
                                        <p:tgtEl>
                                          <p:spTgt spid="2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xEl>
                                              <p:pRg st="1" end="1"/>
                                            </p:txEl>
                                          </p:spTgt>
                                        </p:tgtEl>
                                        <p:attrNameLst>
                                          <p:attrName>style.visibility</p:attrName>
                                        </p:attrNameLst>
                                      </p:cBhvr>
                                      <p:to>
                                        <p:strVal val="visible"/>
                                      </p:to>
                                    </p:set>
                                    <p:animEffect transition="in" filter="wipe(left)">
                                      <p:cBhvr>
                                        <p:cTn id="17" dur="500"/>
                                        <p:tgtEl>
                                          <p:spTgt spid="2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
                                            <p:txEl>
                                              <p:pRg st="2" end="2"/>
                                            </p:txEl>
                                          </p:spTgt>
                                        </p:tgtEl>
                                        <p:attrNameLst>
                                          <p:attrName>style.visibility</p:attrName>
                                        </p:attrNameLst>
                                      </p:cBhvr>
                                      <p:to>
                                        <p:strVal val="visible"/>
                                      </p:to>
                                    </p:set>
                                    <p:animEffect transition="in" filter="wipe(left)">
                                      <p:cBhvr>
                                        <p:cTn id="22" dur="500"/>
                                        <p:tgtEl>
                                          <p:spTgt spid="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914400"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5</a:t>
            </a:r>
          </a:p>
        </p:txBody>
      </p:sp>
      <p:grpSp>
        <p:nvGrpSpPr>
          <p:cNvPr id="41" name="Group 40">
            <a:extLst>
              <a:ext uri="{FF2B5EF4-FFF2-40B4-BE49-F238E27FC236}">
                <a16:creationId xmlns:a16="http://schemas.microsoft.com/office/drawing/2014/main" id="{15956DCF-BE81-49BD-AEFD-E1B23CD9355B}"/>
              </a:ext>
            </a:extLst>
          </p:cNvPr>
          <p:cNvGrpSpPr/>
          <p:nvPr/>
        </p:nvGrpSpPr>
        <p:grpSpPr>
          <a:xfrm>
            <a:off x="304800" y="1905000"/>
            <a:ext cx="23665149" cy="4724400"/>
            <a:chOff x="304800" y="2971797"/>
            <a:chExt cx="23665149" cy="4724400"/>
          </a:xfrm>
        </p:grpSpPr>
        <p:sp>
          <p:nvSpPr>
            <p:cNvPr id="42" name="Rounded Rectangle 19">
              <a:extLst>
                <a:ext uri="{FF2B5EF4-FFF2-40B4-BE49-F238E27FC236}">
                  <a16:creationId xmlns:a16="http://schemas.microsoft.com/office/drawing/2014/main" id="{77A07A8C-0C66-46F5-9492-F3FF15272385}"/>
                </a:ext>
              </a:extLst>
            </p:cNvPr>
            <p:cNvSpPr/>
            <p:nvPr/>
          </p:nvSpPr>
          <p:spPr>
            <a:xfrm>
              <a:off x="457200" y="3047999"/>
              <a:ext cx="23512749" cy="4648198"/>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endParaRPr lang="vi-VN" sz="4800" dirty="0">
                <a:solidFill>
                  <a:schemeClr val="tx1"/>
                </a:solidFill>
                <a:latin typeface="Tomaho"/>
              </a:endParaRPr>
            </a:p>
          </p:txBody>
        </p:sp>
        <p:grpSp>
          <p:nvGrpSpPr>
            <p:cNvPr id="43" name="Group 42">
              <a:extLst>
                <a:ext uri="{FF2B5EF4-FFF2-40B4-BE49-F238E27FC236}">
                  <a16:creationId xmlns:a16="http://schemas.microsoft.com/office/drawing/2014/main" id="{731AF5AF-AB66-43AD-977A-4DB2F036BF08}"/>
                </a:ext>
              </a:extLst>
            </p:cNvPr>
            <p:cNvGrpSpPr/>
            <p:nvPr/>
          </p:nvGrpSpPr>
          <p:grpSpPr>
            <a:xfrm>
              <a:off x="304800" y="2971797"/>
              <a:ext cx="3276233" cy="762003"/>
              <a:chOff x="22440" y="38103"/>
              <a:chExt cx="1056356" cy="212728"/>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38103"/>
                <a:ext cx="1056356" cy="190117"/>
                <a:chOff x="31572" y="34060"/>
                <a:chExt cx="1486312" cy="235281"/>
              </a:xfrm>
            </p:grpSpPr>
            <p:sp>
              <p:nvSpPr>
                <p:cNvPr id="46" name="Arrow: Pentagon 45">
                  <a:extLst>
                    <a:ext uri="{FF2B5EF4-FFF2-40B4-BE49-F238E27FC236}">
                      <a16:creationId xmlns:a16="http://schemas.microsoft.com/office/drawing/2014/main" id="{E4DD6093-8752-4E91-AA4A-F0A093044FF9}"/>
                    </a:ext>
                  </a:extLst>
                </p:cNvPr>
                <p:cNvSpPr/>
                <p:nvPr/>
              </p:nvSpPr>
              <p:spPr>
                <a:xfrm>
                  <a:off x="169849" y="34060"/>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59377"/>
                <a:ext cx="807002" cy="191454"/>
              </a:xfrm>
              <a:prstGeom prst="rect">
                <a:avLst/>
              </a:prstGeom>
              <a:noFill/>
            </p:spPr>
            <p:txBody>
              <a:bodyPr wrap="square" tIns="54000" bIns="0">
                <a:noAutofit/>
              </a:bodyPr>
              <a:lstStyle/>
              <a:p>
                <a:pPr algn="ctr">
                  <a:lnSpc>
                    <a:spcPct val="107000"/>
                  </a:lnSpc>
                  <a:spcAft>
                    <a:spcPts val="800"/>
                  </a:spcAft>
                </a:pPr>
                <a:r>
                  <a:rPr lang="vi-VN" sz="38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8.10</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13" name="Group 12">
            <a:extLst>
              <a:ext uri="{FF2B5EF4-FFF2-40B4-BE49-F238E27FC236}">
                <a16:creationId xmlns:a16="http://schemas.microsoft.com/office/drawing/2014/main" id="{028E2662-96C6-448E-B336-8219888BFA71}"/>
              </a:ext>
            </a:extLst>
          </p:cNvPr>
          <p:cNvGrpSpPr/>
          <p:nvPr/>
        </p:nvGrpSpPr>
        <p:grpSpPr>
          <a:xfrm>
            <a:off x="573194" y="6705600"/>
            <a:ext cx="23506006" cy="6629400"/>
            <a:chOff x="1222851" y="5331408"/>
            <a:chExt cx="23580257" cy="5003820"/>
          </a:xfrm>
        </p:grpSpPr>
        <p:sp>
          <p:nvSpPr>
            <p:cNvPr id="14" name="Rounded Rectangle 34">
              <a:extLst>
                <a:ext uri="{FF2B5EF4-FFF2-40B4-BE49-F238E27FC236}">
                  <a16:creationId xmlns:a16="http://schemas.microsoft.com/office/drawing/2014/main" id="{24FCA161-848A-4AC4-BB87-39B39A856683}"/>
                </a:ext>
              </a:extLst>
            </p:cNvPr>
            <p:cNvSpPr/>
            <p:nvPr/>
          </p:nvSpPr>
          <p:spPr>
            <a:xfrm>
              <a:off x="1261071" y="5503954"/>
              <a:ext cx="23542037" cy="4831274"/>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vi-VN" sz="4800" dirty="0">
                <a:solidFill>
                  <a:schemeClr val="tx1"/>
                </a:solidFill>
                <a:latin typeface="Tomaho"/>
              </a:endParaRPr>
            </a:p>
          </p:txBody>
        </p:sp>
        <p:grpSp>
          <p:nvGrpSpPr>
            <p:cNvPr id="15" name="Group 60">
              <a:extLst>
                <a:ext uri="{FF2B5EF4-FFF2-40B4-BE49-F238E27FC236}">
                  <a16:creationId xmlns:a16="http://schemas.microsoft.com/office/drawing/2014/main" id="{0A109C5E-BD68-44CF-AD93-3A6E066BC4E7}"/>
                </a:ext>
              </a:extLst>
            </p:cNvPr>
            <p:cNvGrpSpPr/>
            <p:nvPr/>
          </p:nvGrpSpPr>
          <p:grpSpPr>
            <a:xfrm>
              <a:off x="1222851" y="5331408"/>
              <a:ext cx="3305109" cy="841174"/>
              <a:chOff x="1224542" y="6305967"/>
              <a:chExt cx="3305491" cy="845462"/>
            </a:xfrm>
          </p:grpSpPr>
          <p:sp>
            <p:nvSpPr>
              <p:cNvPr id="16" name="Freeform 20">
                <a:extLst>
                  <a:ext uri="{FF2B5EF4-FFF2-40B4-BE49-F238E27FC236}">
                    <a16:creationId xmlns:a16="http://schemas.microsoft.com/office/drawing/2014/main" id="{2873FF6B-1BDD-4237-BD5F-2B0B61D2CE22}"/>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20" name="TextBox 19">
                <a:extLst>
                  <a:ext uri="{FF2B5EF4-FFF2-40B4-BE49-F238E27FC236}">
                    <a16:creationId xmlns:a16="http://schemas.microsoft.com/office/drawing/2014/main" id="{62657C36-9F38-452C-B978-14858C88399A}"/>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21" name="Round Diagonal Corner Rectangle 41">
                <a:extLst>
                  <a:ext uri="{FF2B5EF4-FFF2-40B4-BE49-F238E27FC236}">
                    <a16:creationId xmlns:a16="http://schemas.microsoft.com/office/drawing/2014/main" id="{C0D7F878-A4CF-48E4-BC61-DD3A7B0DD6BA}"/>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15">
                <a:extLst>
                  <a:ext uri="{FF2B5EF4-FFF2-40B4-BE49-F238E27FC236}">
                    <a16:creationId xmlns:a16="http://schemas.microsoft.com/office/drawing/2014/main" id="{1B5C825F-5B4B-4518-9562-74B89D26EEED}"/>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24EF469-8D17-4A51-BE9A-4787C383B3DD}"/>
                  </a:ext>
                </a:extLst>
              </p:cNvPr>
              <p:cNvSpPr txBox="1"/>
              <p:nvPr/>
            </p:nvSpPr>
            <p:spPr>
              <a:xfrm>
                <a:off x="762000" y="7010400"/>
                <a:ext cx="22936200" cy="6289479"/>
              </a:xfrm>
              <a:prstGeom prst="rect">
                <a:avLst/>
              </a:prstGeom>
              <a:noFill/>
            </p:spPr>
            <p:txBody>
              <a:bodyPr wrap="square" rtlCol="0">
                <a:spAutoFit/>
              </a:bodyPr>
              <a:lstStyle/>
              <a:p>
                <a:endParaRPr lang="vi-VN" sz="5000" dirty="0">
                  <a:latin typeface="Tomaho"/>
                </a:endParaRPr>
              </a:p>
              <a:p>
                <a:r>
                  <a:rPr lang="vi-VN" sz="5000" dirty="0">
                    <a:latin typeface="Tomaho"/>
                  </a:rPr>
                  <a:t>a) Mỗi cách chọn </a:t>
                </a:r>
                <a14:m>
                  <m:oMath xmlns:m="http://schemas.openxmlformats.org/officeDocument/2006/math">
                    <m:r>
                      <a:rPr lang="vi-VN" sz="5000" i="1">
                        <a:latin typeface="Cambria Math" panose="02040503050406030204" pitchFamily="18" charset="0"/>
                      </a:rPr>
                      <m:t>4</m:t>
                    </m:r>
                  </m:oMath>
                </a14:m>
                <a:r>
                  <a:rPr lang="vi-VN" sz="5000" dirty="0">
                    <a:latin typeface="Tomaho"/>
                  </a:rPr>
                  <a:t> bạn nam từ </a:t>
                </a:r>
                <a14:m>
                  <m:oMath xmlns:m="http://schemas.openxmlformats.org/officeDocument/2006/math">
                    <m:r>
                      <a:rPr lang="vi-VN" sz="5000" i="1">
                        <a:latin typeface="Cambria Math" panose="02040503050406030204" pitchFamily="18" charset="0"/>
                      </a:rPr>
                      <m:t>10</m:t>
                    </m:r>
                  </m:oMath>
                </a14:m>
                <a:r>
                  <a:rPr lang="vi-VN" sz="5000" dirty="0">
                    <a:latin typeface="Tomaho"/>
                  </a:rPr>
                  <a:t> bạn nam là một tổ hợp chập </a:t>
                </a:r>
                <a14:m>
                  <m:oMath xmlns:m="http://schemas.openxmlformats.org/officeDocument/2006/math">
                    <m:r>
                      <a:rPr lang="vi-VN" sz="5000" i="1">
                        <a:latin typeface="Cambria Math" panose="02040503050406030204" pitchFamily="18" charset="0"/>
                      </a:rPr>
                      <m:t>4</m:t>
                    </m:r>
                  </m:oMath>
                </a14:m>
                <a:r>
                  <a:rPr lang="vi-VN" sz="5000" dirty="0">
                    <a:latin typeface="Tomaho"/>
                  </a:rPr>
                  <a:t> của </a:t>
                </a:r>
                <a14:m>
                  <m:oMath xmlns:m="http://schemas.openxmlformats.org/officeDocument/2006/math">
                    <m:r>
                      <a:rPr lang="vi-VN" sz="5000" i="1">
                        <a:latin typeface="Cambria Math" panose="02040503050406030204" pitchFamily="18" charset="0"/>
                      </a:rPr>
                      <m:t>10</m:t>
                    </m:r>
                  </m:oMath>
                </a14:m>
                <a:r>
                  <a:rPr lang="vi-VN" sz="5000" dirty="0">
                    <a:latin typeface="Tomaho"/>
                  </a:rPr>
                  <a:t>.</a:t>
                </a:r>
              </a:p>
              <a:p>
                <a:r>
                  <a:rPr lang="vi-VN" sz="5000" dirty="0">
                    <a:latin typeface="Tomaho"/>
                  </a:rPr>
                  <a:t>Số cách chọn là: </a:t>
                </a:r>
                <a14:m>
                  <m:oMath xmlns:m="http://schemas.openxmlformats.org/officeDocument/2006/math">
                    <m:sSubSup>
                      <m:sSubSupPr>
                        <m:ctrlPr>
                          <a:rPr lang="vi-VN" sz="5000" i="1">
                            <a:latin typeface="Cambria Math" panose="02040503050406030204" pitchFamily="18" charset="0"/>
                          </a:rPr>
                        </m:ctrlPr>
                      </m:sSubSupPr>
                      <m:e>
                        <m:r>
                          <a:rPr lang="vi-VN" sz="5000" i="1">
                            <a:latin typeface="Cambria Math" panose="02040503050406030204" pitchFamily="18" charset="0"/>
                          </a:rPr>
                          <m:t>𝐶</m:t>
                        </m:r>
                      </m:e>
                      <m:sub>
                        <m:r>
                          <a:rPr lang="vi-VN" sz="5000" i="1">
                            <a:latin typeface="Cambria Math" panose="02040503050406030204" pitchFamily="18" charset="0"/>
                          </a:rPr>
                          <m:t>10</m:t>
                        </m:r>
                      </m:sub>
                      <m:sup>
                        <m:r>
                          <a:rPr lang="vi-VN" sz="5000" i="1">
                            <a:latin typeface="Cambria Math" panose="02040503050406030204" pitchFamily="18" charset="0"/>
                          </a:rPr>
                          <m:t>4</m:t>
                        </m:r>
                      </m:sup>
                    </m:sSubSup>
                    <m:r>
                      <a:rPr lang="vi-VN" sz="5000" i="1">
                        <a:latin typeface="Cambria Math" panose="02040503050406030204" pitchFamily="18" charset="0"/>
                      </a:rPr>
                      <m:t>=210</m:t>
                    </m:r>
                  </m:oMath>
                </a14:m>
                <a:r>
                  <a:rPr lang="vi-VN" sz="5000" dirty="0">
                    <a:latin typeface="Tomaho"/>
                  </a:rPr>
                  <a:t> (cách).</a:t>
                </a:r>
              </a:p>
              <a:p>
                <a:r>
                  <a:rPr lang="vi-VN" sz="5000" dirty="0">
                    <a:latin typeface="Tomaho"/>
                  </a:rPr>
                  <a:t>b) Mỗi cách chọn </a:t>
                </a:r>
                <a14:m>
                  <m:oMath xmlns:m="http://schemas.openxmlformats.org/officeDocument/2006/math">
                    <m:r>
                      <a:rPr lang="vi-VN" sz="5000" i="1">
                        <a:latin typeface="Cambria Math" panose="02040503050406030204" pitchFamily="18" charset="0"/>
                      </a:rPr>
                      <m:t>4</m:t>
                    </m:r>
                  </m:oMath>
                </a14:m>
                <a:r>
                  <a:rPr lang="vi-VN" sz="5000" dirty="0">
                    <a:latin typeface="Tomaho"/>
                  </a:rPr>
                  <a:t> bạn không phân biệt nam, nữ là một tổ hợp chập </a:t>
                </a:r>
                <a14:m>
                  <m:oMath xmlns:m="http://schemas.openxmlformats.org/officeDocument/2006/math">
                    <m:r>
                      <a:rPr lang="vi-VN" sz="5000" i="1">
                        <a:latin typeface="Cambria Math" panose="02040503050406030204" pitchFamily="18" charset="0"/>
                      </a:rPr>
                      <m:t>4</m:t>
                    </m:r>
                  </m:oMath>
                </a14:m>
                <a:r>
                  <a:rPr lang="vi-VN" sz="5000" dirty="0">
                    <a:latin typeface="Tomaho"/>
                  </a:rPr>
                  <a:t> của </a:t>
                </a:r>
                <a14:m>
                  <m:oMath xmlns:m="http://schemas.openxmlformats.org/officeDocument/2006/math">
                    <m:r>
                      <a:rPr lang="vi-VN" sz="5000" i="1">
                        <a:latin typeface="Cambria Math" panose="02040503050406030204" pitchFamily="18" charset="0"/>
                      </a:rPr>
                      <m:t>17</m:t>
                    </m:r>
                  </m:oMath>
                </a14:m>
                <a:r>
                  <a:rPr lang="vi-VN" sz="5000" dirty="0">
                    <a:latin typeface="Tomaho"/>
                  </a:rPr>
                  <a:t>.</a:t>
                </a:r>
              </a:p>
              <a:p>
                <a:r>
                  <a:rPr lang="vi-VN" sz="5000" dirty="0">
                    <a:latin typeface="Tomaho"/>
                  </a:rPr>
                  <a:t>Số cách chọn là: </a:t>
                </a:r>
                <a14:m>
                  <m:oMath xmlns:m="http://schemas.openxmlformats.org/officeDocument/2006/math">
                    <m:sSubSup>
                      <m:sSubSupPr>
                        <m:ctrlPr>
                          <a:rPr lang="vi-VN" sz="5000" i="1">
                            <a:latin typeface="Cambria Math" panose="02040503050406030204" pitchFamily="18" charset="0"/>
                          </a:rPr>
                        </m:ctrlPr>
                      </m:sSubSupPr>
                      <m:e>
                        <m:r>
                          <a:rPr lang="vi-VN" sz="5000" i="1">
                            <a:latin typeface="Cambria Math" panose="02040503050406030204" pitchFamily="18" charset="0"/>
                          </a:rPr>
                          <m:t>𝐶</m:t>
                        </m:r>
                      </m:e>
                      <m:sub>
                        <m:r>
                          <a:rPr lang="vi-VN" sz="5000" i="1">
                            <a:latin typeface="Cambria Math" panose="02040503050406030204" pitchFamily="18" charset="0"/>
                          </a:rPr>
                          <m:t>17</m:t>
                        </m:r>
                      </m:sub>
                      <m:sup>
                        <m:r>
                          <a:rPr lang="vi-VN" sz="5000" i="1">
                            <a:latin typeface="Cambria Math" panose="02040503050406030204" pitchFamily="18" charset="0"/>
                          </a:rPr>
                          <m:t>4</m:t>
                        </m:r>
                      </m:sup>
                    </m:sSubSup>
                    <m:r>
                      <a:rPr lang="vi-VN" sz="5000" i="1">
                        <a:latin typeface="Cambria Math" panose="02040503050406030204" pitchFamily="18" charset="0"/>
                      </a:rPr>
                      <m:t>=2380</m:t>
                    </m:r>
                  </m:oMath>
                </a14:m>
                <a:r>
                  <a:rPr lang="vi-VN" sz="5000" dirty="0">
                    <a:latin typeface="Tomaho"/>
                  </a:rPr>
                  <a:t> (cách).</a:t>
                </a:r>
              </a:p>
              <a:p>
                <a:r>
                  <a:rPr lang="vi-VN" sz="5000" dirty="0">
                    <a:latin typeface="Tomaho"/>
                  </a:rPr>
                  <a:t>c) Số cách chọn </a:t>
                </a:r>
                <a14:m>
                  <m:oMath xmlns:m="http://schemas.openxmlformats.org/officeDocument/2006/math">
                    <m:r>
                      <a:rPr lang="vi-VN" sz="5000" i="1">
                        <a:latin typeface="Cambria Math" panose="02040503050406030204" pitchFamily="18" charset="0"/>
                      </a:rPr>
                      <m:t>2</m:t>
                    </m:r>
                  </m:oMath>
                </a14:m>
                <a:r>
                  <a:rPr lang="vi-VN" sz="5000" dirty="0">
                    <a:latin typeface="Tomaho"/>
                  </a:rPr>
                  <a:t> bạn nam từ </a:t>
                </a:r>
                <a14:m>
                  <m:oMath xmlns:m="http://schemas.openxmlformats.org/officeDocument/2006/math">
                    <m:r>
                      <a:rPr lang="vi-VN" sz="5000" i="1">
                        <a:latin typeface="Cambria Math" panose="02040503050406030204" pitchFamily="18" charset="0"/>
                      </a:rPr>
                      <m:t>10</m:t>
                    </m:r>
                  </m:oMath>
                </a14:m>
                <a:r>
                  <a:rPr lang="vi-VN" sz="5000" dirty="0">
                    <a:latin typeface="Tomaho"/>
                  </a:rPr>
                  <a:t> bạn nam là </a:t>
                </a:r>
                <a14:m>
                  <m:oMath xmlns:m="http://schemas.openxmlformats.org/officeDocument/2006/math">
                    <m:sSubSup>
                      <m:sSubSupPr>
                        <m:ctrlPr>
                          <a:rPr lang="vi-VN" sz="5000" i="1">
                            <a:latin typeface="Cambria Math" panose="02040503050406030204" pitchFamily="18" charset="0"/>
                          </a:rPr>
                        </m:ctrlPr>
                      </m:sSubSupPr>
                      <m:e>
                        <m:r>
                          <a:rPr lang="vi-VN" sz="5000" i="1">
                            <a:latin typeface="Cambria Math" panose="02040503050406030204" pitchFamily="18" charset="0"/>
                          </a:rPr>
                          <m:t>𝐶</m:t>
                        </m:r>
                      </m:e>
                      <m:sub>
                        <m:r>
                          <a:rPr lang="vi-VN" sz="5000" i="1">
                            <a:latin typeface="Cambria Math" panose="02040503050406030204" pitchFamily="18" charset="0"/>
                          </a:rPr>
                          <m:t>10</m:t>
                        </m:r>
                      </m:sub>
                      <m:sup>
                        <m:r>
                          <a:rPr lang="vi-VN" sz="5000" i="1">
                            <a:latin typeface="Cambria Math" panose="02040503050406030204" pitchFamily="18" charset="0"/>
                          </a:rPr>
                          <m:t>2</m:t>
                        </m:r>
                      </m:sup>
                    </m:sSubSup>
                    <m:r>
                      <a:rPr lang="vi-VN" sz="5000" i="1">
                        <a:latin typeface="Cambria Math" panose="02040503050406030204" pitchFamily="18" charset="0"/>
                      </a:rPr>
                      <m:t>=45</m:t>
                    </m:r>
                  </m:oMath>
                </a14:m>
                <a:r>
                  <a:rPr lang="vi-VN" sz="5000" dirty="0">
                    <a:latin typeface="Tomaho"/>
                  </a:rPr>
                  <a:t> (cách).</a:t>
                </a:r>
              </a:p>
              <a:p>
                <a:r>
                  <a:rPr lang="vi-VN" sz="5000" dirty="0">
                    <a:latin typeface="Tomaho"/>
                  </a:rPr>
                  <a:t>Ứng với mỗi cách chọn </a:t>
                </a:r>
                <a14:m>
                  <m:oMath xmlns:m="http://schemas.openxmlformats.org/officeDocument/2006/math">
                    <m:r>
                      <a:rPr lang="vi-VN" sz="5000" i="1">
                        <a:latin typeface="Cambria Math" panose="02040503050406030204" pitchFamily="18" charset="0"/>
                      </a:rPr>
                      <m:t>2</m:t>
                    </m:r>
                  </m:oMath>
                </a14:m>
                <a:r>
                  <a:rPr lang="vi-VN" sz="5000" dirty="0">
                    <a:latin typeface="Tomaho"/>
                  </a:rPr>
                  <a:t> bạn nam, số cách chọn </a:t>
                </a:r>
                <a14:m>
                  <m:oMath xmlns:m="http://schemas.openxmlformats.org/officeDocument/2006/math">
                    <m:r>
                      <a:rPr lang="vi-VN" sz="5000" i="1">
                        <a:latin typeface="Cambria Math" panose="02040503050406030204" pitchFamily="18" charset="0"/>
                      </a:rPr>
                      <m:t>2</m:t>
                    </m:r>
                  </m:oMath>
                </a14:m>
                <a:r>
                  <a:rPr lang="vi-VN" sz="5000" dirty="0">
                    <a:latin typeface="Tomaho"/>
                  </a:rPr>
                  <a:t> bạn nữ từ </a:t>
                </a:r>
                <a14:m>
                  <m:oMath xmlns:m="http://schemas.openxmlformats.org/officeDocument/2006/math">
                    <m:r>
                      <a:rPr lang="vi-VN" sz="5000" i="1">
                        <a:latin typeface="Cambria Math" panose="02040503050406030204" pitchFamily="18" charset="0"/>
                      </a:rPr>
                      <m:t>7</m:t>
                    </m:r>
                  </m:oMath>
                </a14:m>
                <a:r>
                  <a:rPr lang="vi-VN" sz="5000" dirty="0">
                    <a:latin typeface="Tomaho"/>
                  </a:rPr>
                  <a:t> nữ là </a:t>
                </a:r>
                <a14:m>
                  <m:oMath xmlns:m="http://schemas.openxmlformats.org/officeDocument/2006/math">
                    <m:sSubSup>
                      <m:sSubSupPr>
                        <m:ctrlPr>
                          <a:rPr lang="vi-VN" sz="5000" i="1">
                            <a:latin typeface="Cambria Math" panose="02040503050406030204" pitchFamily="18" charset="0"/>
                          </a:rPr>
                        </m:ctrlPr>
                      </m:sSubSupPr>
                      <m:e>
                        <m:r>
                          <a:rPr lang="vi-VN" sz="5000" i="1">
                            <a:latin typeface="Cambria Math" panose="02040503050406030204" pitchFamily="18" charset="0"/>
                          </a:rPr>
                          <m:t>𝐶</m:t>
                        </m:r>
                      </m:e>
                      <m:sub>
                        <m:r>
                          <a:rPr lang="vi-VN" sz="5000" i="1">
                            <a:latin typeface="Cambria Math" panose="02040503050406030204" pitchFamily="18" charset="0"/>
                          </a:rPr>
                          <m:t>7</m:t>
                        </m:r>
                      </m:sub>
                      <m:sup>
                        <m:r>
                          <a:rPr lang="vi-VN" sz="5000" i="1">
                            <a:latin typeface="Cambria Math" panose="02040503050406030204" pitchFamily="18" charset="0"/>
                          </a:rPr>
                          <m:t>2</m:t>
                        </m:r>
                      </m:sup>
                    </m:sSubSup>
                    <m:r>
                      <a:rPr lang="vi-VN" sz="5000" i="1">
                        <a:latin typeface="Cambria Math" panose="02040503050406030204" pitchFamily="18" charset="0"/>
                      </a:rPr>
                      <m:t>=21</m:t>
                    </m:r>
                  </m:oMath>
                </a14:m>
                <a:r>
                  <a:rPr lang="vi-VN" sz="5000" dirty="0">
                    <a:latin typeface="Tomaho"/>
                  </a:rPr>
                  <a:t> (cách).</a:t>
                </a:r>
              </a:p>
              <a:p>
                <a:r>
                  <a:rPr lang="vi-VN" sz="5000" dirty="0">
                    <a:latin typeface="Tomaho"/>
                  </a:rPr>
                  <a:t>Vậy số cách chọn </a:t>
                </a:r>
                <a14:m>
                  <m:oMath xmlns:m="http://schemas.openxmlformats.org/officeDocument/2006/math">
                    <m:r>
                      <a:rPr lang="vi-VN" sz="5000" i="1">
                        <a:latin typeface="Cambria Math" panose="02040503050406030204" pitchFamily="18" charset="0"/>
                      </a:rPr>
                      <m:t>2</m:t>
                    </m:r>
                  </m:oMath>
                </a14:m>
                <a:r>
                  <a:rPr lang="vi-VN" sz="5000" dirty="0">
                    <a:latin typeface="Tomaho"/>
                  </a:rPr>
                  <a:t> bạn nam và </a:t>
                </a:r>
                <a14:m>
                  <m:oMath xmlns:m="http://schemas.openxmlformats.org/officeDocument/2006/math">
                    <m:r>
                      <a:rPr lang="vi-VN" sz="5000" i="1">
                        <a:latin typeface="Cambria Math" panose="02040503050406030204" pitchFamily="18" charset="0"/>
                      </a:rPr>
                      <m:t>2</m:t>
                    </m:r>
                  </m:oMath>
                </a14:m>
                <a:r>
                  <a:rPr lang="vi-VN" sz="5000" dirty="0">
                    <a:latin typeface="Tomaho"/>
                  </a:rPr>
                  <a:t> bạn nữ là: </a:t>
                </a:r>
                <a14:m>
                  <m:oMath xmlns:m="http://schemas.openxmlformats.org/officeDocument/2006/math">
                    <m:r>
                      <a:rPr lang="vi-VN" sz="5000" i="1">
                        <a:latin typeface="Cambria Math" panose="02040503050406030204" pitchFamily="18" charset="0"/>
                      </a:rPr>
                      <m:t>21.45=945</m:t>
                    </m:r>
                  </m:oMath>
                </a14:m>
                <a:r>
                  <a:rPr lang="vi-VN" sz="5000" dirty="0">
                    <a:latin typeface="Tomaho"/>
                  </a:rPr>
                  <a:t> (cách).</a:t>
                </a:r>
              </a:p>
            </p:txBody>
          </p:sp>
        </mc:Choice>
        <mc:Fallback xmlns="">
          <p:sp>
            <p:nvSpPr>
              <p:cNvPr id="18" name="TextBox 17">
                <a:extLst>
                  <a:ext uri="{FF2B5EF4-FFF2-40B4-BE49-F238E27FC236}">
                    <a16:creationId xmlns:a16="http://schemas.microsoft.com/office/drawing/2014/main" id="{B24EF469-8D17-4A51-BE9A-4787C383B3DD}"/>
                  </a:ext>
                </a:extLst>
              </p:cNvPr>
              <p:cNvSpPr txBox="1">
                <a:spLocks noRot="1" noChangeAspect="1" noMove="1" noResize="1" noEditPoints="1" noAdjustHandles="1" noChangeArrowheads="1" noChangeShapeType="1" noTextEdit="1"/>
              </p:cNvSpPr>
              <p:nvPr/>
            </p:nvSpPr>
            <p:spPr>
              <a:xfrm>
                <a:off x="762000" y="7010400"/>
                <a:ext cx="22936200" cy="6289479"/>
              </a:xfrm>
              <a:prstGeom prst="rect">
                <a:avLst/>
              </a:prstGeom>
              <a:blipFill>
                <a:blip r:embed="rId3"/>
                <a:stretch>
                  <a:fillRect l="-1276" b="-445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F0CAC4D-D927-4F12-AB81-15B62BF9843F}"/>
                  </a:ext>
                </a:extLst>
              </p:cNvPr>
              <p:cNvSpPr txBox="1"/>
              <p:nvPr/>
            </p:nvSpPr>
            <p:spPr>
              <a:xfrm>
                <a:off x="554665" y="1701210"/>
                <a:ext cx="22936200" cy="4939814"/>
              </a:xfrm>
              <a:prstGeom prst="rect">
                <a:avLst/>
              </a:prstGeom>
              <a:noFill/>
            </p:spPr>
            <p:txBody>
              <a:bodyPr wrap="square" rtlCol="0">
                <a:spAutoFit/>
              </a:bodyPr>
              <a:lstStyle/>
              <a:p>
                <a:endParaRPr lang="vi-VN" sz="5000" dirty="0">
                  <a:latin typeface="Tomaho"/>
                </a:endParaRPr>
              </a:p>
              <a:p>
                <a:pPr>
                  <a:spcAft>
                    <a:spcPts val="600"/>
                  </a:spcAft>
                </a:pPr>
                <a:r>
                  <a:rPr lang="vi-VN" sz="5000" dirty="0">
                    <a:latin typeface="Tomaho"/>
                  </a:rPr>
                  <a:t>Một câu lạc bộ cờ vua có </a:t>
                </a:r>
                <a14:m>
                  <m:oMath xmlns:m="http://schemas.openxmlformats.org/officeDocument/2006/math">
                    <m:r>
                      <a:rPr lang="vi-VN" sz="5000" i="1">
                        <a:latin typeface="Cambria Math" panose="02040503050406030204" pitchFamily="18" charset="0"/>
                      </a:rPr>
                      <m:t>10</m:t>
                    </m:r>
                  </m:oMath>
                </a14:m>
                <a:r>
                  <a:rPr lang="vi-VN" sz="5000" dirty="0">
                    <a:latin typeface="Tomaho"/>
                  </a:rPr>
                  <a:t> bạn nam và </a:t>
                </a:r>
                <a14:m>
                  <m:oMath xmlns:m="http://schemas.openxmlformats.org/officeDocument/2006/math">
                    <m:r>
                      <a:rPr lang="vi-VN" sz="5000" i="1">
                        <a:latin typeface="Cambria Math" panose="02040503050406030204" pitchFamily="18" charset="0"/>
                      </a:rPr>
                      <m:t>7</m:t>
                    </m:r>
                  </m:oMath>
                </a14:m>
                <a:r>
                  <a:rPr lang="vi-VN" sz="5000" dirty="0">
                    <a:latin typeface="Tomaho"/>
                  </a:rPr>
                  <a:t> bạn nữ. Huấn luyện viên muốn chọn </a:t>
                </a:r>
                <a14:m>
                  <m:oMath xmlns:m="http://schemas.openxmlformats.org/officeDocument/2006/math">
                    <m:r>
                      <a:rPr lang="vi-VN" sz="5000" i="1">
                        <a:latin typeface="Cambria Math" panose="02040503050406030204" pitchFamily="18" charset="0"/>
                      </a:rPr>
                      <m:t>4</m:t>
                    </m:r>
                  </m:oMath>
                </a14:m>
                <a:r>
                  <a:rPr lang="vi-VN" sz="5000" dirty="0">
                    <a:latin typeface="Tomaho"/>
                  </a:rPr>
                  <a:t> bạn đi thi đấu cờ vua.</a:t>
                </a:r>
              </a:p>
              <a:p>
                <a:pPr>
                  <a:spcAft>
                    <a:spcPts val="600"/>
                  </a:spcAft>
                </a:pPr>
                <a:r>
                  <a:rPr lang="vi-VN" sz="5000" dirty="0">
                    <a:solidFill>
                      <a:srgbClr val="000000"/>
                    </a:solidFill>
                    <a:latin typeface="Tomaho"/>
                    <a:ea typeface="Arial" panose="020B0604020202020204" pitchFamily="34" charset="0"/>
                    <a:cs typeface="Times New Roman" panose="02020603050405020304" pitchFamily="18" charset="0"/>
                  </a:rPr>
                  <a:t>a) Có bao nhiêu cách chọn </a:t>
                </a:r>
                <a14:m>
                  <m:oMath xmlns:m="http://schemas.openxmlformats.org/officeDocument/2006/math">
                    <m:r>
                      <a:rPr lang="vi-VN" sz="5000" i="1">
                        <a:solidFill>
                          <a:srgbClr val="000000"/>
                        </a:solidFill>
                        <a:latin typeface="Cambria Math" panose="02040503050406030204" pitchFamily="18" charset="0"/>
                        <a:ea typeface="Arial" panose="020B0604020202020204" pitchFamily="34" charset="0"/>
                        <a:cs typeface="Times New Roman" panose="02020603050405020304" pitchFamily="18" charset="0"/>
                      </a:rPr>
                      <m:t>4</m:t>
                    </m:r>
                  </m:oMath>
                </a14:m>
                <a:r>
                  <a:rPr lang="vi-VN" sz="5000" dirty="0">
                    <a:solidFill>
                      <a:srgbClr val="000000"/>
                    </a:solidFill>
                    <a:latin typeface="Tomaho"/>
                    <a:ea typeface="Arial" panose="020B0604020202020204" pitchFamily="34" charset="0"/>
                    <a:cs typeface="Times New Roman" panose="02020603050405020304" pitchFamily="18" charset="0"/>
                  </a:rPr>
                  <a:t> bạn nam?</a:t>
                </a:r>
                <a:endParaRPr lang="vi-VN" sz="5000" dirty="0">
                  <a:latin typeface="Tomaho"/>
                  <a:ea typeface="Arial" panose="020B0604020202020204" pitchFamily="34" charset="0"/>
                  <a:cs typeface="Times New Roman" panose="02020603050405020304" pitchFamily="18" charset="0"/>
                </a:endParaRPr>
              </a:p>
              <a:p>
                <a:pPr>
                  <a:spcAft>
                    <a:spcPts val="600"/>
                  </a:spcAft>
                </a:pPr>
                <a:r>
                  <a:rPr lang="vi-VN" sz="5000" dirty="0">
                    <a:solidFill>
                      <a:srgbClr val="000000"/>
                    </a:solidFill>
                    <a:latin typeface="Tomaho"/>
                    <a:ea typeface="Arial" panose="020B0604020202020204" pitchFamily="34" charset="0"/>
                    <a:cs typeface="Times New Roman" panose="02020603050405020304" pitchFamily="18" charset="0"/>
                  </a:rPr>
                  <a:t>b) Có bao nhiêu cách chọn </a:t>
                </a:r>
                <a14:m>
                  <m:oMath xmlns:m="http://schemas.openxmlformats.org/officeDocument/2006/math">
                    <m:r>
                      <a:rPr lang="vi-VN" sz="5000" i="1">
                        <a:solidFill>
                          <a:srgbClr val="000000"/>
                        </a:solidFill>
                        <a:latin typeface="Cambria Math" panose="02040503050406030204" pitchFamily="18" charset="0"/>
                        <a:ea typeface="Arial" panose="020B0604020202020204" pitchFamily="34" charset="0"/>
                        <a:cs typeface="Times New Roman" panose="02020603050405020304" pitchFamily="18" charset="0"/>
                      </a:rPr>
                      <m:t>4</m:t>
                    </m:r>
                  </m:oMath>
                </a14:m>
                <a:r>
                  <a:rPr lang="vi-VN" sz="5000" dirty="0">
                    <a:solidFill>
                      <a:srgbClr val="000000"/>
                    </a:solidFill>
                    <a:latin typeface="Tomaho"/>
                    <a:ea typeface="Arial" panose="020B0604020202020204" pitchFamily="34" charset="0"/>
                    <a:cs typeface="Times New Roman" panose="02020603050405020304" pitchFamily="18" charset="0"/>
                  </a:rPr>
                  <a:t> bạn không phân biệt nam, nữ?</a:t>
                </a:r>
              </a:p>
              <a:p>
                <a:pPr>
                  <a:spcAft>
                    <a:spcPts val="600"/>
                  </a:spcAft>
                </a:pPr>
                <a:r>
                  <a:rPr lang="vi-VN" sz="5000" dirty="0">
                    <a:solidFill>
                      <a:srgbClr val="000000"/>
                    </a:solidFill>
                    <a:latin typeface="Tomaho"/>
                    <a:ea typeface="Arial" panose="020B0604020202020204" pitchFamily="34" charset="0"/>
                    <a:cs typeface="Times New Roman" panose="02020603050405020304" pitchFamily="18" charset="0"/>
                  </a:rPr>
                  <a:t>c) Có bao nhiêu cách chọn </a:t>
                </a:r>
                <a14:m>
                  <m:oMath xmlns:m="http://schemas.openxmlformats.org/officeDocument/2006/math">
                    <m:r>
                      <a:rPr lang="vi-VN" sz="5000" i="1">
                        <a:solidFill>
                          <a:srgbClr val="000000"/>
                        </a:solidFill>
                        <a:latin typeface="Cambria Math" panose="02040503050406030204" pitchFamily="18" charset="0"/>
                        <a:ea typeface="Arial" panose="020B0604020202020204" pitchFamily="34" charset="0"/>
                        <a:cs typeface="Times New Roman" panose="02020603050405020304" pitchFamily="18" charset="0"/>
                      </a:rPr>
                      <m:t>4</m:t>
                    </m:r>
                  </m:oMath>
                </a14:m>
                <a:r>
                  <a:rPr lang="vi-VN" sz="5000" dirty="0">
                    <a:solidFill>
                      <a:srgbClr val="000000"/>
                    </a:solidFill>
                    <a:latin typeface="Tomaho"/>
                    <a:ea typeface="Arial" panose="020B0604020202020204" pitchFamily="34" charset="0"/>
                    <a:cs typeface="Times New Roman" panose="02020603050405020304" pitchFamily="18" charset="0"/>
                  </a:rPr>
                  <a:t> bạn, trong đó có </a:t>
                </a:r>
                <a14:m>
                  <m:oMath xmlns:m="http://schemas.openxmlformats.org/officeDocument/2006/math">
                    <m:r>
                      <a:rPr lang="vi-VN" sz="5000" i="1">
                        <a:solidFill>
                          <a:srgbClr val="000000"/>
                        </a:solidFill>
                        <a:latin typeface="Cambria Math" panose="02040503050406030204" pitchFamily="18" charset="0"/>
                        <a:ea typeface="Arial" panose="020B0604020202020204" pitchFamily="34" charset="0"/>
                        <a:cs typeface="Times New Roman" panose="02020603050405020304" pitchFamily="18" charset="0"/>
                      </a:rPr>
                      <m:t>2</m:t>
                    </m:r>
                  </m:oMath>
                </a14:m>
                <a:r>
                  <a:rPr lang="vi-VN" sz="5000" dirty="0">
                    <a:solidFill>
                      <a:srgbClr val="000000"/>
                    </a:solidFill>
                    <a:latin typeface="Tomaho"/>
                    <a:ea typeface="Arial" panose="020B0604020202020204" pitchFamily="34" charset="0"/>
                    <a:cs typeface="Times New Roman" panose="02020603050405020304" pitchFamily="18" charset="0"/>
                  </a:rPr>
                  <a:t> bạn nam và </a:t>
                </a:r>
                <a14:m>
                  <m:oMath xmlns:m="http://schemas.openxmlformats.org/officeDocument/2006/math">
                    <m:r>
                      <a:rPr lang="vi-VN" sz="5000" i="1">
                        <a:solidFill>
                          <a:srgbClr val="000000"/>
                        </a:solidFill>
                        <a:latin typeface="Cambria Math" panose="02040503050406030204" pitchFamily="18" charset="0"/>
                        <a:ea typeface="Arial" panose="020B0604020202020204" pitchFamily="34" charset="0"/>
                        <a:cs typeface="Times New Roman" panose="02020603050405020304" pitchFamily="18" charset="0"/>
                      </a:rPr>
                      <m:t>2</m:t>
                    </m:r>
                  </m:oMath>
                </a14:m>
                <a:r>
                  <a:rPr lang="vi-VN" sz="5000" dirty="0">
                    <a:solidFill>
                      <a:srgbClr val="000000"/>
                    </a:solidFill>
                    <a:latin typeface="Tomaho"/>
                    <a:ea typeface="Arial" panose="020B0604020202020204" pitchFamily="34" charset="0"/>
                    <a:cs typeface="Times New Roman" panose="02020603050405020304" pitchFamily="18" charset="0"/>
                  </a:rPr>
                  <a:t> bạn nữ?</a:t>
                </a:r>
                <a:endParaRPr lang="vi-VN" sz="5000" dirty="0">
                  <a:latin typeface="Tomaho"/>
                  <a:ea typeface="Arial" panose="020B0604020202020204" pitchFamily="34" charset="0"/>
                  <a:cs typeface="Times New Roman" panose="02020603050405020304" pitchFamily="18" charset="0"/>
                </a:endParaRPr>
              </a:p>
            </p:txBody>
          </p:sp>
        </mc:Choice>
        <mc:Fallback xmlns="">
          <p:sp>
            <p:nvSpPr>
              <p:cNvPr id="23" name="TextBox 22">
                <a:extLst>
                  <a:ext uri="{FF2B5EF4-FFF2-40B4-BE49-F238E27FC236}">
                    <a16:creationId xmlns:a16="http://schemas.microsoft.com/office/drawing/2014/main" id="{1F0CAC4D-D927-4F12-AB81-15B62BF9843F}"/>
                  </a:ext>
                </a:extLst>
              </p:cNvPr>
              <p:cNvSpPr txBox="1">
                <a:spLocks noRot="1" noChangeAspect="1" noMove="1" noResize="1" noEditPoints="1" noAdjustHandles="1" noChangeArrowheads="1" noChangeShapeType="1" noTextEdit="1"/>
              </p:cNvSpPr>
              <p:nvPr/>
            </p:nvSpPr>
            <p:spPr>
              <a:xfrm>
                <a:off x="554665" y="1701210"/>
                <a:ext cx="22936200" cy="4939814"/>
              </a:xfrm>
              <a:prstGeom prst="rect">
                <a:avLst/>
              </a:prstGeom>
              <a:blipFill>
                <a:blip r:embed="rId4"/>
                <a:stretch>
                  <a:fillRect l="-1276" r="-1223" b="-6049"/>
                </a:stretch>
              </a:blipFill>
            </p:spPr>
            <p:txBody>
              <a:bodyPr/>
              <a:lstStyle/>
              <a:p>
                <a:r>
                  <a:rPr lang="vi-VN">
                    <a:noFill/>
                  </a:rPr>
                  <a:t> </a:t>
                </a:r>
              </a:p>
            </p:txBody>
          </p:sp>
        </mc:Fallback>
      </mc:AlternateContent>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982812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3">
                                            <p:txEl>
                                              <p:pRg st="1" end="1"/>
                                            </p:txEl>
                                          </p:spTgt>
                                        </p:tgtEl>
                                        <p:attrNameLst>
                                          <p:attrName>style.visibility</p:attrName>
                                        </p:attrNameLst>
                                      </p:cBhvr>
                                      <p:to>
                                        <p:strVal val="visible"/>
                                      </p:to>
                                    </p:set>
                                    <p:animEffect transition="in" filter="wipe(left)">
                                      <p:cBhvr>
                                        <p:cTn id="7" dur="500"/>
                                        <p:tgtEl>
                                          <p:spTgt spid="23">
                                            <p:txEl>
                                              <p:pRg st="1" end="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xEl>
                                              <p:pRg st="2" end="2"/>
                                            </p:txEl>
                                          </p:spTgt>
                                        </p:tgtEl>
                                        <p:attrNameLst>
                                          <p:attrName>style.visibility</p:attrName>
                                        </p:attrNameLst>
                                      </p:cBhvr>
                                      <p:to>
                                        <p:strVal val="visible"/>
                                      </p:to>
                                    </p:set>
                                    <p:animEffect transition="in" filter="wipe(left)">
                                      <p:cBhvr>
                                        <p:cTn id="11" dur="500"/>
                                        <p:tgtEl>
                                          <p:spTgt spid="23">
                                            <p:txEl>
                                              <p:pRg st="2" end="2"/>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3">
                                            <p:txEl>
                                              <p:pRg st="3" end="3"/>
                                            </p:txEl>
                                          </p:spTgt>
                                        </p:tgtEl>
                                        <p:attrNameLst>
                                          <p:attrName>style.visibility</p:attrName>
                                        </p:attrNameLst>
                                      </p:cBhvr>
                                      <p:to>
                                        <p:strVal val="visible"/>
                                      </p:to>
                                    </p:set>
                                    <p:animEffect transition="in" filter="wipe(left)">
                                      <p:cBhvr>
                                        <p:cTn id="15" dur="500"/>
                                        <p:tgtEl>
                                          <p:spTgt spid="23">
                                            <p:txEl>
                                              <p:pRg st="3" end="3"/>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3">
                                            <p:txEl>
                                              <p:pRg st="4" end="4"/>
                                            </p:txEl>
                                          </p:spTgt>
                                        </p:tgtEl>
                                        <p:attrNameLst>
                                          <p:attrName>style.visibility</p:attrName>
                                        </p:attrNameLst>
                                      </p:cBhvr>
                                      <p:to>
                                        <p:strVal val="visible"/>
                                      </p:to>
                                    </p:set>
                                    <p:animEffect transition="in" filter="wipe(left)">
                                      <p:cBhvr>
                                        <p:cTn id="19" dur="500"/>
                                        <p:tgtEl>
                                          <p:spTgt spid="23">
                                            <p:txEl>
                                              <p:pRg st="4" end="4"/>
                                            </p:txEl>
                                          </p:spTgt>
                                        </p:tgtEl>
                                      </p:cBhvr>
                                    </p:animEffect>
                                  </p:childTnLst>
                                </p:cTn>
                              </p:par>
                            </p:childTnLst>
                          </p:cTn>
                        </p:par>
                        <p:par>
                          <p:cTn id="20" fill="hold">
                            <p:stCondLst>
                              <p:cond delay="2000"/>
                            </p:stCondLst>
                            <p:childTnLst>
                              <p:par>
                                <p:cTn id="21" presetID="8" presetClass="entr" presetSubtype="16"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diamond(in)">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8">
                                            <p:txEl>
                                              <p:pRg st="1" end="1"/>
                                            </p:txEl>
                                          </p:spTgt>
                                        </p:tgtEl>
                                        <p:attrNameLst>
                                          <p:attrName>style.visibility</p:attrName>
                                        </p:attrNameLst>
                                      </p:cBhvr>
                                      <p:to>
                                        <p:strVal val="visible"/>
                                      </p:to>
                                    </p:set>
                                    <p:animEffect transition="in" filter="wipe(left)">
                                      <p:cBhvr>
                                        <p:cTn id="28" dur="500"/>
                                        <p:tgtEl>
                                          <p:spTgt spid="18">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8">
                                            <p:txEl>
                                              <p:pRg st="2" end="2"/>
                                            </p:txEl>
                                          </p:spTgt>
                                        </p:tgtEl>
                                        <p:attrNameLst>
                                          <p:attrName>style.visibility</p:attrName>
                                        </p:attrNameLst>
                                      </p:cBhvr>
                                      <p:to>
                                        <p:strVal val="visible"/>
                                      </p:to>
                                    </p:set>
                                    <p:animEffect transition="in" filter="wipe(left)">
                                      <p:cBhvr>
                                        <p:cTn id="33" dur="500"/>
                                        <p:tgtEl>
                                          <p:spTgt spid="18">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8">
                                            <p:txEl>
                                              <p:pRg st="3" end="3"/>
                                            </p:txEl>
                                          </p:spTgt>
                                        </p:tgtEl>
                                        <p:attrNameLst>
                                          <p:attrName>style.visibility</p:attrName>
                                        </p:attrNameLst>
                                      </p:cBhvr>
                                      <p:to>
                                        <p:strVal val="visible"/>
                                      </p:to>
                                    </p:set>
                                    <p:animEffect transition="in" filter="wipe(left)">
                                      <p:cBhvr>
                                        <p:cTn id="38" dur="500"/>
                                        <p:tgtEl>
                                          <p:spTgt spid="18">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8">
                                            <p:txEl>
                                              <p:pRg st="4" end="4"/>
                                            </p:txEl>
                                          </p:spTgt>
                                        </p:tgtEl>
                                        <p:attrNameLst>
                                          <p:attrName>style.visibility</p:attrName>
                                        </p:attrNameLst>
                                      </p:cBhvr>
                                      <p:to>
                                        <p:strVal val="visible"/>
                                      </p:to>
                                    </p:set>
                                    <p:animEffect transition="in" filter="wipe(left)">
                                      <p:cBhvr>
                                        <p:cTn id="43" dur="500"/>
                                        <p:tgtEl>
                                          <p:spTgt spid="18">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8">
                                            <p:txEl>
                                              <p:pRg st="5" end="5"/>
                                            </p:txEl>
                                          </p:spTgt>
                                        </p:tgtEl>
                                        <p:attrNameLst>
                                          <p:attrName>style.visibility</p:attrName>
                                        </p:attrNameLst>
                                      </p:cBhvr>
                                      <p:to>
                                        <p:strVal val="visible"/>
                                      </p:to>
                                    </p:set>
                                    <p:animEffect transition="in" filter="wipe(left)">
                                      <p:cBhvr>
                                        <p:cTn id="48" dur="500"/>
                                        <p:tgtEl>
                                          <p:spTgt spid="18">
                                            <p:txEl>
                                              <p:pRg st="5" end="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8">
                                            <p:txEl>
                                              <p:pRg st="6" end="6"/>
                                            </p:txEl>
                                          </p:spTgt>
                                        </p:tgtEl>
                                        <p:attrNameLst>
                                          <p:attrName>style.visibility</p:attrName>
                                        </p:attrNameLst>
                                      </p:cBhvr>
                                      <p:to>
                                        <p:strVal val="visible"/>
                                      </p:to>
                                    </p:set>
                                    <p:animEffect transition="in" filter="wipe(left)">
                                      <p:cBhvr>
                                        <p:cTn id="53" dur="500"/>
                                        <p:tgtEl>
                                          <p:spTgt spid="18">
                                            <p:txEl>
                                              <p:pRg st="6" end="6"/>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8">
                                            <p:txEl>
                                              <p:pRg st="7" end="7"/>
                                            </p:txEl>
                                          </p:spTgt>
                                        </p:tgtEl>
                                        <p:attrNameLst>
                                          <p:attrName>style.visibility</p:attrName>
                                        </p:attrNameLst>
                                      </p:cBhvr>
                                      <p:to>
                                        <p:strVal val="visible"/>
                                      </p:to>
                                    </p:set>
                                    <p:animEffect transition="in" filter="wipe(left)">
                                      <p:cBhvr>
                                        <p:cTn id="58" dur="500"/>
                                        <p:tgtEl>
                                          <p:spTgt spid="1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914400"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5</a:t>
            </a:r>
          </a:p>
        </p:txBody>
      </p:sp>
      <p:grpSp>
        <p:nvGrpSpPr>
          <p:cNvPr id="41" name="Group 40">
            <a:extLst>
              <a:ext uri="{FF2B5EF4-FFF2-40B4-BE49-F238E27FC236}">
                <a16:creationId xmlns:a16="http://schemas.microsoft.com/office/drawing/2014/main" id="{15956DCF-BE81-49BD-AEFD-E1B23CD9355B}"/>
              </a:ext>
            </a:extLst>
          </p:cNvPr>
          <p:cNvGrpSpPr/>
          <p:nvPr/>
        </p:nvGrpSpPr>
        <p:grpSpPr>
          <a:xfrm>
            <a:off x="304800" y="1905000"/>
            <a:ext cx="23665149" cy="1752600"/>
            <a:chOff x="304800" y="2971797"/>
            <a:chExt cx="23665149" cy="1752600"/>
          </a:xfrm>
        </p:grpSpPr>
        <mc:AlternateContent xmlns:mc="http://schemas.openxmlformats.org/markup-compatibility/2006" xmlns:a14="http://schemas.microsoft.com/office/drawing/2010/main">
          <mc:Choice Requires="a14">
            <p:sp>
              <p:nvSpPr>
                <p:cNvPr id="42" name="Rounded Rectangle 19">
                  <a:extLst>
                    <a:ext uri="{FF2B5EF4-FFF2-40B4-BE49-F238E27FC236}">
                      <a16:creationId xmlns:a16="http://schemas.microsoft.com/office/drawing/2014/main" id="{77A07A8C-0C66-46F5-9492-F3FF15272385}"/>
                    </a:ext>
                  </a:extLst>
                </p:cNvPr>
                <p:cNvSpPr/>
                <p:nvPr/>
              </p:nvSpPr>
              <p:spPr>
                <a:xfrm>
                  <a:off x="457200" y="3047999"/>
                  <a:ext cx="23512749" cy="1676398"/>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endParaRPr lang="vi-VN" sz="3600" dirty="0">
                    <a:solidFill>
                      <a:schemeClr val="tx1"/>
                    </a:solidFill>
                    <a:latin typeface="Tomaho"/>
                  </a:endParaRPr>
                </a:p>
                <a:p>
                  <a:pPr>
                    <a:spcAft>
                      <a:spcPts val="600"/>
                    </a:spcAft>
                  </a:pPr>
                  <a:r>
                    <a:rPr lang="vi-VN" sz="4800" dirty="0">
                      <a:solidFill>
                        <a:schemeClr val="tx1"/>
                      </a:solidFill>
                      <a:latin typeface="Tomaho"/>
                    </a:rPr>
                    <a:t>Có bao nhiêu số tự nhiên chia hết cho </a:t>
                  </a:r>
                  <a14:m>
                    <m:oMath xmlns:m="http://schemas.openxmlformats.org/officeDocument/2006/math">
                      <m:r>
                        <a:rPr lang="vi-VN" sz="4800" i="1">
                          <a:solidFill>
                            <a:schemeClr val="tx1"/>
                          </a:solidFill>
                          <a:latin typeface="Cambria Math" panose="02040503050406030204" pitchFamily="18" charset="0"/>
                        </a:rPr>
                        <m:t>5</m:t>
                      </m:r>
                    </m:oMath>
                  </a14:m>
                  <a:r>
                    <a:rPr lang="vi-VN" sz="4800" dirty="0">
                      <a:solidFill>
                        <a:schemeClr val="tx1"/>
                      </a:solidFill>
                      <a:latin typeface="Tomaho"/>
                    </a:rPr>
                    <a:t> mà mỗi số có bốn chữ số khác nhau?</a:t>
                  </a:r>
                  <a:endParaRPr lang="vi-VN" sz="4800" dirty="0">
                    <a:solidFill>
                      <a:schemeClr val="tx1"/>
                    </a:solidFill>
                    <a:effectLst/>
                    <a:latin typeface="Tomaho"/>
                    <a:ea typeface="Arial" panose="020B0604020202020204" pitchFamily="34" charset="0"/>
                    <a:cs typeface="Times New Roman" panose="02020603050405020304" pitchFamily="18" charset="0"/>
                  </a:endParaRPr>
                </a:p>
              </p:txBody>
            </p:sp>
          </mc:Choice>
          <mc:Fallback xmlns="">
            <p:sp>
              <p:nvSpPr>
                <p:cNvPr id="42" name="Rounded Rectangle 19">
                  <a:extLst>
                    <a:ext uri="{FF2B5EF4-FFF2-40B4-BE49-F238E27FC236}">
                      <a16:creationId xmlns:a16="http://schemas.microsoft.com/office/drawing/2014/main" id="{77A07A8C-0C66-46F5-9492-F3FF15272385}"/>
                    </a:ext>
                  </a:extLst>
                </p:cNvPr>
                <p:cNvSpPr>
                  <a:spLocks noRot="1" noChangeAspect="1" noMove="1" noResize="1" noEditPoints="1" noAdjustHandles="1" noChangeArrowheads="1" noChangeShapeType="1" noTextEdit="1"/>
                </p:cNvSpPr>
                <p:nvPr/>
              </p:nvSpPr>
              <p:spPr>
                <a:xfrm>
                  <a:off x="457200" y="3047999"/>
                  <a:ext cx="23512749" cy="1676398"/>
                </a:xfrm>
                <a:prstGeom prst="roundRect">
                  <a:avLst>
                    <a:gd name="adj" fmla="val 4496"/>
                  </a:avLst>
                </a:prstGeom>
                <a:blipFill>
                  <a:blip r:embed="rId3"/>
                  <a:stretch>
                    <a:fillRect l="-1062" b="-12274"/>
                  </a:stretch>
                </a:blipFill>
                <a:ln>
                  <a:solidFill>
                    <a:srgbClr val="999158"/>
                  </a:solidFill>
                </a:ln>
              </p:spPr>
              <p:txBody>
                <a:bodyPr/>
                <a:lstStyle/>
                <a:p>
                  <a:r>
                    <a:rPr lang="vi-VN">
                      <a:noFill/>
                    </a:rPr>
                    <a:t> </a:t>
                  </a:r>
                </a:p>
              </p:txBody>
            </p:sp>
          </mc:Fallback>
        </mc:AlternateContent>
        <p:grpSp>
          <p:nvGrpSpPr>
            <p:cNvPr id="43" name="Group 42">
              <a:extLst>
                <a:ext uri="{FF2B5EF4-FFF2-40B4-BE49-F238E27FC236}">
                  <a16:creationId xmlns:a16="http://schemas.microsoft.com/office/drawing/2014/main" id="{731AF5AF-AB66-43AD-977A-4DB2F036BF08}"/>
                </a:ext>
              </a:extLst>
            </p:cNvPr>
            <p:cNvGrpSpPr/>
            <p:nvPr/>
          </p:nvGrpSpPr>
          <p:grpSpPr>
            <a:xfrm>
              <a:off x="304800" y="2971797"/>
              <a:ext cx="3276233" cy="762003"/>
              <a:chOff x="22440" y="38103"/>
              <a:chExt cx="1056356" cy="212728"/>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38103"/>
                <a:ext cx="1056356" cy="190117"/>
                <a:chOff x="31572" y="34060"/>
                <a:chExt cx="1486312" cy="235281"/>
              </a:xfrm>
            </p:grpSpPr>
            <p:sp>
              <p:nvSpPr>
                <p:cNvPr id="46" name="Arrow: Pentagon 45">
                  <a:extLst>
                    <a:ext uri="{FF2B5EF4-FFF2-40B4-BE49-F238E27FC236}">
                      <a16:creationId xmlns:a16="http://schemas.microsoft.com/office/drawing/2014/main" id="{E4DD6093-8752-4E91-AA4A-F0A093044FF9}"/>
                    </a:ext>
                  </a:extLst>
                </p:cNvPr>
                <p:cNvSpPr/>
                <p:nvPr/>
              </p:nvSpPr>
              <p:spPr>
                <a:xfrm>
                  <a:off x="169849" y="34060"/>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59377"/>
                <a:ext cx="807002" cy="191454"/>
              </a:xfrm>
              <a:prstGeom prst="rect">
                <a:avLst/>
              </a:prstGeom>
              <a:noFill/>
            </p:spPr>
            <p:txBody>
              <a:bodyPr wrap="square" tIns="54000" bIns="0">
                <a:noAutofit/>
              </a:bodyPr>
              <a:lstStyle/>
              <a:p>
                <a:pPr algn="ctr">
                  <a:lnSpc>
                    <a:spcPct val="107000"/>
                  </a:lnSpc>
                  <a:spcAft>
                    <a:spcPts val="800"/>
                  </a:spcAft>
                </a:pPr>
                <a:r>
                  <a:rPr lang="vi-VN" sz="38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8.11</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13" name="Group 12">
            <a:extLst>
              <a:ext uri="{FF2B5EF4-FFF2-40B4-BE49-F238E27FC236}">
                <a16:creationId xmlns:a16="http://schemas.microsoft.com/office/drawing/2014/main" id="{028E2662-96C6-448E-B336-8219888BFA71}"/>
              </a:ext>
            </a:extLst>
          </p:cNvPr>
          <p:cNvGrpSpPr/>
          <p:nvPr/>
        </p:nvGrpSpPr>
        <p:grpSpPr>
          <a:xfrm>
            <a:off x="533400" y="3810000"/>
            <a:ext cx="23506006" cy="9525000"/>
            <a:chOff x="1222851" y="5331408"/>
            <a:chExt cx="23580257" cy="7189396"/>
          </a:xfrm>
        </p:grpSpPr>
        <p:sp>
          <p:nvSpPr>
            <p:cNvPr id="14" name="Rounded Rectangle 34">
              <a:extLst>
                <a:ext uri="{FF2B5EF4-FFF2-40B4-BE49-F238E27FC236}">
                  <a16:creationId xmlns:a16="http://schemas.microsoft.com/office/drawing/2014/main" id="{24FCA161-848A-4AC4-BB87-39B39A856683}"/>
                </a:ext>
              </a:extLst>
            </p:cNvPr>
            <p:cNvSpPr/>
            <p:nvPr/>
          </p:nvSpPr>
          <p:spPr>
            <a:xfrm>
              <a:off x="1261071" y="5503955"/>
              <a:ext cx="23542037" cy="7016849"/>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endParaRPr lang="vi-VN" sz="4800" dirty="0">
                <a:solidFill>
                  <a:schemeClr val="tx1"/>
                </a:solidFill>
                <a:latin typeface="Tomaho"/>
              </a:endParaRPr>
            </a:p>
            <a:p>
              <a:pPr>
                <a:lnSpc>
                  <a:spcPct val="107000"/>
                </a:lnSpc>
                <a:spcAft>
                  <a:spcPts val="600"/>
                </a:spcAft>
              </a:pPr>
              <a:r>
                <a:rPr lang="vi-VN" sz="4800" dirty="0">
                  <a:solidFill>
                    <a:schemeClr val="tx1"/>
                  </a:solidFill>
                  <a:effectLst/>
                  <a:latin typeface="Tomaho"/>
                  <a:ea typeface="Arial" panose="020B0604020202020204" pitchFamily="34" charset="0"/>
                  <a:cs typeface="Times New Roman" panose="02020603050405020304" pitchFamily="18" charset="0"/>
                </a:rPr>
                <a:t>                        </a:t>
              </a:r>
              <a:endParaRPr lang="vi-VN" sz="4800" dirty="0">
                <a:solidFill>
                  <a:schemeClr val="tx1"/>
                </a:solidFill>
                <a:latin typeface="Tomaho"/>
              </a:endParaRPr>
            </a:p>
          </p:txBody>
        </p:sp>
        <p:grpSp>
          <p:nvGrpSpPr>
            <p:cNvPr id="15" name="Group 60">
              <a:extLst>
                <a:ext uri="{FF2B5EF4-FFF2-40B4-BE49-F238E27FC236}">
                  <a16:creationId xmlns:a16="http://schemas.microsoft.com/office/drawing/2014/main" id="{0A109C5E-BD68-44CF-AD93-3A6E066BC4E7}"/>
                </a:ext>
              </a:extLst>
            </p:cNvPr>
            <p:cNvGrpSpPr/>
            <p:nvPr/>
          </p:nvGrpSpPr>
          <p:grpSpPr>
            <a:xfrm>
              <a:off x="1222851" y="5331408"/>
              <a:ext cx="3305109" cy="841174"/>
              <a:chOff x="1224542" y="6305967"/>
              <a:chExt cx="3305491" cy="845462"/>
            </a:xfrm>
          </p:grpSpPr>
          <p:sp>
            <p:nvSpPr>
              <p:cNvPr id="16" name="Freeform 20">
                <a:extLst>
                  <a:ext uri="{FF2B5EF4-FFF2-40B4-BE49-F238E27FC236}">
                    <a16:creationId xmlns:a16="http://schemas.microsoft.com/office/drawing/2014/main" id="{2873FF6B-1BDD-4237-BD5F-2B0B61D2CE22}"/>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20" name="TextBox 19">
                <a:extLst>
                  <a:ext uri="{FF2B5EF4-FFF2-40B4-BE49-F238E27FC236}">
                    <a16:creationId xmlns:a16="http://schemas.microsoft.com/office/drawing/2014/main" id="{62657C36-9F38-452C-B978-14858C88399A}"/>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21" name="Round Diagonal Corner Rectangle 41">
                <a:extLst>
                  <a:ext uri="{FF2B5EF4-FFF2-40B4-BE49-F238E27FC236}">
                    <a16:creationId xmlns:a16="http://schemas.microsoft.com/office/drawing/2014/main" id="{C0D7F878-A4CF-48E4-BC61-DD3A7B0DD6BA}"/>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15">
                <a:extLst>
                  <a:ext uri="{FF2B5EF4-FFF2-40B4-BE49-F238E27FC236}">
                    <a16:creationId xmlns:a16="http://schemas.microsoft.com/office/drawing/2014/main" id="{1B5C825F-5B4B-4518-9562-74B89D26EEED}"/>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5E5FF71-C765-4477-BE71-6DE5F73217E4}"/>
                  </a:ext>
                </a:extLst>
              </p:cNvPr>
              <p:cNvSpPr txBox="1"/>
              <p:nvPr/>
            </p:nvSpPr>
            <p:spPr>
              <a:xfrm>
                <a:off x="769088" y="4038600"/>
                <a:ext cx="23622000" cy="9055749"/>
              </a:xfrm>
              <a:prstGeom prst="rect">
                <a:avLst/>
              </a:prstGeom>
              <a:noFill/>
            </p:spPr>
            <p:txBody>
              <a:bodyPr wrap="square" rtlCol="0">
                <a:spAutoFit/>
              </a:bodyPr>
              <a:lstStyle/>
              <a:p>
                <a:endParaRPr lang="vi-VN" sz="4800" dirty="0">
                  <a:latin typeface="Tomaho"/>
                </a:endParaRPr>
              </a:p>
              <a:p>
                <a:pPr>
                  <a:lnSpc>
                    <a:spcPct val="107000"/>
                  </a:lnSpc>
                </a:pPr>
                <a:r>
                  <a:rPr lang="vi-VN" sz="4800" dirty="0">
                    <a:latin typeface="Tomaho"/>
                    <a:ea typeface="Arial" panose="020B0604020202020204" pitchFamily="34" charset="0"/>
                    <a:cs typeface="Times New Roman" panose="02020603050405020304" pitchFamily="18" charset="0"/>
                  </a:rPr>
                  <a:t>Gọi số cần tìm có dạng </a:t>
                </a:r>
                <a14:m>
                  <m:oMath xmlns:m="http://schemas.openxmlformats.org/officeDocument/2006/math">
                    <m:bar>
                      <m:barPr>
                        <m:pos m:val="top"/>
                        <m:ctrlPr>
                          <a:rPr lang="vi-VN" sz="4800" i="1">
                            <a:latin typeface="Cambria Math" panose="02040503050406030204" pitchFamily="18" charset="0"/>
                            <a:ea typeface="Arial" panose="020B0604020202020204" pitchFamily="34" charset="0"/>
                            <a:cs typeface="Times New Roman" panose="02020603050405020304" pitchFamily="18" charset="0"/>
                          </a:rPr>
                        </m:ctrlPr>
                      </m:barPr>
                      <m:e>
                        <m:r>
                          <a:rPr lang="vi-VN" sz="4800" i="1">
                            <a:latin typeface="Cambria Math" panose="02040503050406030204" pitchFamily="18" charset="0"/>
                            <a:ea typeface="Arial" panose="020B0604020202020204" pitchFamily="34" charset="0"/>
                            <a:cs typeface="Times New Roman" panose="02020603050405020304" pitchFamily="18" charset="0"/>
                          </a:rPr>
                          <m:t>𝑎𝑏𝑐𝑑</m:t>
                        </m:r>
                      </m:e>
                    </m:bar>
                  </m:oMath>
                </a14:m>
                <a:r>
                  <a:rPr lang="vi-VN" sz="4800" dirty="0">
                    <a:latin typeface="Tomaho"/>
                    <a:ea typeface="Arial" panose="020B0604020202020204" pitchFamily="34" charset="0"/>
                    <a:cs typeface="Times New Roman" panose="02020603050405020304" pitchFamily="18" charset="0"/>
                  </a:rPr>
                  <a:t> trong đó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𝑎</m:t>
                    </m:r>
                    <m:r>
                      <a:rPr lang="vi-VN" sz="4800" i="1">
                        <a:latin typeface="Cambria Math" panose="02040503050406030204" pitchFamily="18" charset="0"/>
                        <a:ea typeface="Arial" panose="020B0604020202020204" pitchFamily="34" charset="0"/>
                        <a:cs typeface="Times New Roman" panose="02020603050405020304" pitchFamily="18" charset="0"/>
                      </a:rPr>
                      <m:t>≠0,</m:t>
                    </m:r>
                    <m:r>
                      <a:rPr lang="vi-VN" sz="4800" i="1">
                        <a:latin typeface="Cambria Math" panose="02040503050406030204" pitchFamily="18" charset="0"/>
                        <a:ea typeface="Arial" panose="020B0604020202020204" pitchFamily="34" charset="0"/>
                        <a:cs typeface="Times New Roman" panose="02020603050405020304" pitchFamily="18" charset="0"/>
                      </a:rPr>
                      <m:t>𝑐</m:t>
                    </m:r>
                    <m:r>
                      <a:rPr lang="vi-VN" sz="4800" i="1">
                        <a:latin typeface="Cambria Math" panose="02040503050406030204" pitchFamily="18" charset="0"/>
                        <a:ea typeface="Arial" panose="020B0604020202020204" pitchFamily="34" charset="0"/>
                        <a:cs typeface="Times New Roman" panose="02020603050405020304" pitchFamily="18" charset="0"/>
                      </a:rPr>
                      <m:t>,</m:t>
                    </m:r>
                    <m:r>
                      <a:rPr lang="vi-VN" sz="4800" i="1">
                        <a:latin typeface="Cambria Math" panose="02040503050406030204" pitchFamily="18" charset="0"/>
                        <a:ea typeface="Arial" panose="020B0604020202020204" pitchFamily="34" charset="0"/>
                        <a:cs typeface="Times New Roman" panose="02020603050405020304" pitchFamily="18" charset="0"/>
                      </a:rPr>
                      <m:t>𝑑</m:t>
                    </m:r>
                    <m:r>
                      <a:rPr lang="vi-VN" sz="4800" i="1">
                        <a:latin typeface="Cambria Math" panose="02040503050406030204" pitchFamily="18" charset="0"/>
                        <a:ea typeface="Arial" panose="020B0604020202020204" pitchFamily="34" charset="0"/>
                        <a:cs typeface="Cambria Math" panose="02040503050406030204" pitchFamily="18" charset="0"/>
                      </a:rPr>
                      <m:t>∈</m:t>
                    </m:r>
                    <m:d>
                      <m:dPr>
                        <m:begChr m:val="{"/>
                        <m:endChr m:val="}"/>
                        <m:ctrlPr>
                          <a:rPr lang="vi-VN" sz="4800" i="1">
                            <a:latin typeface="Cambria Math" panose="02040503050406030204" pitchFamily="18" charset="0"/>
                            <a:ea typeface="Arial" panose="020B0604020202020204" pitchFamily="34" charset="0"/>
                            <a:cs typeface="Times New Roman" panose="02020603050405020304" pitchFamily="18" charset="0"/>
                          </a:rPr>
                        </m:ctrlPr>
                      </m:dPr>
                      <m:e>
                        <m:r>
                          <a:rPr lang="vi-VN" sz="4800" i="1">
                            <a:latin typeface="Cambria Math" panose="02040503050406030204" pitchFamily="18" charset="0"/>
                            <a:ea typeface="Arial" panose="020B0604020202020204" pitchFamily="34" charset="0"/>
                            <a:cs typeface="Times New Roman" panose="02020603050405020304" pitchFamily="18" charset="0"/>
                          </a:rPr>
                          <m:t>0;5</m:t>
                        </m:r>
                      </m:e>
                    </m:d>
                  </m:oMath>
                </a14:m>
                <a:r>
                  <a:rPr lang="vi-VN" sz="4800" dirty="0">
                    <a:latin typeface="Tomaho"/>
                    <a:ea typeface="Arial" panose="020B0604020202020204" pitchFamily="34" charset="0"/>
                    <a:cs typeface="Times New Roman" panose="02020603050405020304" pitchFamily="18" charset="0"/>
                  </a:rPr>
                  <a:t>.</a:t>
                </a:r>
              </a:p>
              <a:p>
                <a:pPr>
                  <a:lnSpc>
                    <a:spcPct val="107000"/>
                  </a:lnSpc>
                </a:pPr>
                <a:r>
                  <a:rPr lang="vi-VN" sz="4800" b="1" dirty="0">
                    <a:solidFill>
                      <a:srgbClr val="FF0000"/>
                    </a:solidFill>
                    <a:latin typeface="Tomaho"/>
                    <a:ea typeface="Arial" panose="020B0604020202020204" pitchFamily="34" charset="0"/>
                    <a:cs typeface="Times New Roman" panose="02020603050405020304" pitchFamily="18" charset="0"/>
                  </a:rPr>
                  <a:t>TH1: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𝑑</m:t>
                    </m:r>
                    <m:r>
                      <a:rPr lang="vi-VN" sz="4800" i="1">
                        <a:latin typeface="Cambria Math" panose="02040503050406030204" pitchFamily="18" charset="0"/>
                        <a:ea typeface="Arial" panose="020B0604020202020204" pitchFamily="34" charset="0"/>
                        <a:cs typeface="Times New Roman" panose="02020603050405020304" pitchFamily="18" charset="0"/>
                      </a:rPr>
                      <m:t>=0</m:t>
                    </m:r>
                  </m:oMath>
                </a14:m>
                <a:endParaRPr lang="vi-VN" sz="4800" dirty="0">
                  <a:latin typeface="Tomaho"/>
                  <a:ea typeface="Arial" panose="020B0604020202020204" pitchFamily="34" charset="0"/>
                  <a:cs typeface="Times New Roman" panose="02020603050405020304" pitchFamily="18" charset="0"/>
                </a:endParaRPr>
              </a:p>
              <a:p>
                <a:pPr>
                  <a:lnSpc>
                    <a:spcPct val="107000"/>
                  </a:lnSpc>
                </a:pPr>
                <a:r>
                  <a:rPr lang="vi-VN" sz="4800" dirty="0">
                    <a:latin typeface="Tomaho"/>
                    <a:ea typeface="Arial" panose="020B0604020202020204" pitchFamily="34" charset="0"/>
                    <a:cs typeface="Times New Roman" panose="02020603050405020304" pitchFamily="18" charset="0"/>
                  </a:rPr>
                  <a:t>Chọn chữ số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𝑎</m:t>
                    </m:r>
                  </m:oMath>
                </a14:m>
                <a:r>
                  <a:rPr lang="vi-VN" sz="4800" dirty="0">
                    <a:latin typeface="Tomaho"/>
                    <a:ea typeface="Arial" panose="020B0604020202020204" pitchFamily="34" charset="0"/>
                    <a:cs typeface="Times New Roman" panose="02020603050405020304" pitchFamily="18" charset="0"/>
                  </a:rPr>
                  <a:t> có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9</m:t>
                    </m:r>
                  </m:oMath>
                </a14:m>
                <a:r>
                  <a:rPr lang="vi-VN" sz="4800" dirty="0">
                    <a:latin typeface="Tomaho"/>
                    <a:ea typeface="Arial" panose="020B0604020202020204" pitchFamily="34" charset="0"/>
                    <a:cs typeface="Times New Roman" panose="02020603050405020304" pitchFamily="18" charset="0"/>
                  </a:rPr>
                  <a:t> (cách).</a:t>
                </a:r>
              </a:p>
              <a:p>
                <a:pPr>
                  <a:lnSpc>
                    <a:spcPct val="107000"/>
                  </a:lnSpc>
                </a:pPr>
                <a:r>
                  <a:rPr lang="vi-VN" sz="4800" dirty="0">
                    <a:latin typeface="Tomaho"/>
                    <a:ea typeface="Arial" panose="020B0604020202020204" pitchFamily="34" charset="0"/>
                    <a:cs typeface="Times New Roman" panose="02020603050405020304" pitchFamily="18" charset="0"/>
                  </a:rPr>
                  <a:t>Ứng với mỗi cách chọn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𝑎</m:t>
                    </m:r>
                  </m:oMath>
                </a14:m>
                <a:r>
                  <a:rPr lang="vi-VN" sz="4800" dirty="0">
                    <a:latin typeface="Tomaho"/>
                    <a:ea typeface="Arial" panose="020B0604020202020204" pitchFamily="34" charset="0"/>
                    <a:cs typeface="Times New Roman" panose="02020603050405020304" pitchFamily="18" charset="0"/>
                  </a:rPr>
                  <a:t> có số cách chọn bộ </a:t>
                </a:r>
                <a14:m>
                  <m:oMath xmlns:m="http://schemas.openxmlformats.org/officeDocument/2006/math">
                    <m:bar>
                      <m:barPr>
                        <m:pos m:val="top"/>
                        <m:ctrlPr>
                          <a:rPr lang="vi-VN" sz="4800" i="1">
                            <a:latin typeface="Cambria Math" panose="02040503050406030204" pitchFamily="18" charset="0"/>
                            <a:ea typeface="Arial" panose="020B0604020202020204" pitchFamily="34" charset="0"/>
                            <a:cs typeface="Times New Roman" panose="02020603050405020304" pitchFamily="18" charset="0"/>
                          </a:rPr>
                        </m:ctrlPr>
                      </m:barPr>
                      <m:e>
                        <m:r>
                          <a:rPr lang="vi-VN" sz="4800" i="1">
                            <a:latin typeface="Cambria Math" panose="02040503050406030204" pitchFamily="18" charset="0"/>
                            <a:ea typeface="Arial" panose="020B0604020202020204" pitchFamily="34" charset="0"/>
                            <a:cs typeface="Times New Roman" panose="02020603050405020304" pitchFamily="18" charset="0"/>
                          </a:rPr>
                          <m:t>𝑏𝑐</m:t>
                        </m:r>
                      </m:e>
                    </m:bar>
                  </m:oMath>
                </a14:m>
                <a:r>
                  <a:rPr lang="vi-VN" sz="4800" dirty="0">
                    <a:latin typeface="Tomaho"/>
                    <a:ea typeface="Arial" panose="020B0604020202020204" pitchFamily="34" charset="0"/>
                    <a:cs typeface="Times New Roman" panose="02020603050405020304" pitchFamily="18" charset="0"/>
                  </a:rPr>
                  <a:t> từ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8</m:t>
                    </m:r>
                  </m:oMath>
                </a14:m>
                <a:r>
                  <a:rPr lang="vi-VN" sz="4800" dirty="0">
                    <a:latin typeface="Tomaho"/>
                    <a:ea typeface="Arial" panose="020B0604020202020204" pitchFamily="34" charset="0"/>
                    <a:cs typeface="Times New Roman" panose="02020603050405020304" pitchFamily="18" charset="0"/>
                  </a:rPr>
                  <a:t> chữ số còn lại là </a:t>
                </a:r>
                <a14:m>
                  <m:oMath xmlns:m="http://schemas.openxmlformats.org/officeDocument/2006/math">
                    <m:sSubSup>
                      <m:sSubSupPr>
                        <m:ctrlPr>
                          <a:rPr lang="vi-VN" sz="4800" i="1">
                            <a:latin typeface="Cambria Math" panose="02040503050406030204" pitchFamily="18" charset="0"/>
                            <a:ea typeface="Arial" panose="020B0604020202020204" pitchFamily="34" charset="0"/>
                            <a:cs typeface="Times New Roman" panose="02020603050405020304" pitchFamily="18" charset="0"/>
                          </a:rPr>
                        </m:ctrlPr>
                      </m:sSubSupPr>
                      <m:e>
                        <m:r>
                          <a:rPr lang="vi-VN" sz="4800" i="1">
                            <a:latin typeface="Cambria Math" panose="02040503050406030204" pitchFamily="18" charset="0"/>
                            <a:ea typeface="Arial" panose="020B0604020202020204" pitchFamily="34" charset="0"/>
                            <a:cs typeface="Times New Roman" panose="02020603050405020304" pitchFamily="18" charset="0"/>
                          </a:rPr>
                          <m:t>𝐴</m:t>
                        </m:r>
                      </m:e>
                      <m:sub>
                        <m:r>
                          <a:rPr lang="vi-VN" sz="4800" i="1">
                            <a:latin typeface="Cambria Math" panose="02040503050406030204" pitchFamily="18" charset="0"/>
                            <a:ea typeface="Arial" panose="020B0604020202020204" pitchFamily="34" charset="0"/>
                            <a:cs typeface="Times New Roman" panose="02020603050405020304" pitchFamily="18" charset="0"/>
                          </a:rPr>
                          <m:t>8</m:t>
                        </m:r>
                      </m:sub>
                      <m:sup>
                        <m:r>
                          <a:rPr lang="vi-VN" sz="4800" i="1">
                            <a:latin typeface="Cambria Math" panose="02040503050406030204" pitchFamily="18" charset="0"/>
                            <a:ea typeface="Arial" panose="020B0604020202020204" pitchFamily="34" charset="0"/>
                            <a:cs typeface="Times New Roman" panose="02020603050405020304" pitchFamily="18" charset="0"/>
                          </a:rPr>
                          <m:t>2</m:t>
                        </m:r>
                      </m:sup>
                    </m:sSubSup>
                  </m:oMath>
                </a14:m>
                <a:r>
                  <a:rPr lang="vi-VN" sz="4800" dirty="0">
                    <a:latin typeface="Tomaho"/>
                    <a:ea typeface="Arial" panose="020B0604020202020204" pitchFamily="34" charset="0"/>
                    <a:cs typeface="Times New Roman" panose="02020603050405020304" pitchFamily="18" charset="0"/>
                  </a:rPr>
                  <a:t> (cách).</a:t>
                </a:r>
              </a:p>
              <a:p>
                <a:pPr>
                  <a:lnSpc>
                    <a:spcPct val="107000"/>
                  </a:lnSpc>
                </a:pPr>
                <a:r>
                  <a:rPr lang="vi-VN" sz="4800" dirty="0">
                    <a:latin typeface="Tomaho"/>
                    <a:ea typeface="Arial" panose="020B0604020202020204" pitchFamily="34" charset="0"/>
                    <a:cs typeface="Times New Roman" panose="02020603050405020304" pitchFamily="18" charset="0"/>
                  </a:rPr>
                  <a:t>Số các số lập được là: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9.</m:t>
                    </m:r>
                    <m:sSubSup>
                      <m:sSubSupPr>
                        <m:ctrlPr>
                          <a:rPr lang="vi-VN" sz="4800" i="1">
                            <a:latin typeface="Cambria Math" panose="02040503050406030204" pitchFamily="18" charset="0"/>
                            <a:ea typeface="Arial" panose="020B0604020202020204" pitchFamily="34" charset="0"/>
                            <a:cs typeface="Times New Roman" panose="02020603050405020304" pitchFamily="18" charset="0"/>
                          </a:rPr>
                        </m:ctrlPr>
                      </m:sSubSupPr>
                      <m:e>
                        <m:r>
                          <a:rPr lang="vi-VN" sz="4800" i="1">
                            <a:latin typeface="Cambria Math" panose="02040503050406030204" pitchFamily="18" charset="0"/>
                            <a:ea typeface="Arial" panose="020B0604020202020204" pitchFamily="34" charset="0"/>
                            <a:cs typeface="Times New Roman" panose="02020603050405020304" pitchFamily="18" charset="0"/>
                          </a:rPr>
                          <m:t>𝐴</m:t>
                        </m:r>
                      </m:e>
                      <m:sub>
                        <m:r>
                          <a:rPr lang="vi-VN" sz="4800" i="1">
                            <a:latin typeface="Cambria Math" panose="02040503050406030204" pitchFamily="18" charset="0"/>
                            <a:ea typeface="Arial" panose="020B0604020202020204" pitchFamily="34" charset="0"/>
                            <a:cs typeface="Times New Roman" panose="02020603050405020304" pitchFamily="18" charset="0"/>
                          </a:rPr>
                          <m:t>8</m:t>
                        </m:r>
                      </m:sub>
                      <m:sup>
                        <m:r>
                          <a:rPr lang="vi-VN" sz="4800" i="1">
                            <a:latin typeface="Cambria Math" panose="02040503050406030204" pitchFamily="18" charset="0"/>
                            <a:ea typeface="Arial" panose="020B0604020202020204" pitchFamily="34" charset="0"/>
                            <a:cs typeface="Times New Roman" panose="02020603050405020304" pitchFamily="18" charset="0"/>
                          </a:rPr>
                          <m:t>2</m:t>
                        </m:r>
                      </m:sup>
                    </m:sSubSup>
                    <m:r>
                      <a:rPr lang="vi-VN" sz="4800" i="1">
                        <a:latin typeface="Cambria Math" panose="02040503050406030204" pitchFamily="18" charset="0"/>
                        <a:ea typeface="Arial" panose="020B0604020202020204" pitchFamily="34" charset="0"/>
                        <a:cs typeface="Times New Roman" panose="02020603050405020304" pitchFamily="18" charset="0"/>
                      </a:rPr>
                      <m:t>=504</m:t>
                    </m:r>
                  </m:oMath>
                </a14:m>
                <a:r>
                  <a:rPr lang="vi-VN" sz="4800" dirty="0">
                    <a:latin typeface="Tomaho"/>
                    <a:ea typeface="Arial" panose="020B0604020202020204" pitchFamily="34" charset="0"/>
                    <a:cs typeface="Times New Roman" panose="02020603050405020304" pitchFamily="18" charset="0"/>
                  </a:rPr>
                  <a:t> (số).</a:t>
                </a:r>
              </a:p>
              <a:p>
                <a:pPr>
                  <a:lnSpc>
                    <a:spcPct val="107000"/>
                  </a:lnSpc>
                </a:pPr>
                <a:r>
                  <a:rPr lang="vi-VN" sz="4800" b="1">
                    <a:solidFill>
                      <a:srgbClr val="FF0000"/>
                    </a:solidFill>
                    <a:latin typeface="Tomaho"/>
                    <a:ea typeface="Arial" panose="020B0604020202020204" pitchFamily="34" charset="0"/>
                    <a:cs typeface="Times New Roman" panose="02020603050405020304" pitchFamily="18" charset="0"/>
                  </a:rPr>
                  <a:t>TH2:</a:t>
                </a:r>
                <a:r>
                  <a:rPr lang="vi-VN" sz="4800">
                    <a:latin typeface="Tomaho"/>
                    <a:ea typeface="Arial" panose="020B0604020202020204" pitchFamily="34" charset="0"/>
                    <a:cs typeface="Times New Roman" panose="02020603050405020304" pitchFamily="18" charset="0"/>
                  </a:rPr>
                  <a:t>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𝑑</m:t>
                    </m:r>
                    <m:r>
                      <a:rPr lang="vi-VN" sz="4800" i="1">
                        <a:latin typeface="Cambria Math" panose="02040503050406030204" pitchFamily="18" charset="0"/>
                        <a:ea typeface="Arial" panose="020B0604020202020204" pitchFamily="34" charset="0"/>
                        <a:cs typeface="Times New Roman" panose="02020603050405020304" pitchFamily="18" charset="0"/>
                      </a:rPr>
                      <m:t>=5</m:t>
                    </m:r>
                  </m:oMath>
                </a14:m>
                <a:endParaRPr lang="vi-VN" sz="4800" dirty="0">
                  <a:latin typeface="Tomaho"/>
                  <a:ea typeface="Arial" panose="020B0604020202020204" pitchFamily="34" charset="0"/>
                  <a:cs typeface="Times New Roman" panose="02020603050405020304" pitchFamily="18" charset="0"/>
                </a:endParaRPr>
              </a:p>
              <a:p>
                <a:pPr>
                  <a:lnSpc>
                    <a:spcPct val="107000"/>
                  </a:lnSpc>
                </a:pPr>
                <a:r>
                  <a:rPr lang="vi-VN" sz="4800" dirty="0">
                    <a:latin typeface="Tomaho"/>
                    <a:ea typeface="Arial" panose="020B0604020202020204" pitchFamily="34" charset="0"/>
                    <a:cs typeface="Times New Roman" panose="02020603050405020304" pitchFamily="18" charset="0"/>
                  </a:rPr>
                  <a:t>Chọn chữ số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𝑎</m:t>
                    </m:r>
                  </m:oMath>
                </a14:m>
                <a:r>
                  <a:rPr lang="vi-VN" sz="4800" dirty="0">
                    <a:latin typeface="Tomaho"/>
                    <a:ea typeface="Arial" panose="020B0604020202020204" pitchFamily="34" charset="0"/>
                    <a:cs typeface="Times New Roman" panose="02020603050405020304" pitchFamily="18" charset="0"/>
                  </a:rPr>
                  <a:t> có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8</m:t>
                    </m:r>
                  </m:oMath>
                </a14:m>
                <a:r>
                  <a:rPr lang="vi-VN" sz="4800" dirty="0">
                    <a:latin typeface="Tomaho"/>
                    <a:ea typeface="Arial" panose="020B0604020202020204" pitchFamily="34" charset="0"/>
                    <a:cs typeface="Times New Roman" panose="02020603050405020304" pitchFamily="18" charset="0"/>
                  </a:rPr>
                  <a:t> (cách).</a:t>
                </a:r>
              </a:p>
              <a:p>
                <a:pPr>
                  <a:lnSpc>
                    <a:spcPct val="107000"/>
                  </a:lnSpc>
                </a:pPr>
                <a:r>
                  <a:rPr lang="vi-VN" sz="4800" dirty="0">
                    <a:latin typeface="Tomaho"/>
                    <a:ea typeface="Arial" panose="020B0604020202020204" pitchFamily="34" charset="0"/>
                    <a:cs typeface="Times New Roman" panose="02020603050405020304" pitchFamily="18" charset="0"/>
                  </a:rPr>
                  <a:t>Ứng với mỗi cách chọn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𝑎</m:t>
                    </m:r>
                  </m:oMath>
                </a14:m>
                <a:r>
                  <a:rPr lang="vi-VN" sz="4800" dirty="0">
                    <a:latin typeface="Tomaho"/>
                    <a:ea typeface="Arial" panose="020B0604020202020204" pitchFamily="34" charset="0"/>
                    <a:cs typeface="Times New Roman" panose="02020603050405020304" pitchFamily="18" charset="0"/>
                  </a:rPr>
                  <a:t> có số cách chọn bộ </a:t>
                </a:r>
                <a14:m>
                  <m:oMath xmlns:m="http://schemas.openxmlformats.org/officeDocument/2006/math">
                    <m:bar>
                      <m:barPr>
                        <m:pos m:val="top"/>
                        <m:ctrlPr>
                          <a:rPr lang="vi-VN" sz="4800" i="1">
                            <a:latin typeface="Cambria Math" panose="02040503050406030204" pitchFamily="18" charset="0"/>
                            <a:ea typeface="Arial" panose="020B0604020202020204" pitchFamily="34" charset="0"/>
                            <a:cs typeface="Times New Roman" panose="02020603050405020304" pitchFamily="18" charset="0"/>
                          </a:rPr>
                        </m:ctrlPr>
                      </m:barPr>
                      <m:e>
                        <m:r>
                          <a:rPr lang="vi-VN" sz="4800" i="1">
                            <a:latin typeface="Cambria Math" panose="02040503050406030204" pitchFamily="18" charset="0"/>
                            <a:ea typeface="Arial" panose="020B0604020202020204" pitchFamily="34" charset="0"/>
                            <a:cs typeface="Times New Roman" panose="02020603050405020304" pitchFamily="18" charset="0"/>
                          </a:rPr>
                          <m:t>𝑏𝑐</m:t>
                        </m:r>
                      </m:e>
                    </m:bar>
                  </m:oMath>
                </a14:m>
                <a:r>
                  <a:rPr lang="vi-VN" sz="4800" dirty="0">
                    <a:latin typeface="Tomaho"/>
                    <a:ea typeface="Arial" panose="020B0604020202020204" pitchFamily="34" charset="0"/>
                    <a:cs typeface="Times New Roman" panose="02020603050405020304" pitchFamily="18" charset="0"/>
                  </a:rPr>
                  <a:t> từ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8</m:t>
                    </m:r>
                  </m:oMath>
                </a14:m>
                <a:r>
                  <a:rPr lang="vi-VN" sz="4800" dirty="0">
                    <a:latin typeface="Tomaho"/>
                    <a:ea typeface="Arial" panose="020B0604020202020204" pitchFamily="34" charset="0"/>
                    <a:cs typeface="Times New Roman" panose="02020603050405020304" pitchFamily="18" charset="0"/>
                  </a:rPr>
                  <a:t> chữ số còn lại là </a:t>
                </a:r>
                <a14:m>
                  <m:oMath xmlns:m="http://schemas.openxmlformats.org/officeDocument/2006/math">
                    <m:sSubSup>
                      <m:sSubSupPr>
                        <m:ctrlPr>
                          <a:rPr lang="vi-VN" sz="4800" i="1">
                            <a:latin typeface="Cambria Math" panose="02040503050406030204" pitchFamily="18" charset="0"/>
                            <a:ea typeface="Arial" panose="020B0604020202020204" pitchFamily="34" charset="0"/>
                            <a:cs typeface="Times New Roman" panose="02020603050405020304" pitchFamily="18" charset="0"/>
                          </a:rPr>
                        </m:ctrlPr>
                      </m:sSubSupPr>
                      <m:e>
                        <m:r>
                          <a:rPr lang="vi-VN" sz="4800" i="1">
                            <a:latin typeface="Cambria Math" panose="02040503050406030204" pitchFamily="18" charset="0"/>
                            <a:ea typeface="Arial" panose="020B0604020202020204" pitchFamily="34" charset="0"/>
                            <a:cs typeface="Times New Roman" panose="02020603050405020304" pitchFamily="18" charset="0"/>
                          </a:rPr>
                          <m:t>𝐴</m:t>
                        </m:r>
                      </m:e>
                      <m:sub>
                        <m:r>
                          <a:rPr lang="vi-VN" sz="4800" i="1">
                            <a:latin typeface="Cambria Math" panose="02040503050406030204" pitchFamily="18" charset="0"/>
                            <a:ea typeface="Arial" panose="020B0604020202020204" pitchFamily="34" charset="0"/>
                            <a:cs typeface="Times New Roman" panose="02020603050405020304" pitchFamily="18" charset="0"/>
                          </a:rPr>
                          <m:t>8</m:t>
                        </m:r>
                      </m:sub>
                      <m:sup>
                        <m:r>
                          <a:rPr lang="vi-VN" sz="4800" i="1">
                            <a:latin typeface="Cambria Math" panose="02040503050406030204" pitchFamily="18" charset="0"/>
                            <a:ea typeface="Arial" panose="020B0604020202020204" pitchFamily="34" charset="0"/>
                            <a:cs typeface="Times New Roman" panose="02020603050405020304" pitchFamily="18" charset="0"/>
                          </a:rPr>
                          <m:t>2</m:t>
                        </m:r>
                      </m:sup>
                    </m:sSubSup>
                  </m:oMath>
                </a14:m>
                <a:r>
                  <a:rPr lang="vi-VN" sz="4800" dirty="0">
                    <a:latin typeface="Tomaho"/>
                    <a:ea typeface="Arial" panose="020B0604020202020204" pitchFamily="34" charset="0"/>
                    <a:cs typeface="Times New Roman" panose="02020603050405020304" pitchFamily="18" charset="0"/>
                  </a:rPr>
                  <a:t> (cách).</a:t>
                </a:r>
              </a:p>
              <a:p>
                <a:pPr>
                  <a:lnSpc>
                    <a:spcPct val="107000"/>
                  </a:lnSpc>
                </a:pPr>
                <a:r>
                  <a:rPr lang="vi-VN" sz="4800" dirty="0">
                    <a:latin typeface="Tomaho"/>
                    <a:ea typeface="Arial" panose="020B0604020202020204" pitchFamily="34" charset="0"/>
                    <a:cs typeface="Times New Roman" panose="02020603050405020304" pitchFamily="18" charset="0"/>
                  </a:rPr>
                  <a:t>Số các số lập được là: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8.</m:t>
                    </m:r>
                    <m:sSubSup>
                      <m:sSubSupPr>
                        <m:ctrlPr>
                          <a:rPr lang="vi-VN" sz="4800" i="1">
                            <a:latin typeface="Cambria Math" panose="02040503050406030204" pitchFamily="18" charset="0"/>
                            <a:ea typeface="Arial" panose="020B0604020202020204" pitchFamily="34" charset="0"/>
                            <a:cs typeface="Times New Roman" panose="02020603050405020304" pitchFamily="18" charset="0"/>
                          </a:rPr>
                        </m:ctrlPr>
                      </m:sSubSupPr>
                      <m:e>
                        <m:r>
                          <a:rPr lang="vi-VN" sz="4800" i="1">
                            <a:latin typeface="Cambria Math" panose="02040503050406030204" pitchFamily="18" charset="0"/>
                            <a:ea typeface="Arial" panose="020B0604020202020204" pitchFamily="34" charset="0"/>
                            <a:cs typeface="Times New Roman" panose="02020603050405020304" pitchFamily="18" charset="0"/>
                          </a:rPr>
                          <m:t>𝐴</m:t>
                        </m:r>
                      </m:e>
                      <m:sub>
                        <m:r>
                          <a:rPr lang="vi-VN" sz="4800" i="1">
                            <a:latin typeface="Cambria Math" panose="02040503050406030204" pitchFamily="18" charset="0"/>
                            <a:ea typeface="Arial" panose="020B0604020202020204" pitchFamily="34" charset="0"/>
                            <a:cs typeface="Times New Roman" panose="02020603050405020304" pitchFamily="18" charset="0"/>
                          </a:rPr>
                          <m:t>8</m:t>
                        </m:r>
                      </m:sub>
                      <m:sup>
                        <m:r>
                          <a:rPr lang="vi-VN" sz="4800" i="1">
                            <a:latin typeface="Cambria Math" panose="02040503050406030204" pitchFamily="18" charset="0"/>
                            <a:ea typeface="Arial" panose="020B0604020202020204" pitchFamily="34" charset="0"/>
                            <a:cs typeface="Times New Roman" panose="02020603050405020304" pitchFamily="18" charset="0"/>
                          </a:rPr>
                          <m:t>2</m:t>
                        </m:r>
                      </m:sup>
                    </m:sSubSup>
                    <m:r>
                      <a:rPr lang="vi-VN" sz="4800" i="1">
                        <a:latin typeface="Cambria Math" panose="02040503050406030204" pitchFamily="18" charset="0"/>
                        <a:ea typeface="Arial" panose="020B0604020202020204" pitchFamily="34" charset="0"/>
                        <a:cs typeface="Times New Roman" panose="02020603050405020304" pitchFamily="18" charset="0"/>
                      </a:rPr>
                      <m:t>=448</m:t>
                    </m:r>
                  </m:oMath>
                </a14:m>
                <a:r>
                  <a:rPr lang="vi-VN" sz="4800" dirty="0">
                    <a:latin typeface="Tomaho"/>
                    <a:ea typeface="Arial" panose="020B0604020202020204" pitchFamily="34" charset="0"/>
                    <a:cs typeface="Times New Roman" panose="02020603050405020304" pitchFamily="18" charset="0"/>
                  </a:rPr>
                  <a:t> (số).</a:t>
                </a:r>
              </a:p>
              <a:p>
                <a:pPr>
                  <a:lnSpc>
                    <a:spcPct val="107000"/>
                  </a:lnSpc>
                </a:pPr>
                <a:r>
                  <a:rPr lang="vi-VN" sz="4800" dirty="0">
                    <a:latin typeface="Tomaho"/>
                    <a:ea typeface="Arial" panose="020B0604020202020204" pitchFamily="34" charset="0"/>
                    <a:cs typeface="Times New Roman" panose="02020603050405020304" pitchFamily="18" charset="0"/>
                  </a:rPr>
                  <a:t>Vậy số các số tự nhiên chia hết cho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5</m:t>
                    </m:r>
                  </m:oMath>
                </a14:m>
                <a:r>
                  <a:rPr lang="vi-VN" sz="4800" dirty="0">
                    <a:latin typeface="Tomaho"/>
                    <a:ea typeface="Arial" panose="020B0604020202020204" pitchFamily="34" charset="0"/>
                    <a:cs typeface="Times New Roman" panose="02020603050405020304" pitchFamily="18" charset="0"/>
                  </a:rPr>
                  <a:t>và có bốn chữ số khác nhau là: </a:t>
                </a:r>
                <a14:m>
                  <m:oMath xmlns:m="http://schemas.openxmlformats.org/officeDocument/2006/math">
                    <m:r>
                      <a:rPr lang="vi-VN" sz="4800" i="1">
                        <a:latin typeface="Cambria Math" panose="02040503050406030204" pitchFamily="18" charset="0"/>
                        <a:ea typeface="Arial" panose="020B0604020202020204" pitchFamily="34" charset="0"/>
                        <a:cs typeface="Times New Roman" panose="02020603050405020304" pitchFamily="18" charset="0"/>
                      </a:rPr>
                      <m:t>448+504=952</m:t>
                    </m:r>
                  </m:oMath>
                </a14:m>
                <a:r>
                  <a:rPr lang="vi-VN" sz="4800" dirty="0">
                    <a:latin typeface="Tomaho"/>
                    <a:ea typeface="Arial" panose="020B0604020202020204" pitchFamily="34" charset="0"/>
                    <a:cs typeface="Times New Roman" panose="02020603050405020304" pitchFamily="18" charset="0"/>
                  </a:rPr>
                  <a:t> (số).</a:t>
                </a:r>
              </a:p>
            </p:txBody>
          </p:sp>
        </mc:Choice>
        <mc:Fallback xmlns="">
          <p:sp>
            <p:nvSpPr>
              <p:cNvPr id="18" name="TextBox 17">
                <a:extLst>
                  <a:ext uri="{FF2B5EF4-FFF2-40B4-BE49-F238E27FC236}">
                    <a16:creationId xmlns:a16="http://schemas.microsoft.com/office/drawing/2014/main" id="{B5E5FF71-C765-4477-BE71-6DE5F73217E4}"/>
                  </a:ext>
                </a:extLst>
              </p:cNvPr>
              <p:cNvSpPr txBox="1">
                <a:spLocks noRot="1" noChangeAspect="1" noMove="1" noResize="1" noEditPoints="1" noAdjustHandles="1" noChangeArrowheads="1" noChangeShapeType="1" noTextEdit="1"/>
              </p:cNvSpPr>
              <p:nvPr/>
            </p:nvSpPr>
            <p:spPr>
              <a:xfrm>
                <a:off x="769088" y="4038600"/>
                <a:ext cx="23622000" cy="9055749"/>
              </a:xfrm>
              <a:prstGeom prst="rect">
                <a:avLst/>
              </a:prstGeom>
              <a:blipFill>
                <a:blip r:embed="rId4"/>
                <a:stretch>
                  <a:fillRect l="-1161" b="-2626"/>
                </a:stretch>
              </a:blipFill>
            </p:spPr>
            <p:txBody>
              <a:bodyPr/>
              <a:lstStyle/>
              <a:p>
                <a:r>
                  <a:rPr lang="vi-VN">
                    <a:noFill/>
                  </a:rPr>
                  <a:t> </a:t>
                </a:r>
              </a:p>
            </p:txBody>
          </p:sp>
        </mc:Fallback>
      </mc:AlternateContent>
      <p:sp>
        <p:nvSpPr>
          <p:cNvPr id="59" name="Rounded Rectangle 5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24</a:t>
            </a:r>
          </a:p>
        </p:txBody>
      </p:sp>
      <p:sp>
        <p:nvSpPr>
          <p:cNvPr id="63" name="TextBox 6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7346573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amond(i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wipe(left)">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wipe(left)">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wipe(left)">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wipe(left)">
                                      <p:cBhvr>
                                        <p:cTn id="27" dur="500"/>
                                        <p:tgtEl>
                                          <p:spTgt spid="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xEl>
                                              <p:pRg st="5" end="5"/>
                                            </p:txEl>
                                          </p:spTgt>
                                        </p:tgtEl>
                                        <p:attrNameLst>
                                          <p:attrName>style.visibility</p:attrName>
                                        </p:attrNameLst>
                                      </p:cBhvr>
                                      <p:to>
                                        <p:strVal val="visible"/>
                                      </p:to>
                                    </p:set>
                                    <p:animEffect transition="in" filter="wipe(left)">
                                      <p:cBhvr>
                                        <p:cTn id="32" dur="500"/>
                                        <p:tgtEl>
                                          <p:spTgt spid="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xEl>
                                              <p:pRg st="6" end="6"/>
                                            </p:txEl>
                                          </p:spTgt>
                                        </p:tgtEl>
                                        <p:attrNameLst>
                                          <p:attrName>style.visibility</p:attrName>
                                        </p:attrNameLst>
                                      </p:cBhvr>
                                      <p:to>
                                        <p:strVal val="visible"/>
                                      </p:to>
                                    </p:set>
                                    <p:animEffect transition="in" filter="wipe(left)">
                                      <p:cBhvr>
                                        <p:cTn id="37" dur="500"/>
                                        <p:tgtEl>
                                          <p:spTgt spid="1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8">
                                            <p:txEl>
                                              <p:pRg st="7" end="7"/>
                                            </p:txEl>
                                          </p:spTgt>
                                        </p:tgtEl>
                                        <p:attrNameLst>
                                          <p:attrName>style.visibility</p:attrName>
                                        </p:attrNameLst>
                                      </p:cBhvr>
                                      <p:to>
                                        <p:strVal val="visible"/>
                                      </p:to>
                                    </p:set>
                                    <p:animEffect transition="in" filter="wipe(left)">
                                      <p:cBhvr>
                                        <p:cTn id="42" dur="500"/>
                                        <p:tgtEl>
                                          <p:spTgt spid="1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8">
                                            <p:txEl>
                                              <p:pRg st="8" end="8"/>
                                            </p:txEl>
                                          </p:spTgt>
                                        </p:tgtEl>
                                        <p:attrNameLst>
                                          <p:attrName>style.visibility</p:attrName>
                                        </p:attrNameLst>
                                      </p:cBhvr>
                                      <p:to>
                                        <p:strVal val="visible"/>
                                      </p:to>
                                    </p:set>
                                    <p:animEffect transition="in" filter="wipe(left)">
                                      <p:cBhvr>
                                        <p:cTn id="47" dur="500"/>
                                        <p:tgtEl>
                                          <p:spTgt spid="1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xEl>
                                              <p:pRg st="9" end="9"/>
                                            </p:txEl>
                                          </p:spTgt>
                                        </p:tgtEl>
                                        <p:attrNameLst>
                                          <p:attrName>style.visibility</p:attrName>
                                        </p:attrNameLst>
                                      </p:cBhvr>
                                      <p:to>
                                        <p:strVal val="visible"/>
                                      </p:to>
                                    </p:set>
                                    <p:animEffect transition="in" filter="wipe(left)">
                                      <p:cBhvr>
                                        <p:cTn id="52" dur="500"/>
                                        <p:tgtEl>
                                          <p:spTgt spid="1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8">
                                            <p:txEl>
                                              <p:pRg st="10" end="10"/>
                                            </p:txEl>
                                          </p:spTgt>
                                        </p:tgtEl>
                                        <p:attrNameLst>
                                          <p:attrName>style.visibility</p:attrName>
                                        </p:attrNameLst>
                                      </p:cBhvr>
                                      <p:to>
                                        <p:strVal val="visible"/>
                                      </p:to>
                                    </p:set>
                                    <p:animEffect transition="in" filter="wipe(left)">
                                      <p:cBhvr>
                                        <p:cTn id="57" dur="500"/>
                                        <p:tgtEl>
                                          <p:spTgt spid="1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3905</TotalTime>
  <Words>3753</Words>
  <Application>Microsoft Office PowerPoint</Application>
  <PresentationFormat>Custom</PresentationFormat>
  <Paragraphs>514</Paragraphs>
  <Slides>38</Slides>
  <Notes>36</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38</vt:i4>
      </vt:variant>
    </vt:vector>
  </HeadingPairs>
  <TitlesOfParts>
    <vt:vector size="54" baseType="lpstr">
      <vt:lpstr>Yu Gothic UI Semilight</vt:lpstr>
      <vt:lpstr>Arial</vt:lpstr>
      <vt:lpstr>Bahnschrift SemiBold SemiConden</vt:lpstr>
      <vt:lpstr>Baumans</vt:lpstr>
      <vt:lpstr>Calibri</vt:lpstr>
      <vt:lpstr>Calibri Light</vt:lpstr>
      <vt:lpstr>Cambria Math</vt:lpstr>
      <vt:lpstr>Cascadia Mono</vt:lpstr>
      <vt:lpstr>CASIO ClassWiz</vt:lpstr>
      <vt:lpstr>Fira Sans Black</vt:lpstr>
      <vt:lpstr>Symbol</vt:lpstr>
      <vt:lpstr>Tahoma</vt:lpstr>
      <vt:lpstr>Times New Roman</vt:lpstr>
      <vt:lpstr>Tomaho</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Admin</cp:lastModifiedBy>
  <cp:revision>376</cp:revision>
  <dcterms:created xsi:type="dcterms:W3CDTF">2013-08-31T11:42:51Z</dcterms:created>
  <dcterms:modified xsi:type="dcterms:W3CDTF">2022-08-30T02:51:14Z</dcterms:modified>
  <cp:category>9Slide.vn</cp:category>
</cp:coreProperties>
</file>